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1"/>
  </p:notesMasterIdLst>
  <p:sldIdLst>
    <p:sldId id="256" r:id="rId5"/>
    <p:sldId id="257" r:id="rId6"/>
    <p:sldId id="303" r:id="rId7"/>
    <p:sldId id="258" r:id="rId8"/>
    <p:sldId id="259" r:id="rId9"/>
    <p:sldId id="304" r:id="rId10"/>
    <p:sldId id="260" r:id="rId11"/>
    <p:sldId id="261" r:id="rId12"/>
    <p:sldId id="301" r:id="rId13"/>
    <p:sldId id="262" r:id="rId14"/>
    <p:sldId id="263" r:id="rId15"/>
    <p:sldId id="264" r:id="rId16"/>
    <p:sldId id="265" r:id="rId17"/>
    <p:sldId id="266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67" r:id="rId28"/>
    <p:sldId id="300" r:id="rId29"/>
    <p:sldId id="269" r:id="rId30"/>
    <p:sldId id="270" r:id="rId31"/>
    <p:sldId id="271" r:id="rId32"/>
    <p:sldId id="272" r:id="rId33"/>
    <p:sldId id="282" r:id="rId34"/>
    <p:sldId id="283" r:id="rId35"/>
    <p:sldId id="302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C23"/>
    <a:srgbClr val="F1AE81"/>
    <a:srgbClr val="007442"/>
    <a:srgbClr val="005832"/>
    <a:srgbClr val="C0A2F2"/>
    <a:srgbClr val="F55A2D"/>
    <a:srgbClr val="444444"/>
    <a:srgbClr val="485BAE"/>
    <a:srgbClr val="DBC9F7"/>
    <a:srgbClr val="93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516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2CAB2-C2DD-B480-D9EA-9F199A97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76B52-C377-85AB-8F01-C9B88EC57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59802-4F8A-A3A7-078A-62708B2A3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75700-7E3A-58DC-E761-1519591961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REDACTED_00497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93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3958B-63D1-F863-12D3-E3C1DFC4C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B6087-8474-D990-6CBB-D3E326023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938B2-C9C8-3949-5475-8F2206FF4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0D92D-BEFA-F5A3-C6A8-929DD008F8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REDACTED_00052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37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REDACTED_00625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3BDF3-BC1E-E36F-3E0B-1F97F93EA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32EF5-1482-9339-6824-CB8DF2FC9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2E218-73D2-C5B0-E847-887F86C8F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87CD6-CA3F-65CE-39A0-0B074BCDB7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REDACTED_00090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28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REDACTED_00053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REDACTED_00369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REDACTED_00054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D65BB-77AA-610C-D8A2-40F0CC7C1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B495E-163A-AB39-D149-E6F283B9F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BD25F-3A1C-9483-E000-9BFDD133B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01B45-55FB-E7AD-37E4-8F6A8AA2D3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831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8DB61-DE69-ACAE-78DF-D8EB63D7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14C79-8968-DC05-52E1-228A3E64C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B1BF34-9622-0E43-16CF-A1FA94C0D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82D47-1719-C4BF-D660-17E341D47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889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REDACTED_00055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REDACTED_01389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6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9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52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sv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1.png"/><Relationship Id="rId5" Type="http://schemas.openxmlformats.org/officeDocument/2006/relationships/image" Target="../media/image2.png"/><Relationship Id="rId4" Type="http://schemas.openxmlformats.org/officeDocument/2006/relationships/image" Target="../media/image6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sv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3.sv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sv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sv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64.png"/><Relationship Id="rId5" Type="http://schemas.openxmlformats.org/officeDocument/2006/relationships/image" Target="../media/image63.sv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35">
            <a:extLst>
              <a:ext uri="{FF2B5EF4-FFF2-40B4-BE49-F238E27FC236}">
                <a16:creationId xmlns:a16="http://schemas.microsoft.com/office/drawing/2014/main" id="{B1E9F934-5FE0-F091-2581-E2BB39D019FB}"/>
              </a:ext>
            </a:extLst>
          </p:cNvPr>
          <p:cNvPicPr>
            <a:picLocks/>
          </p:cNvPicPr>
          <p:nvPr/>
        </p:nvPicPr>
        <p:blipFill>
          <a:blip r:embed="rId3"/>
          <a:srcRect l="13876" t="22858" r="41165" b="46534"/>
          <a:stretch>
            <a:fillRect/>
          </a:stretch>
        </p:blipFill>
        <p:spPr>
          <a:xfrm>
            <a:off x="6840000" y="1465200"/>
            <a:ext cx="2826000" cy="1371600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</p:pic>
      <p:sp>
        <p:nvSpPr>
          <p:cNvPr id="125" name="Shape 13">
            <a:extLst>
              <a:ext uri="{FF2B5EF4-FFF2-40B4-BE49-F238E27FC236}">
                <a16:creationId xmlns:a16="http://schemas.microsoft.com/office/drawing/2014/main" id="{4EB1A547-BF85-2DCE-8BB9-A8173CC7CD63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8" name="Shape 13">
            <a:extLst>
              <a:ext uri="{FF2B5EF4-FFF2-40B4-BE49-F238E27FC236}">
                <a16:creationId xmlns:a16="http://schemas.microsoft.com/office/drawing/2014/main" id="{82856387-FEF1-7FC5-D3B8-890F79E4A013}"/>
              </a:ext>
            </a:extLst>
          </p:cNvPr>
          <p:cNvSpPr>
            <a:spLocks/>
          </p:cNvSpPr>
          <p:nvPr/>
        </p:nvSpPr>
        <p:spPr>
          <a:xfrm>
            <a:off x="9682785" y="1467303"/>
            <a:ext cx="2509215" cy="7127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0" name="Shape 229">
            <a:extLst>
              <a:ext uri="{FF2B5EF4-FFF2-40B4-BE49-F238E27FC236}">
                <a16:creationId xmlns:a16="http://schemas.microsoft.com/office/drawing/2014/main" id="{B18A94B0-FDFD-A053-A57C-91B34EBFC307}"/>
              </a:ext>
            </a:extLst>
          </p:cNvPr>
          <p:cNvSpPr>
            <a:spLocks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8" name="Shape 46"/>
          <p:cNvSpPr/>
          <p:nvPr/>
        </p:nvSpPr>
        <p:spPr>
          <a:xfrm>
            <a:off x="3673361" y="2862398"/>
            <a:ext cx="5994468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4" name="Shape 9">
            <a:extLst>
              <a:ext uri="{FF2B5EF4-FFF2-40B4-BE49-F238E27FC236}">
                <a16:creationId xmlns:a16="http://schemas.microsoft.com/office/drawing/2014/main" id="{61F5EB8E-9DF7-F21E-121D-A89E1B5A3041}"/>
              </a:ext>
            </a:extLst>
          </p:cNvPr>
          <p:cNvSpPr/>
          <p:nvPr/>
        </p:nvSpPr>
        <p:spPr>
          <a:xfrm>
            <a:off x="1829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>
            <a:spLocks/>
          </p:cNvSpPr>
          <p:nvPr/>
        </p:nvSpPr>
        <p:spPr>
          <a:xfrm>
            <a:off x="0" y="1467302"/>
            <a:ext cx="3651565" cy="28754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7" name="Shape 105"/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6" name="Shape 46">
            <a:extLst>
              <a:ext uri="{FF2B5EF4-FFF2-40B4-BE49-F238E27FC236}">
                <a16:creationId xmlns:a16="http://schemas.microsoft.com/office/drawing/2014/main" id="{16985C28-76C0-006C-85A5-087233EE42D1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2" name="Shape 46">
            <a:extLst>
              <a:ext uri="{FF2B5EF4-FFF2-40B4-BE49-F238E27FC236}">
                <a16:creationId xmlns:a16="http://schemas.microsoft.com/office/drawing/2014/main" id="{C209EACB-4E82-4799-B391-DD4D5EA24BA6}"/>
              </a:ext>
            </a:extLst>
          </p:cNvPr>
          <p:cNvSpPr/>
          <p:nvPr/>
        </p:nvSpPr>
        <p:spPr>
          <a:xfrm>
            <a:off x="1994014" y="4360083"/>
            <a:ext cx="7671600" cy="194488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9" name="Shape 46">
            <a:extLst>
              <a:ext uri="{FF2B5EF4-FFF2-40B4-BE49-F238E27FC236}">
                <a16:creationId xmlns:a16="http://schemas.microsoft.com/office/drawing/2014/main" id="{418E530F-BCBD-956C-12E5-539121DEF45D}"/>
              </a:ext>
            </a:extLst>
          </p:cNvPr>
          <p:cNvSpPr/>
          <p:nvPr/>
        </p:nvSpPr>
        <p:spPr>
          <a:xfrm>
            <a:off x="3683207" y="4382193"/>
            <a:ext cx="5965618" cy="1921595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34" name="Shape 32"/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</a:rPr>
              <a:t>REDACTED_00002</a:t>
            </a: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08017DE-815F-B9E6-EB9F-B0BE7E5A1410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231" name="PersonIcon"/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9" name="Text 107"/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10" name="Text 108"/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800" b="1">
                  <a:solidFill>
                    <a:srgbClr val="003C23"/>
                  </a:solidFill>
                </a:rPr>
                <a:t>REDACTED_00004</a:t>
              </a:r>
              <a:endParaRPr lang="en-US" sz="80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6885997-EB6C-7A7B-32E5-6114CC8DCD50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232" name="BuildingIcon"/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11" name="Text 109"/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12" name="Text 110"/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800" b="1">
                  <a:solidFill>
                    <a:srgbClr val="003C23"/>
                  </a:solidFill>
                </a:rPr>
                <a:t>REDACTED_00006</a:t>
              </a:r>
              <a:endParaRPr lang="en-US" sz="80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B17A2DD-EC91-3685-1474-50D0F14D09DE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233" name="GradCapIcon"/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13" name="Text 111"/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114" name="Text 112"/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800" b="1">
                  <a:solidFill>
                    <a:srgbClr val="003C23"/>
                  </a:solidFill>
                </a:rPr>
                <a:t>REDACTED_00008</a:t>
              </a:r>
              <a:endParaRPr lang="en-US" sz="800"/>
            </a:p>
          </p:txBody>
        </p:sp>
      </p:grpSp>
      <p:sp>
        <p:nvSpPr>
          <p:cNvPr id="207" name="TextBox 206"/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>
                <a:solidFill>
                  <a:srgbClr val="003C23"/>
                </a:solidFill>
              </a:rPr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226" name="TextBox 225"/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68E258F-7E6B-3067-E1CA-22ECE1CB86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50800" dist="381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0AF27ABE-6046-7BFA-74C8-203BF85A8856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Inter"/>
              </a:rPr>
              <a:t>REDACTED_00018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30BFE11-6E19-3AA8-ABB7-EB6AD1C9DECA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2F718F6-FBE0-7E24-887C-700BFE2780F6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3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REDACTED_00019</a:t>
              </a:r>
            </a:p>
          </p:txBody>
        </p:sp>
        <p:sp>
          <p:nvSpPr>
            <p:cNvPr id="54" name="Text 4">
              <a:extLst>
                <a:ext uri="{FF2B5EF4-FFF2-40B4-BE49-F238E27FC236}">
                  <a16:creationId xmlns:a16="http://schemas.microsoft.com/office/drawing/2014/main" id="{AC402CFA-DD21-EF1C-8982-0C415672E3D4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3DCDC"/>
                  </a:solidFill>
                </a:rPr>
                <a:t>REDACTED_00020</a:t>
              </a:r>
              <a:endParaRPr lang="en-US" sz="700"/>
            </a:p>
          </p:txBody>
        </p:sp>
      </p:grpSp>
      <p:sp>
        <p:nvSpPr>
          <p:cNvPr id="57" name="Shape 5">
            <a:extLst>
              <a:ext uri="{FF2B5EF4-FFF2-40B4-BE49-F238E27FC236}">
                <a16:creationId xmlns:a16="http://schemas.microsoft.com/office/drawing/2014/main" id="{9D9D187A-45E9-C85D-9736-8167EAE78C07}"/>
              </a:ext>
            </a:extLst>
          </p:cNvPr>
          <p:cNvSpPr>
            <a:spLocks/>
          </p:cNvSpPr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rgbClr val="003C23"/>
          </a:solidFill>
          <a:ln w="1905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>
              <a:solidFill>
                <a:schemeClr val="bg2"/>
              </a:solidFill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89BCB1E7-62A0-6F5E-8489-7742CCE46A6A}"/>
              </a:ext>
            </a:extLst>
          </p:cNvPr>
          <p:cNvSpPr>
            <a:spLocks/>
          </p:cNvSpPr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bg2"/>
                </a:solidFill>
              </a:rPr>
              <a:t>REDACTED_00021</a:t>
            </a:r>
            <a:endParaRPr lang="en-US" sz="900">
              <a:solidFill>
                <a:schemeClr val="bg2"/>
              </a:solidFill>
            </a:endParaRPr>
          </a:p>
        </p:txBody>
      </p:sp>
      <p:sp>
        <p:nvSpPr>
          <p:cNvPr id="67" name="Shape 10">
            <a:extLst>
              <a:ext uri="{FF2B5EF4-FFF2-40B4-BE49-F238E27FC236}">
                <a16:creationId xmlns:a16="http://schemas.microsoft.com/office/drawing/2014/main" id="{853E7FC6-DB9A-F856-1546-76F2D7284793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1" name="Text 11">
            <a:extLst>
              <a:ext uri="{FF2B5EF4-FFF2-40B4-BE49-F238E27FC236}">
                <a16:creationId xmlns:a16="http://schemas.microsoft.com/office/drawing/2014/main" id="{16CC7D7E-A2DE-A054-2EA3-423258C8A7B2}"/>
              </a:ext>
            </a:extLst>
          </p:cNvPr>
          <p:cNvSpPr/>
          <p:nvPr/>
        </p:nvSpPr>
        <p:spPr>
          <a:xfrm>
            <a:off x="180000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23" name="Text 12">
            <a:extLst>
              <a:ext uri="{FF2B5EF4-FFF2-40B4-BE49-F238E27FC236}">
                <a16:creationId xmlns:a16="http://schemas.microsoft.com/office/drawing/2014/main" id="{8AB35CC6-EB26-1443-600A-B1E0C18EDBD1}"/>
              </a:ext>
            </a:extLst>
          </p:cNvPr>
          <p:cNvSpPr/>
          <p:nvPr/>
        </p:nvSpPr>
        <p:spPr>
          <a:xfrm>
            <a:off x="180000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REDACTED_00023</a:t>
            </a:r>
            <a:r>
              <a:rPr lang="en-US" sz="800" err="1">
                <a:solidFill>
                  <a:srgbClr val="1A1A1A"/>
                </a:solidFill>
              </a:rPr>
              <a:t>REDACTED_00024</a:t>
            </a:r>
            <a:r>
              <a:rPr lang="en-US" sz="800">
                <a:solidFill>
                  <a:srgbClr val="1A1A1A"/>
                </a:solidFill>
              </a:rPr>
              <a:t>REDACTED_00025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REDACTED_00026</a:t>
            </a:r>
            <a:r>
              <a:rPr lang="en-US" sz="800" b="1">
                <a:solidFill>
                  <a:srgbClr val="1A1A1A"/>
                </a:solidFill>
              </a:rPr>
              <a:t>REDACTED_00027</a:t>
            </a:r>
            <a:endParaRPr lang="en-US" sz="800" b="1"/>
          </a:p>
        </p:txBody>
      </p:sp>
      <p:sp>
        <p:nvSpPr>
          <p:cNvPr id="139" name="Shape 16">
            <a:extLst>
              <a:ext uri="{FF2B5EF4-FFF2-40B4-BE49-F238E27FC236}">
                <a16:creationId xmlns:a16="http://schemas.microsoft.com/office/drawing/2014/main" id="{98D48066-E34A-43B7-6902-DD289B6E05A9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REDACTED_00028</a:t>
            </a:r>
          </a:p>
        </p:txBody>
      </p:sp>
      <p:sp>
        <p:nvSpPr>
          <p:cNvPr id="141" name="Shape 16">
            <a:extLst>
              <a:ext uri="{FF2B5EF4-FFF2-40B4-BE49-F238E27FC236}">
                <a16:creationId xmlns:a16="http://schemas.microsoft.com/office/drawing/2014/main" id="{A5575260-E080-63A2-BBCC-EB0D9C9D6018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REDACTED_00028</a:t>
            </a:r>
          </a:p>
        </p:txBody>
      </p:sp>
      <p:sp>
        <p:nvSpPr>
          <p:cNvPr id="143" name="Shape 16">
            <a:extLst>
              <a:ext uri="{FF2B5EF4-FFF2-40B4-BE49-F238E27FC236}">
                <a16:creationId xmlns:a16="http://schemas.microsoft.com/office/drawing/2014/main" id="{D58264C1-BB54-7F61-8100-AB1064A39B32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REDACTED_00029</a:t>
            </a:r>
          </a:p>
        </p:txBody>
      </p:sp>
      <p:sp>
        <p:nvSpPr>
          <p:cNvPr id="145" name="Shape 16">
            <a:extLst>
              <a:ext uri="{FF2B5EF4-FFF2-40B4-BE49-F238E27FC236}">
                <a16:creationId xmlns:a16="http://schemas.microsoft.com/office/drawing/2014/main" id="{A44F0869-351E-75F9-EA90-ABF40C9D52CD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bg2"/>
                </a:solidFill>
              </a:rPr>
              <a:t>REDACTED_00030</a:t>
            </a:r>
          </a:p>
        </p:txBody>
      </p:sp>
      <p:grpSp>
        <p:nvGrpSpPr>
          <p:cNvPr id="212" name="Group 211"/>
          <p:cNvGrpSpPr>
            <a:grpSpLocks noChangeAspect="1"/>
          </p:cNvGrpSpPr>
          <p:nvPr/>
        </p:nvGrpSpPr>
        <p:grpSpPr>
          <a:xfrm>
            <a:off x="9770789" y="1533032"/>
            <a:ext cx="2333207" cy="636200"/>
            <a:chOff x="10112273" y="2903984"/>
            <a:chExt cx="1920240" cy="580795"/>
          </a:xfrm>
        </p:grpSpPr>
        <p:sp>
          <p:nvSpPr>
            <p:cNvPr id="216" name="Shape 214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13" name="Text 211a"/>
            <p:cNvSpPr/>
            <p:nvPr/>
          </p:nvSpPr>
          <p:spPr>
            <a:xfrm>
              <a:off x="10118083" y="2903984"/>
              <a:ext cx="54864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/>
              <a:r>
                <a:rPr lang="en-US" sz="900" b="0">
                  <a:solidFill>
                    <a:srgbClr val="666666"/>
                  </a:solidFill>
                  <a:latin typeface="Calibri"/>
                </a:rPr>
                <a:t>REDACTED_00031</a:t>
              </a:r>
            </a:p>
          </p:txBody>
        </p:sp>
        <p:sp>
          <p:nvSpPr>
            <p:cNvPr id="214" name="Text 212a"/>
            <p:cNvSpPr/>
            <p:nvPr/>
          </p:nvSpPr>
          <p:spPr>
            <a:xfrm>
              <a:off x="10870435" y="2904503"/>
              <a:ext cx="1152144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REDACTED_00032</a:t>
              </a:r>
            </a:p>
          </p:txBody>
        </p:sp>
        <p:sp>
          <p:nvSpPr>
            <p:cNvPr id="215" name="Text 213a"/>
            <p:cNvSpPr/>
            <p:nvPr/>
          </p:nvSpPr>
          <p:spPr>
            <a:xfrm>
              <a:off x="10118083" y="3040432"/>
              <a:ext cx="54864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/>
              <a:r>
                <a:rPr lang="en-US" sz="900" b="0">
                  <a:solidFill>
                    <a:srgbClr val="666666"/>
                  </a:solidFill>
                  <a:latin typeface="Calibri"/>
                </a:rPr>
                <a:t>REDACTED_00033</a:t>
              </a:r>
            </a:p>
          </p:txBody>
        </p:sp>
        <p:sp>
          <p:nvSpPr>
            <p:cNvPr id="218" name="Text 216a"/>
            <p:cNvSpPr/>
            <p:nvPr/>
          </p:nvSpPr>
          <p:spPr>
            <a:xfrm>
              <a:off x="10870434" y="3039248"/>
              <a:ext cx="1152144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REDACTED_00034</a:t>
              </a:r>
            </a:p>
          </p:txBody>
        </p:sp>
        <p:sp>
          <p:nvSpPr>
            <p:cNvPr id="217" name="Shape 215"/>
            <p:cNvSpPr/>
            <p:nvPr/>
          </p:nvSpPr>
          <p:spPr>
            <a:xfrm>
              <a:off x="10198302" y="3237891"/>
              <a:ext cx="1330305" cy="64008"/>
            </a:xfrm>
            <a:prstGeom prst="rect">
              <a:avLst/>
            </a:prstGeom>
            <a:solidFill>
              <a:srgbClr val="003C23"/>
            </a:solidFill>
            <a:ln w="12700">
              <a:solidFill>
                <a:srgbClr val="003C23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19" name="Shape 217a"/>
            <p:cNvSpPr/>
            <p:nvPr/>
          </p:nvSpPr>
          <p:spPr>
            <a:xfrm>
              <a:off x="11542646" y="3237891"/>
              <a:ext cx="151104" cy="64008"/>
            </a:xfrm>
            <a:prstGeom prst="rect">
              <a:avLst/>
            </a:prstGeom>
            <a:solidFill>
              <a:srgbClr val="E0E0E0"/>
            </a:solidFill>
            <a:ln w="12700">
              <a:solidFill>
                <a:srgbClr val="E0E0E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20" name="Text 218a"/>
            <p:cNvSpPr/>
            <p:nvPr/>
          </p:nvSpPr>
          <p:spPr>
            <a:xfrm>
              <a:off x="10118083" y="3372705"/>
              <a:ext cx="1056132" cy="82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/>
              <a:r>
                <a:rPr lang="en-US" sz="700" b="0">
                  <a:solidFill>
                    <a:srgbClr val="888888"/>
                  </a:solidFill>
                  <a:latin typeface="Calibri"/>
                </a:rPr>
                <a:t>REDACTED_00035</a:t>
              </a:r>
            </a:p>
          </p:txBody>
        </p:sp>
        <p:sp>
          <p:nvSpPr>
            <p:cNvPr id="221" name="Text 219a"/>
            <p:cNvSpPr/>
            <p:nvPr/>
          </p:nvSpPr>
          <p:spPr>
            <a:xfrm>
              <a:off x="11700022" y="3301899"/>
              <a:ext cx="320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003C23"/>
                  </a:solidFill>
                  <a:latin typeface="Calibri"/>
                </a:rPr>
                <a:t>REDACTED_00036</a:t>
              </a:r>
            </a:p>
          </p:txBody>
        </p:sp>
      </p:grpSp>
      <p:sp>
        <p:nvSpPr>
          <p:cNvPr id="152" name="Shape 229">
            <a:extLst>
              <a:ext uri="{FF2B5EF4-FFF2-40B4-BE49-F238E27FC236}">
                <a16:creationId xmlns:a16="http://schemas.microsoft.com/office/drawing/2014/main" id="{0341959E-E42C-68E7-C105-C192888FA550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REDACTED_00037</a:t>
            </a:r>
          </a:p>
        </p:txBody>
      </p:sp>
      <p:sp>
        <p:nvSpPr>
          <p:cNvPr id="154" name="Text 6">
            <a:extLst>
              <a:ext uri="{FF2B5EF4-FFF2-40B4-BE49-F238E27FC236}">
                <a16:creationId xmlns:a16="http://schemas.microsoft.com/office/drawing/2014/main" id="{B24F3C4D-8043-D5A2-BFA8-B2DF7ADB0D39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003C23"/>
                </a:solidFill>
              </a:rPr>
              <a:t>REDACTED_00038</a:t>
            </a: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623899C-7B28-E986-CD01-26D0BDD3D0A9}"/>
              </a:ext>
            </a:extLst>
          </p:cNvPr>
          <p:cNvGrpSpPr/>
          <p:nvPr/>
        </p:nvGrpSpPr>
        <p:grpSpPr>
          <a:xfrm>
            <a:off x="7838104" y="7650658"/>
            <a:ext cx="2563100" cy="3143888"/>
            <a:chOff x="12558680" y="2634717"/>
            <a:chExt cx="2563100" cy="3143888"/>
          </a:xfrm>
        </p:grpSpPr>
        <p:sp>
          <p:nvSpPr>
            <p:cNvPr id="80" name="Text 11">
              <a:extLst>
                <a:ext uri="{FF2B5EF4-FFF2-40B4-BE49-F238E27FC236}">
                  <a16:creationId xmlns:a16="http://schemas.microsoft.com/office/drawing/2014/main" id="{4B312209-A60B-A82C-769A-3906A896DB97}"/>
                </a:ext>
              </a:extLst>
            </p:cNvPr>
            <p:cNvSpPr/>
            <p:nvPr/>
          </p:nvSpPr>
          <p:spPr>
            <a:xfrm>
              <a:off x="13311417" y="2641290"/>
              <a:ext cx="181036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REDACTED_00039</a:t>
              </a:r>
              <a:endParaRPr lang="en-US" sz="650"/>
            </a:p>
          </p:txBody>
        </p:sp>
        <p:sp>
          <p:nvSpPr>
            <p:cNvPr id="81" name="Text 12">
              <a:extLst>
                <a:ext uri="{FF2B5EF4-FFF2-40B4-BE49-F238E27FC236}">
                  <a16:creationId xmlns:a16="http://schemas.microsoft.com/office/drawing/2014/main" id="{339AB160-8508-66FB-2479-0419508E05CA}"/>
                </a:ext>
              </a:extLst>
            </p:cNvPr>
            <p:cNvSpPr/>
            <p:nvPr/>
          </p:nvSpPr>
          <p:spPr>
            <a:xfrm>
              <a:off x="13311417" y="2799035"/>
              <a:ext cx="181036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F6E56"/>
                  </a:solidFill>
                </a:rPr>
                <a:t>REDACTED_00040</a:t>
              </a:r>
              <a:endParaRPr lang="en-US" sz="550"/>
            </a:p>
          </p:txBody>
        </p:sp>
        <p:sp>
          <p:nvSpPr>
            <p:cNvPr id="84" name="Text 15">
              <a:extLst>
                <a:ext uri="{FF2B5EF4-FFF2-40B4-BE49-F238E27FC236}">
                  <a16:creationId xmlns:a16="http://schemas.microsoft.com/office/drawing/2014/main" id="{555D8AC7-9CF1-CB06-F91A-DF26C7C3E179}"/>
                </a:ext>
              </a:extLst>
            </p:cNvPr>
            <p:cNvSpPr/>
            <p:nvPr/>
          </p:nvSpPr>
          <p:spPr>
            <a:xfrm>
              <a:off x="13311417" y="3107405"/>
              <a:ext cx="181036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REDACTED_00041</a:t>
              </a:r>
              <a:endParaRPr lang="en-US" sz="650"/>
            </a:p>
          </p:txBody>
        </p:sp>
        <p:sp>
          <p:nvSpPr>
            <p:cNvPr id="85" name="Text 16">
              <a:extLst>
                <a:ext uri="{FF2B5EF4-FFF2-40B4-BE49-F238E27FC236}">
                  <a16:creationId xmlns:a16="http://schemas.microsoft.com/office/drawing/2014/main" id="{03FA7861-9E83-55A9-FCFA-E61BEE019704}"/>
                </a:ext>
              </a:extLst>
            </p:cNvPr>
            <p:cNvSpPr/>
            <p:nvPr/>
          </p:nvSpPr>
          <p:spPr>
            <a:xfrm>
              <a:off x="13311417" y="3265150"/>
              <a:ext cx="181036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F6E56"/>
                  </a:solidFill>
                </a:rPr>
                <a:t>REDACTED_00042</a:t>
              </a:r>
              <a:endParaRPr lang="en-US" sz="550"/>
            </a:p>
          </p:txBody>
        </p:sp>
        <p:sp>
          <p:nvSpPr>
            <p:cNvPr id="89" name="Text 20">
              <a:extLst>
                <a:ext uri="{FF2B5EF4-FFF2-40B4-BE49-F238E27FC236}">
                  <a16:creationId xmlns:a16="http://schemas.microsoft.com/office/drawing/2014/main" id="{7BC24DAC-D5B2-7ECB-53FD-CB126C6B0ED8}"/>
                </a:ext>
              </a:extLst>
            </p:cNvPr>
            <p:cNvSpPr/>
            <p:nvPr/>
          </p:nvSpPr>
          <p:spPr>
            <a:xfrm>
              <a:off x="13311417" y="3573520"/>
              <a:ext cx="181036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 b="1">
                  <a:solidFill>
                    <a:srgbClr val="04342C"/>
                  </a:solidFill>
                </a:rPr>
                <a:t>REDACTED_00043</a:t>
              </a:r>
              <a:endParaRPr lang="en-US" sz="650"/>
            </a:p>
          </p:txBody>
        </p:sp>
        <p:sp>
          <p:nvSpPr>
            <p:cNvPr id="90" name="Text 21">
              <a:extLst>
                <a:ext uri="{FF2B5EF4-FFF2-40B4-BE49-F238E27FC236}">
                  <a16:creationId xmlns:a16="http://schemas.microsoft.com/office/drawing/2014/main" id="{AE6FB3D0-76D1-4EE4-E17A-AE3A888EF36C}"/>
                </a:ext>
              </a:extLst>
            </p:cNvPr>
            <p:cNvSpPr/>
            <p:nvPr/>
          </p:nvSpPr>
          <p:spPr>
            <a:xfrm>
              <a:off x="13311417" y="3731265"/>
              <a:ext cx="181036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85041"/>
                  </a:solidFill>
                </a:rPr>
                <a:t>REDACTED_00044</a:t>
              </a:r>
              <a:endParaRPr lang="en-US" sz="550"/>
            </a:p>
          </p:txBody>
        </p:sp>
        <p:sp>
          <p:nvSpPr>
            <p:cNvPr id="95" name="Text 24">
              <a:extLst>
                <a:ext uri="{FF2B5EF4-FFF2-40B4-BE49-F238E27FC236}">
                  <a16:creationId xmlns:a16="http://schemas.microsoft.com/office/drawing/2014/main" id="{40D4E731-B569-CB71-66F1-13F6CC4EC444}"/>
                </a:ext>
              </a:extLst>
            </p:cNvPr>
            <p:cNvSpPr/>
            <p:nvPr/>
          </p:nvSpPr>
          <p:spPr>
            <a:xfrm>
              <a:off x="13311417" y="4039635"/>
              <a:ext cx="181036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REDACTED_00045</a:t>
              </a:r>
              <a:endParaRPr lang="en-US" sz="650"/>
            </a:p>
          </p:txBody>
        </p:sp>
        <p:sp>
          <p:nvSpPr>
            <p:cNvPr id="96" name="Text 25">
              <a:extLst>
                <a:ext uri="{FF2B5EF4-FFF2-40B4-BE49-F238E27FC236}">
                  <a16:creationId xmlns:a16="http://schemas.microsoft.com/office/drawing/2014/main" id="{C6111117-67B1-A162-833D-7475BEAF574B}"/>
                </a:ext>
              </a:extLst>
            </p:cNvPr>
            <p:cNvSpPr/>
            <p:nvPr/>
          </p:nvSpPr>
          <p:spPr>
            <a:xfrm>
              <a:off x="13311417" y="4197380"/>
              <a:ext cx="181036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REDACTED_00046</a:t>
              </a:r>
              <a:endParaRPr lang="en-US" sz="550"/>
            </a:p>
          </p:txBody>
        </p:sp>
        <p:sp>
          <p:nvSpPr>
            <p:cNvPr id="99" name="Text 28">
              <a:extLst>
                <a:ext uri="{FF2B5EF4-FFF2-40B4-BE49-F238E27FC236}">
                  <a16:creationId xmlns:a16="http://schemas.microsoft.com/office/drawing/2014/main" id="{C6297F28-23BA-8F34-A975-B36094383AD9}"/>
                </a:ext>
              </a:extLst>
            </p:cNvPr>
            <p:cNvSpPr/>
            <p:nvPr/>
          </p:nvSpPr>
          <p:spPr>
            <a:xfrm>
              <a:off x="13311417" y="4505750"/>
              <a:ext cx="181036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REDACTED_00047</a:t>
              </a:r>
              <a:endParaRPr lang="en-US" sz="650"/>
            </a:p>
          </p:txBody>
        </p:sp>
        <p:sp>
          <p:nvSpPr>
            <p:cNvPr id="100" name="Text 29">
              <a:extLst>
                <a:ext uri="{FF2B5EF4-FFF2-40B4-BE49-F238E27FC236}">
                  <a16:creationId xmlns:a16="http://schemas.microsoft.com/office/drawing/2014/main" id="{13680A67-4B07-5833-421A-0F0484FF5CB9}"/>
                </a:ext>
              </a:extLst>
            </p:cNvPr>
            <p:cNvSpPr/>
            <p:nvPr/>
          </p:nvSpPr>
          <p:spPr>
            <a:xfrm>
              <a:off x="13311417" y="4663495"/>
              <a:ext cx="181036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REDACTED_00048</a:t>
              </a:r>
              <a:endParaRPr lang="en-US" sz="550"/>
            </a:p>
          </p:txBody>
        </p:sp>
        <p:sp>
          <p:nvSpPr>
            <p:cNvPr id="103" name="Text 32">
              <a:extLst>
                <a:ext uri="{FF2B5EF4-FFF2-40B4-BE49-F238E27FC236}">
                  <a16:creationId xmlns:a16="http://schemas.microsoft.com/office/drawing/2014/main" id="{B0B18DCD-1603-29C0-9D8C-9B25A3BBEDDD}"/>
                </a:ext>
              </a:extLst>
            </p:cNvPr>
            <p:cNvSpPr/>
            <p:nvPr/>
          </p:nvSpPr>
          <p:spPr>
            <a:xfrm>
              <a:off x="13311417" y="4971865"/>
              <a:ext cx="181036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REDACTED_00049</a:t>
              </a:r>
              <a:endParaRPr lang="en-US" sz="650"/>
            </a:p>
          </p:txBody>
        </p:sp>
        <p:sp>
          <p:nvSpPr>
            <p:cNvPr id="104" name="Text 33">
              <a:extLst>
                <a:ext uri="{FF2B5EF4-FFF2-40B4-BE49-F238E27FC236}">
                  <a16:creationId xmlns:a16="http://schemas.microsoft.com/office/drawing/2014/main" id="{C9399271-EE17-0F6D-1F3C-D378AD155DBC}"/>
                </a:ext>
              </a:extLst>
            </p:cNvPr>
            <p:cNvSpPr/>
            <p:nvPr/>
          </p:nvSpPr>
          <p:spPr>
            <a:xfrm>
              <a:off x="13311417" y="5129610"/>
              <a:ext cx="181036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REDACTED_00050</a:t>
              </a:r>
              <a:endParaRPr lang="en-US" sz="550"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9CFD2474-F696-1715-E845-EF91E5C197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799049" y="2634717"/>
              <a:ext cx="368072" cy="3112180"/>
              <a:chOff x="9842978" y="2588061"/>
              <a:chExt cx="368072" cy="311218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6" name="Shape 7">
                <a:extLst>
                  <a:ext uri="{FF2B5EF4-FFF2-40B4-BE49-F238E27FC236}">
                    <a16:creationId xmlns:a16="http://schemas.microsoft.com/office/drawing/2014/main" id="{AB10ED72-BBA5-E9F7-5F80-EFED5D3F811C}"/>
                  </a:ext>
                </a:extLst>
              </p:cNvPr>
              <p:cNvSpPr/>
              <p:nvPr/>
            </p:nvSpPr>
            <p:spPr>
              <a:xfrm>
                <a:off x="9997437" y="2745806"/>
                <a:ext cx="59154" cy="2796690"/>
              </a:xfrm>
              <a:prstGeom prst="roundRect">
                <a:avLst>
                  <a:gd name="adj" fmla="val 44444"/>
                </a:avLst>
              </a:prstGeom>
              <a:solidFill>
                <a:srgbClr val="B4D4C4"/>
              </a:solidFill>
              <a:ln w="12700">
                <a:solidFill>
                  <a:srgbClr val="B4D4C4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7" name="Shape 8">
                <a:extLst>
                  <a:ext uri="{FF2B5EF4-FFF2-40B4-BE49-F238E27FC236}">
                    <a16:creationId xmlns:a16="http://schemas.microsoft.com/office/drawing/2014/main" id="{02B4ECAE-7840-807F-B759-C8B149636C76}"/>
                  </a:ext>
                </a:extLst>
              </p:cNvPr>
              <p:cNvSpPr/>
              <p:nvPr/>
            </p:nvSpPr>
            <p:spPr>
              <a:xfrm>
                <a:off x="9997437" y="2745806"/>
                <a:ext cx="59154" cy="1398345"/>
              </a:xfrm>
              <a:prstGeom prst="roundRect">
                <a:avLst>
                  <a:gd name="adj" fmla="val 44444"/>
                </a:avLst>
              </a:prstGeom>
              <a:solidFill>
                <a:srgbClr val="1D9E75"/>
              </a:solidFill>
              <a:ln w="12700">
                <a:solidFill>
                  <a:srgbClr val="1D9E75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8" name="Shape 9">
                <a:extLst>
                  <a:ext uri="{FF2B5EF4-FFF2-40B4-BE49-F238E27FC236}">
                    <a16:creationId xmlns:a16="http://schemas.microsoft.com/office/drawing/2014/main" id="{83143117-8A7B-5BAB-0347-A92F046EA998}"/>
                  </a:ext>
                </a:extLst>
              </p:cNvPr>
              <p:cNvSpPr/>
              <p:nvPr/>
            </p:nvSpPr>
            <p:spPr>
              <a:xfrm>
                <a:off x="9869269" y="2588061"/>
                <a:ext cx="315490" cy="315490"/>
              </a:xfrm>
              <a:prstGeom prst="ellipse">
                <a:avLst/>
              </a:prstGeom>
              <a:solidFill>
                <a:srgbClr val="1D9E75"/>
              </a:solidFill>
              <a:ln w="9525">
                <a:solidFill>
                  <a:srgbClr val="085041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9" name="Text 10">
                <a:extLst>
                  <a:ext uri="{FF2B5EF4-FFF2-40B4-BE49-F238E27FC236}">
                    <a16:creationId xmlns:a16="http://schemas.microsoft.com/office/drawing/2014/main" id="{A6D57895-E7A7-B8C1-34E4-74CE533ADE53}"/>
                  </a:ext>
                </a:extLst>
              </p:cNvPr>
              <p:cNvSpPr/>
              <p:nvPr/>
            </p:nvSpPr>
            <p:spPr>
              <a:xfrm>
                <a:off x="9869269" y="2588061"/>
                <a:ext cx="315490" cy="3154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FFFFFF"/>
                    </a:solidFill>
                  </a:rPr>
                  <a:t>REDACTED_00051</a:t>
                </a:r>
                <a:endParaRPr lang="en-US" sz="650"/>
              </a:p>
            </p:txBody>
          </p:sp>
          <p:sp>
            <p:nvSpPr>
              <p:cNvPr id="82" name="Shape 13">
                <a:extLst>
                  <a:ext uri="{FF2B5EF4-FFF2-40B4-BE49-F238E27FC236}">
                    <a16:creationId xmlns:a16="http://schemas.microsoft.com/office/drawing/2014/main" id="{7E3F6F0E-E4DB-632B-000F-1D560ECA5BED}"/>
                  </a:ext>
                </a:extLst>
              </p:cNvPr>
              <p:cNvSpPr/>
              <p:nvPr/>
            </p:nvSpPr>
            <p:spPr>
              <a:xfrm>
                <a:off x="9869269" y="3054176"/>
                <a:ext cx="315490" cy="315490"/>
              </a:xfrm>
              <a:prstGeom prst="ellipse">
                <a:avLst/>
              </a:prstGeom>
              <a:solidFill>
                <a:srgbClr val="1D9E75"/>
              </a:solidFill>
              <a:ln w="9525">
                <a:solidFill>
                  <a:srgbClr val="085041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3" name="Text 14">
                <a:extLst>
                  <a:ext uri="{FF2B5EF4-FFF2-40B4-BE49-F238E27FC236}">
                    <a16:creationId xmlns:a16="http://schemas.microsoft.com/office/drawing/2014/main" id="{03BE3423-8560-C9E7-653A-BDF1D436080A}"/>
                  </a:ext>
                </a:extLst>
              </p:cNvPr>
              <p:cNvSpPr/>
              <p:nvPr/>
            </p:nvSpPr>
            <p:spPr>
              <a:xfrm>
                <a:off x="9869269" y="3054176"/>
                <a:ext cx="315490" cy="3154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FFFFFF"/>
                    </a:solidFill>
                  </a:rPr>
                  <a:t>REDACTED_00052</a:t>
                </a:r>
                <a:endParaRPr lang="en-US" sz="650"/>
              </a:p>
            </p:txBody>
          </p:sp>
          <p:sp>
            <p:nvSpPr>
              <p:cNvPr id="86" name="Shape 17">
                <a:extLst>
                  <a:ext uri="{FF2B5EF4-FFF2-40B4-BE49-F238E27FC236}">
                    <a16:creationId xmlns:a16="http://schemas.microsoft.com/office/drawing/2014/main" id="{37BDA8EF-11D4-915F-6583-4CAD5ECDE6DE}"/>
                  </a:ext>
                </a:extLst>
              </p:cNvPr>
              <p:cNvSpPr/>
              <p:nvPr/>
            </p:nvSpPr>
            <p:spPr>
              <a:xfrm>
                <a:off x="9842978" y="3494000"/>
                <a:ext cx="368072" cy="368072"/>
              </a:xfrm>
              <a:prstGeom prst="ellipse">
                <a:avLst/>
              </a:prstGeom>
              <a:solidFill>
                <a:srgbClr val="0F6E56"/>
              </a:solidFill>
              <a:ln w="19050">
                <a:solidFill>
                  <a:srgbClr val="085041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7" name="Text 18">
                <a:extLst>
                  <a:ext uri="{FF2B5EF4-FFF2-40B4-BE49-F238E27FC236}">
                    <a16:creationId xmlns:a16="http://schemas.microsoft.com/office/drawing/2014/main" id="{1F86E348-DB9E-FF0E-41E2-16CF5634ED61}"/>
                  </a:ext>
                </a:extLst>
              </p:cNvPr>
              <p:cNvSpPr/>
              <p:nvPr/>
            </p:nvSpPr>
            <p:spPr>
              <a:xfrm>
                <a:off x="9842978" y="3494000"/>
                <a:ext cx="368072" cy="3680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50" b="1">
                    <a:solidFill>
                      <a:srgbClr val="FFFFFF"/>
                    </a:solidFill>
                  </a:rPr>
                  <a:t>REDACTED_00053</a:t>
                </a:r>
                <a:endParaRPr lang="en-US" sz="750"/>
              </a:p>
            </p:txBody>
          </p:sp>
          <p:sp>
            <p:nvSpPr>
              <p:cNvPr id="93" name="Shape 22">
                <a:extLst>
                  <a:ext uri="{FF2B5EF4-FFF2-40B4-BE49-F238E27FC236}">
                    <a16:creationId xmlns:a16="http://schemas.microsoft.com/office/drawing/2014/main" id="{686FD579-6090-30D7-E483-7CDC0F587163}"/>
                  </a:ext>
                </a:extLst>
              </p:cNvPr>
              <p:cNvSpPr/>
              <p:nvPr/>
            </p:nvSpPr>
            <p:spPr>
              <a:xfrm>
                <a:off x="9869269" y="3986406"/>
                <a:ext cx="315490" cy="315490"/>
              </a:xfrm>
              <a:prstGeom prst="ellipse">
                <a:avLst/>
              </a:prstGeom>
              <a:solidFill>
                <a:srgbClr val="D6ECE2"/>
              </a:solidFill>
              <a:ln w="9525">
                <a:solidFill>
                  <a:srgbClr val="9FC9B3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4" name="Text 23">
                <a:extLst>
                  <a:ext uri="{FF2B5EF4-FFF2-40B4-BE49-F238E27FC236}">
                    <a16:creationId xmlns:a16="http://schemas.microsoft.com/office/drawing/2014/main" id="{5BAE4374-79FC-099A-26D3-4A044FA26C19}"/>
                  </a:ext>
                </a:extLst>
              </p:cNvPr>
              <p:cNvSpPr/>
              <p:nvPr/>
            </p:nvSpPr>
            <p:spPr>
              <a:xfrm>
                <a:off x="9869269" y="3986406"/>
                <a:ext cx="315490" cy="3154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5F5E5A"/>
                    </a:solidFill>
                  </a:rPr>
                  <a:t>REDACTED_00054</a:t>
                </a:r>
                <a:endParaRPr lang="en-US" sz="650"/>
              </a:p>
            </p:txBody>
          </p:sp>
          <p:sp>
            <p:nvSpPr>
              <p:cNvPr id="97" name="Shape 26">
                <a:extLst>
                  <a:ext uri="{FF2B5EF4-FFF2-40B4-BE49-F238E27FC236}">
                    <a16:creationId xmlns:a16="http://schemas.microsoft.com/office/drawing/2014/main" id="{179A6546-43F1-FC94-DCF7-25342D1BB521}"/>
                  </a:ext>
                </a:extLst>
              </p:cNvPr>
              <p:cNvSpPr/>
              <p:nvPr/>
            </p:nvSpPr>
            <p:spPr>
              <a:xfrm>
                <a:off x="9869269" y="4452521"/>
                <a:ext cx="315490" cy="315490"/>
              </a:xfrm>
              <a:prstGeom prst="ellipse">
                <a:avLst/>
              </a:prstGeom>
              <a:solidFill>
                <a:srgbClr val="D6ECE2"/>
              </a:solidFill>
              <a:ln w="9525">
                <a:solidFill>
                  <a:srgbClr val="9FC9B3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8" name="Text 27">
                <a:extLst>
                  <a:ext uri="{FF2B5EF4-FFF2-40B4-BE49-F238E27FC236}">
                    <a16:creationId xmlns:a16="http://schemas.microsoft.com/office/drawing/2014/main" id="{9F9946C9-447B-6ED4-2309-E1FCEA764416}"/>
                  </a:ext>
                </a:extLst>
              </p:cNvPr>
              <p:cNvSpPr/>
              <p:nvPr/>
            </p:nvSpPr>
            <p:spPr>
              <a:xfrm>
                <a:off x="9869269" y="4452521"/>
                <a:ext cx="315490" cy="3154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5F5E5A"/>
                    </a:solidFill>
                  </a:rPr>
                  <a:t>REDACTED_00055</a:t>
                </a:r>
                <a:endParaRPr lang="en-US" sz="650"/>
              </a:p>
            </p:txBody>
          </p:sp>
          <p:sp>
            <p:nvSpPr>
              <p:cNvPr id="101" name="Shape 30">
                <a:extLst>
                  <a:ext uri="{FF2B5EF4-FFF2-40B4-BE49-F238E27FC236}">
                    <a16:creationId xmlns:a16="http://schemas.microsoft.com/office/drawing/2014/main" id="{5EF18234-C6FC-9831-D0D5-1AF552120DAE}"/>
                  </a:ext>
                </a:extLst>
              </p:cNvPr>
              <p:cNvSpPr/>
              <p:nvPr/>
            </p:nvSpPr>
            <p:spPr>
              <a:xfrm>
                <a:off x="9869269" y="4918636"/>
                <a:ext cx="315490" cy="315490"/>
              </a:xfrm>
              <a:prstGeom prst="ellipse">
                <a:avLst/>
              </a:prstGeom>
              <a:solidFill>
                <a:srgbClr val="D6ECE2"/>
              </a:solidFill>
              <a:ln w="9525">
                <a:solidFill>
                  <a:srgbClr val="9FC9B3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2" name="Text 31">
                <a:extLst>
                  <a:ext uri="{FF2B5EF4-FFF2-40B4-BE49-F238E27FC236}">
                    <a16:creationId xmlns:a16="http://schemas.microsoft.com/office/drawing/2014/main" id="{33F3EDE5-562C-2770-4F90-B9E2F424904A}"/>
                  </a:ext>
                </a:extLst>
              </p:cNvPr>
              <p:cNvSpPr/>
              <p:nvPr/>
            </p:nvSpPr>
            <p:spPr>
              <a:xfrm>
                <a:off x="9869269" y="4918636"/>
                <a:ext cx="315490" cy="3154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5F5E5A"/>
                    </a:solidFill>
                  </a:rPr>
                  <a:t>REDACTED_00056</a:t>
                </a:r>
                <a:endParaRPr lang="en-US" sz="650"/>
              </a:p>
            </p:txBody>
          </p:sp>
          <p:sp>
            <p:nvSpPr>
              <p:cNvPr id="105" name="Shape 34">
                <a:extLst>
                  <a:ext uri="{FF2B5EF4-FFF2-40B4-BE49-F238E27FC236}">
                    <a16:creationId xmlns:a16="http://schemas.microsoft.com/office/drawing/2014/main" id="{EDEA6516-71C2-D80F-7C4E-BA5CCD0B4028}"/>
                  </a:ext>
                </a:extLst>
              </p:cNvPr>
              <p:cNvSpPr/>
              <p:nvPr/>
            </p:nvSpPr>
            <p:spPr>
              <a:xfrm>
                <a:off x="9869269" y="5384751"/>
                <a:ext cx="315490" cy="315490"/>
              </a:xfrm>
              <a:prstGeom prst="ellipse">
                <a:avLst/>
              </a:prstGeom>
              <a:solidFill>
                <a:srgbClr val="D6ECE2"/>
              </a:solidFill>
              <a:ln w="9525">
                <a:solidFill>
                  <a:srgbClr val="9FC9B3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6" name="Text 35">
                <a:extLst>
                  <a:ext uri="{FF2B5EF4-FFF2-40B4-BE49-F238E27FC236}">
                    <a16:creationId xmlns:a16="http://schemas.microsoft.com/office/drawing/2014/main" id="{04E72F8F-3D45-E36B-1603-8F5B4222B9DF}"/>
                  </a:ext>
                </a:extLst>
              </p:cNvPr>
              <p:cNvSpPr/>
              <p:nvPr/>
            </p:nvSpPr>
            <p:spPr>
              <a:xfrm>
                <a:off x="9869269" y="5384751"/>
                <a:ext cx="315490" cy="3154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5F5E5A"/>
                    </a:solidFill>
                  </a:rPr>
                  <a:t>REDACTED_00057</a:t>
                </a:r>
                <a:endParaRPr lang="en-US" sz="650"/>
              </a:p>
            </p:txBody>
          </p:sp>
        </p:grpSp>
        <p:sp>
          <p:nvSpPr>
            <p:cNvPr id="115" name="Text 36">
              <a:extLst>
                <a:ext uri="{FF2B5EF4-FFF2-40B4-BE49-F238E27FC236}">
                  <a16:creationId xmlns:a16="http://schemas.microsoft.com/office/drawing/2014/main" id="{FBF6B005-F943-02E4-1EE6-F3CF3941B191}"/>
                </a:ext>
              </a:extLst>
            </p:cNvPr>
            <p:cNvSpPr/>
            <p:nvPr/>
          </p:nvSpPr>
          <p:spPr>
            <a:xfrm>
              <a:off x="13311417" y="5437980"/>
              <a:ext cx="181036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REDACTED_00058</a:t>
              </a:r>
              <a:endParaRPr lang="en-US" sz="650"/>
            </a:p>
          </p:txBody>
        </p:sp>
        <p:sp>
          <p:nvSpPr>
            <p:cNvPr id="116" name="Text 37">
              <a:extLst>
                <a:ext uri="{FF2B5EF4-FFF2-40B4-BE49-F238E27FC236}">
                  <a16:creationId xmlns:a16="http://schemas.microsoft.com/office/drawing/2014/main" id="{DE625351-0599-6694-C21A-01AB3BC1DC0B}"/>
                </a:ext>
              </a:extLst>
            </p:cNvPr>
            <p:cNvSpPr/>
            <p:nvPr/>
          </p:nvSpPr>
          <p:spPr>
            <a:xfrm>
              <a:off x="13311417" y="5595725"/>
              <a:ext cx="181036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REDACTED_00059</a:t>
              </a:r>
              <a:endParaRPr lang="en-US" sz="550"/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E87EC0B-2AAE-2DF9-B15F-6C12CC0730D1}"/>
                </a:ext>
              </a:extLst>
            </p:cNvPr>
            <p:cNvCxnSpPr>
              <a:cxnSpLocks/>
            </p:cNvCxnSpPr>
            <p:nvPr/>
          </p:nvCxnSpPr>
          <p:spPr>
            <a:xfrm>
              <a:off x="12596614" y="4437410"/>
              <a:ext cx="2266698" cy="0"/>
            </a:xfrm>
            <a:prstGeom prst="line">
              <a:avLst/>
            </a:prstGeom>
            <a:ln w="25400">
              <a:solidFill>
                <a:srgbClr val="6738A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4E87478-2476-5AE8-0725-96B441B52060}"/>
                </a:ext>
              </a:extLst>
            </p:cNvPr>
            <p:cNvSpPr/>
            <p:nvPr/>
          </p:nvSpPr>
          <p:spPr>
            <a:xfrm>
              <a:off x="12558680" y="4514596"/>
              <a:ext cx="2333206" cy="1259863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EF8A83C-CA39-06F7-13D5-E1B44AAAEEAA}"/>
                </a:ext>
              </a:extLst>
            </p:cNvPr>
            <p:cNvSpPr txBox="1"/>
            <p:nvPr/>
          </p:nvSpPr>
          <p:spPr>
            <a:xfrm rot="5400000">
              <a:off x="14246822" y="3588933"/>
              <a:ext cx="105494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AU" sz="1000">
                  <a:solidFill>
                    <a:srgbClr val="6738A7"/>
                  </a:solidFill>
                  <a:latin typeface="Inter"/>
                </a:rPr>
                <a:t>REDACTED_00060</a:t>
              </a:r>
            </a:p>
          </p:txBody>
        </p:sp>
      </p:grpSp>
      <p:sp>
        <p:nvSpPr>
          <p:cNvPr id="157" name="Shape 130">
            <a:extLst>
              <a:ext uri="{FF2B5EF4-FFF2-40B4-BE49-F238E27FC236}">
                <a16:creationId xmlns:a16="http://schemas.microsoft.com/office/drawing/2014/main" id="{DF489335-63C3-4ECD-9A92-8633D673EF04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C6BFCE9-50E6-005C-B7BA-89C4C3BF6F4D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61" name="Picture 160" descr="A black and blue logo  AI-generated content may be incorrect.">
            <a:extLst>
              <a:ext uri="{FF2B5EF4-FFF2-40B4-BE49-F238E27FC236}">
                <a16:creationId xmlns:a16="http://schemas.microsoft.com/office/drawing/2014/main" id="{D040CA18-7C21-89E1-D107-4E6E2A00C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D6418164-6521-4D7D-2661-3F84D2B51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651" y="6208978"/>
            <a:ext cx="1852551" cy="814115"/>
          </a:xfrm>
          <a:prstGeom prst="rect">
            <a:avLst/>
          </a:prstGeom>
          <a:noFill/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4615191B-080E-0424-2908-328121F0A5EA}"/>
              </a:ext>
            </a:extLst>
          </p:cNvPr>
          <p:cNvSpPr txBox="1"/>
          <p:nvPr/>
        </p:nvSpPr>
        <p:spPr>
          <a:xfrm>
            <a:off x="2088000" y="4636261"/>
            <a:ext cx="2138966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REDACTED_00062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REDACTED_00063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REDACTED_00064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REDACTED_00065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REDACTED_00066</a:t>
            </a:r>
          </a:p>
        </p:txBody>
      </p:sp>
      <p:sp>
        <p:nvSpPr>
          <p:cNvPr id="175" name="Text 35">
            <a:extLst>
              <a:ext uri="{FF2B5EF4-FFF2-40B4-BE49-F238E27FC236}">
                <a16:creationId xmlns:a16="http://schemas.microsoft.com/office/drawing/2014/main" id="{668319E5-B4A2-3AA8-DCE0-CF8974D3DF69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177" name="Shape 36">
            <a:extLst>
              <a:ext uri="{FF2B5EF4-FFF2-40B4-BE49-F238E27FC236}">
                <a16:creationId xmlns:a16="http://schemas.microsoft.com/office/drawing/2014/main" id="{41EBA24F-8966-BAE7-C058-B8ED937223C0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9" name="Text 35">
            <a:extLst>
              <a:ext uri="{FF2B5EF4-FFF2-40B4-BE49-F238E27FC236}">
                <a16:creationId xmlns:a16="http://schemas.microsoft.com/office/drawing/2014/main" id="{69D8D727-CCCC-30E5-0642-B2F407332B09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181" name="Shape 36">
            <a:extLst>
              <a:ext uri="{FF2B5EF4-FFF2-40B4-BE49-F238E27FC236}">
                <a16:creationId xmlns:a16="http://schemas.microsoft.com/office/drawing/2014/main" id="{E799B085-D3D0-E18F-973B-8D1F79A7BCB1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3" name="Text 35">
            <a:extLst>
              <a:ext uri="{FF2B5EF4-FFF2-40B4-BE49-F238E27FC236}">
                <a16:creationId xmlns:a16="http://schemas.microsoft.com/office/drawing/2014/main" id="{A6D477DC-C339-4D44-3A13-6D27208F3CBA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185" name="Shape 36">
            <a:extLst>
              <a:ext uri="{FF2B5EF4-FFF2-40B4-BE49-F238E27FC236}">
                <a16:creationId xmlns:a16="http://schemas.microsoft.com/office/drawing/2014/main" id="{2B2B6583-F623-0460-F9A9-16CA3227CEA2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89" name="Picture 188">
            <a:extLst>
              <a:ext uri="{FF2B5EF4-FFF2-40B4-BE49-F238E27FC236}">
                <a16:creationId xmlns:a16="http://schemas.microsoft.com/office/drawing/2014/main" id="{08CF987E-D81A-CCE4-86D6-8022F34427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9266" y="4414026"/>
            <a:ext cx="1289458" cy="187449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2" name="Text 35">
            <a:extLst>
              <a:ext uri="{FF2B5EF4-FFF2-40B4-BE49-F238E27FC236}">
                <a16:creationId xmlns:a16="http://schemas.microsoft.com/office/drawing/2014/main" id="{636470CA-4D96-C627-982C-6E98285E889D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194" name="Shape 36">
            <a:extLst>
              <a:ext uri="{FF2B5EF4-FFF2-40B4-BE49-F238E27FC236}">
                <a16:creationId xmlns:a16="http://schemas.microsoft.com/office/drawing/2014/main" id="{0230074B-EC07-916B-E7F7-CBE5BE027823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6" name="Shape 10">
            <a:extLst>
              <a:ext uri="{FF2B5EF4-FFF2-40B4-BE49-F238E27FC236}">
                <a16:creationId xmlns:a16="http://schemas.microsoft.com/office/drawing/2014/main" id="{3E1E71EE-F5B9-06BC-4826-F79C6F4333FF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0" name="Text 33">
            <a:extLst>
              <a:ext uri="{FF2B5EF4-FFF2-40B4-BE49-F238E27FC236}">
                <a16:creationId xmlns:a16="http://schemas.microsoft.com/office/drawing/2014/main" id="{372A3FD4-7991-4023-25CC-2D861B648122}"/>
              </a:ext>
            </a:extLst>
          </p:cNvPr>
          <p:cNvSpPr/>
          <p:nvPr/>
        </p:nvSpPr>
        <p:spPr>
          <a:xfrm>
            <a:off x="180001" y="27114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</a:rPr>
              <a:t>REDACTED_00071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</a:rPr>
              <a:t>REDACTED_00072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</a:rPr>
              <a:t>REDACTED_00073</a:t>
            </a:r>
            <a:endParaRPr lang="en-US" sz="800"/>
          </a:p>
        </p:txBody>
      </p:sp>
      <p:sp>
        <p:nvSpPr>
          <p:cNvPr id="206" name="Text 31">
            <a:extLst>
              <a:ext uri="{FF2B5EF4-FFF2-40B4-BE49-F238E27FC236}">
                <a16:creationId xmlns:a16="http://schemas.microsoft.com/office/drawing/2014/main" id="{85E4BD82-C6D7-3A03-E41D-44098ABAD3A0}"/>
              </a:ext>
            </a:extLst>
          </p:cNvPr>
          <p:cNvSpPr/>
          <p:nvPr/>
        </p:nvSpPr>
        <p:spPr>
          <a:xfrm>
            <a:off x="180000" y="25441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09" name="Shape 32">
            <a:extLst>
              <a:ext uri="{FF2B5EF4-FFF2-40B4-BE49-F238E27FC236}">
                <a16:creationId xmlns:a16="http://schemas.microsoft.com/office/drawing/2014/main" id="{906DE179-EDFC-C20A-6C89-E7365A9DEEFF}"/>
              </a:ext>
            </a:extLst>
          </p:cNvPr>
          <p:cNvSpPr/>
          <p:nvPr/>
        </p:nvSpPr>
        <p:spPr>
          <a:xfrm>
            <a:off x="144000" y="26630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1" name="Shape 10">
            <a:extLst>
              <a:ext uri="{FF2B5EF4-FFF2-40B4-BE49-F238E27FC236}">
                <a16:creationId xmlns:a16="http://schemas.microsoft.com/office/drawing/2014/main" id="{F1B34EE6-FDE8-EEDA-1280-342E7E664FBB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73" name="Picture 172">
            <a:extLst>
              <a:ext uri="{FF2B5EF4-FFF2-40B4-BE49-F238E27FC236}">
                <a16:creationId xmlns:a16="http://schemas.microsoft.com/office/drawing/2014/main" id="{FD26888F-2908-6ED1-CBC0-58F0A9D0CA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2098" y="4414460"/>
            <a:ext cx="1289682" cy="1873622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8" name="Graphic 247">
            <a:extLst>
              <a:ext uri="{FF2B5EF4-FFF2-40B4-BE49-F238E27FC236}">
                <a16:creationId xmlns:a16="http://schemas.microsoft.com/office/drawing/2014/main" id="{ED27F49B-4005-3EFF-156A-32491D0249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89966" y="4413471"/>
            <a:ext cx="1288580" cy="1875600"/>
          </a:xfrm>
          <a:prstGeom prst="rect">
            <a:avLst/>
          </a:prstGeom>
        </p:spPr>
      </p:pic>
      <p:sp>
        <p:nvSpPr>
          <p:cNvPr id="250" name="Shape 32">
            <a:extLst>
              <a:ext uri="{FF2B5EF4-FFF2-40B4-BE49-F238E27FC236}">
                <a16:creationId xmlns:a16="http://schemas.microsoft.com/office/drawing/2014/main" id="{4A90ECEB-92C5-5464-DD7F-39CD1FD7D671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A71B4D81-AACE-1F5A-BE6C-7B359A1FC331}"/>
              </a:ext>
            </a:extLst>
          </p:cNvPr>
          <p:cNvGrpSpPr/>
          <p:nvPr/>
        </p:nvGrpSpPr>
        <p:grpSpPr>
          <a:xfrm>
            <a:off x="3717780" y="1742945"/>
            <a:ext cx="3065147" cy="330976"/>
            <a:chOff x="3828681" y="1704593"/>
            <a:chExt cx="7721343" cy="433878"/>
          </a:xfrm>
        </p:grpSpPr>
        <p:sp>
          <p:nvSpPr>
            <p:cNvPr id="254" name="Shape 37">
              <a:extLst>
                <a:ext uri="{FF2B5EF4-FFF2-40B4-BE49-F238E27FC236}">
                  <a16:creationId xmlns:a16="http://schemas.microsoft.com/office/drawing/2014/main" id="{A2B47EC9-F1E1-1828-9061-6698D55FC798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5" name="Shape 38">
              <a:extLst>
                <a:ext uri="{FF2B5EF4-FFF2-40B4-BE49-F238E27FC236}">
                  <a16:creationId xmlns:a16="http://schemas.microsoft.com/office/drawing/2014/main" id="{67A68090-7D5B-E7B1-51ED-4E1F846585B4}"/>
                </a:ext>
              </a:extLst>
            </p:cNvPr>
            <p:cNvSpPr/>
            <p:nvPr/>
          </p:nvSpPr>
          <p:spPr>
            <a:xfrm>
              <a:off x="3828681" y="1712901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6" name="Text 39">
              <a:extLst>
                <a:ext uri="{FF2B5EF4-FFF2-40B4-BE49-F238E27FC236}">
                  <a16:creationId xmlns:a16="http://schemas.microsoft.com/office/drawing/2014/main" id="{10BB9A64-4829-C1B1-18C0-4FDE1676A0CF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800">
                  <a:solidFill>
                    <a:srgbClr val="1A3A36"/>
                  </a:solidFill>
                </a:rPr>
                <a:t>REDACTED_00075</a:t>
              </a:r>
              <a:endParaRPr lang="en-US" sz="800"/>
            </a:p>
          </p:txBody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ACF9AF34-1C24-90EF-CFDC-0843032E4688}"/>
              </a:ext>
            </a:extLst>
          </p:cNvPr>
          <p:cNvGrpSpPr/>
          <p:nvPr/>
        </p:nvGrpSpPr>
        <p:grpSpPr>
          <a:xfrm>
            <a:off x="3717780" y="2107611"/>
            <a:ext cx="3065147" cy="330976"/>
            <a:chOff x="3828681" y="1704593"/>
            <a:chExt cx="7721343" cy="433878"/>
          </a:xfrm>
        </p:grpSpPr>
        <p:sp>
          <p:nvSpPr>
            <p:cNvPr id="268" name="Shape 37">
              <a:extLst>
                <a:ext uri="{FF2B5EF4-FFF2-40B4-BE49-F238E27FC236}">
                  <a16:creationId xmlns:a16="http://schemas.microsoft.com/office/drawing/2014/main" id="{93CEE8AC-4F65-ABF5-3A2F-64CDA0F8525D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9" name="Shape 38">
              <a:extLst>
                <a:ext uri="{FF2B5EF4-FFF2-40B4-BE49-F238E27FC236}">
                  <a16:creationId xmlns:a16="http://schemas.microsoft.com/office/drawing/2014/main" id="{AF060ADD-6F12-CF8C-7921-B9E1C0049BB7}"/>
                </a:ext>
              </a:extLst>
            </p:cNvPr>
            <p:cNvSpPr/>
            <p:nvPr/>
          </p:nvSpPr>
          <p:spPr>
            <a:xfrm>
              <a:off x="3828681" y="1712901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0" name="Text 39">
              <a:extLst>
                <a:ext uri="{FF2B5EF4-FFF2-40B4-BE49-F238E27FC236}">
                  <a16:creationId xmlns:a16="http://schemas.microsoft.com/office/drawing/2014/main" id="{535C1E30-41D4-FCEB-F458-14B4DCE9E5D7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REDACTED_00076</a:t>
              </a:r>
              <a:endParaRPr lang="en-US" sz="800"/>
            </a:p>
          </p:txBody>
        </p: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5B2E14F8-753E-45F4-DC6B-DFBCC507BDDA}"/>
              </a:ext>
            </a:extLst>
          </p:cNvPr>
          <p:cNvGrpSpPr/>
          <p:nvPr/>
        </p:nvGrpSpPr>
        <p:grpSpPr>
          <a:xfrm>
            <a:off x="3717780" y="2472282"/>
            <a:ext cx="3065147" cy="336563"/>
            <a:chOff x="3828681" y="1696973"/>
            <a:chExt cx="7721343" cy="449116"/>
          </a:xfrm>
        </p:grpSpPr>
        <p:sp>
          <p:nvSpPr>
            <p:cNvPr id="272" name="Shape 37">
              <a:extLst>
                <a:ext uri="{FF2B5EF4-FFF2-40B4-BE49-F238E27FC236}">
                  <a16:creationId xmlns:a16="http://schemas.microsoft.com/office/drawing/2014/main" id="{988CA222-E899-5CCF-8362-0F4E270A8E4A}"/>
                </a:ext>
              </a:extLst>
            </p:cNvPr>
            <p:cNvSpPr/>
            <p:nvPr/>
          </p:nvSpPr>
          <p:spPr>
            <a:xfrm>
              <a:off x="3828684" y="1713737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3" name="Shape 38">
              <a:extLst>
                <a:ext uri="{FF2B5EF4-FFF2-40B4-BE49-F238E27FC236}">
                  <a16:creationId xmlns:a16="http://schemas.microsoft.com/office/drawing/2014/main" id="{85369D9C-1A5B-3F9F-0D05-DCD4DA8BBC16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4" name="Text 39">
              <a:extLst>
                <a:ext uri="{FF2B5EF4-FFF2-40B4-BE49-F238E27FC236}">
                  <a16:creationId xmlns:a16="http://schemas.microsoft.com/office/drawing/2014/main" id="{00481964-F5E2-E0FD-7110-3B02834EC64A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REDACTED_00077</a:t>
              </a:r>
              <a:endParaRPr lang="en-US" sz="800"/>
            </a:p>
          </p:txBody>
        </p:sp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7A879EC-C436-2DE0-17C8-B08BDBB4F384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REDACTED_00078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F778D48-E482-E455-D5B3-AE56E0443368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REDACTED_00079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122C937-63FC-48C5-D406-AE5A662A8A2D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REDACTED_00080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6359FF4-E092-0959-CEFB-7F226F81726B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REDACTED_00081</a:t>
            </a:r>
          </a:p>
        </p:txBody>
      </p:sp>
      <p:sp>
        <p:nvSpPr>
          <p:cNvPr id="278" name="Shape 229">
            <a:extLst>
              <a:ext uri="{FF2B5EF4-FFF2-40B4-BE49-F238E27FC236}">
                <a16:creationId xmlns:a16="http://schemas.microsoft.com/office/drawing/2014/main" id="{92AFDF9C-7D75-9AB2-F1B8-4144C57C0326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REDACTED_00082</a:t>
            </a:r>
          </a:p>
        </p:txBody>
      </p:sp>
      <p:pic>
        <p:nvPicPr>
          <p:cNvPr id="286" name="Graphic 285" descr="Door Closed with solid fill">
            <a:extLst>
              <a:ext uri="{FF2B5EF4-FFF2-40B4-BE49-F238E27FC236}">
                <a16:creationId xmlns:a16="http://schemas.microsoft.com/office/drawing/2014/main" id="{0BECEC81-487B-176A-7BEF-F0E8BB3F22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820670" y="118147"/>
            <a:ext cx="288000" cy="288000"/>
          </a:xfrm>
          <a:prstGeom prst="rect">
            <a:avLst/>
          </a:prstGeom>
        </p:spPr>
      </p:pic>
      <p:sp>
        <p:nvSpPr>
          <p:cNvPr id="288" name="Text 17">
            <a:extLst>
              <a:ext uri="{FF2B5EF4-FFF2-40B4-BE49-F238E27FC236}">
                <a16:creationId xmlns:a16="http://schemas.microsoft.com/office/drawing/2014/main" id="{D28F99AC-7F31-64E4-69D7-F39AF2511659}"/>
              </a:ext>
            </a:extLst>
          </p:cNvPr>
          <p:cNvSpPr/>
          <p:nvPr/>
        </p:nvSpPr>
        <p:spPr>
          <a:xfrm>
            <a:off x="10953236" y="153737"/>
            <a:ext cx="1008275" cy="2215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chemeClr val="bg2"/>
                </a:solidFill>
              </a:rPr>
              <a:t>REDACTED_00013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60" name="Graphic 59">
            <a:extLst>
              <a:ext uri="{FF2B5EF4-FFF2-40B4-BE49-F238E27FC236}">
                <a16:creationId xmlns:a16="http://schemas.microsoft.com/office/drawing/2014/main" id="{B021941B-0A89-514F-10AB-BBB4E41E34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16032" y="4413471"/>
            <a:ext cx="1288580" cy="18756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75" name="Group 274">
            <a:extLst>
              <a:ext uri="{FF2B5EF4-FFF2-40B4-BE49-F238E27FC236}">
                <a16:creationId xmlns:a16="http://schemas.microsoft.com/office/drawing/2014/main" id="{660BC6EA-1C1D-F89C-D9D4-9E40D0EBA8EC}"/>
              </a:ext>
            </a:extLst>
          </p:cNvPr>
          <p:cNvGrpSpPr/>
          <p:nvPr/>
        </p:nvGrpSpPr>
        <p:grpSpPr>
          <a:xfrm>
            <a:off x="9986400" y="2847600"/>
            <a:ext cx="2222197" cy="3087520"/>
            <a:chOff x="11866206" y="7800394"/>
            <a:chExt cx="2222197" cy="3087520"/>
          </a:xfrm>
        </p:grpSpPr>
        <p:sp>
          <p:nvSpPr>
            <p:cNvPr id="174" name="Text 11">
              <a:extLst>
                <a:ext uri="{FF2B5EF4-FFF2-40B4-BE49-F238E27FC236}">
                  <a16:creationId xmlns:a16="http://schemas.microsoft.com/office/drawing/2014/main" id="{3335E696-0B35-8A62-F8A8-AC17CC20F756}"/>
                </a:ext>
              </a:extLst>
            </p:cNvPr>
            <p:cNvSpPr>
              <a:spLocks/>
            </p:cNvSpPr>
            <p:nvPr/>
          </p:nvSpPr>
          <p:spPr>
            <a:xfrm>
              <a:off x="12487244" y="788301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444444"/>
                  </a:solidFill>
                </a:rPr>
                <a:t>REDACTED_00039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REDACTED_00040</a:t>
              </a:r>
            </a:p>
          </p:txBody>
        </p:sp>
        <p:sp>
          <p:nvSpPr>
            <p:cNvPr id="178" name="Text 12">
              <a:extLst>
                <a:ext uri="{FF2B5EF4-FFF2-40B4-BE49-F238E27FC236}">
                  <a16:creationId xmlns:a16="http://schemas.microsoft.com/office/drawing/2014/main" id="{8ABDA5BB-66C6-9A5C-7CF0-4A88DAC4605B}"/>
                </a:ext>
              </a:extLst>
            </p:cNvPr>
            <p:cNvSpPr>
              <a:spLocks/>
            </p:cNvSpPr>
            <p:nvPr/>
          </p:nvSpPr>
          <p:spPr>
            <a:xfrm>
              <a:off x="12487244" y="7926956"/>
              <a:ext cx="1601159" cy="1322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650">
                <a:solidFill>
                  <a:srgbClr val="444444"/>
                </a:solidFill>
              </a:endParaRPr>
            </a:p>
          </p:txBody>
        </p:sp>
        <p:sp>
          <p:nvSpPr>
            <p:cNvPr id="182" name="Text 15">
              <a:extLst>
                <a:ext uri="{FF2B5EF4-FFF2-40B4-BE49-F238E27FC236}">
                  <a16:creationId xmlns:a16="http://schemas.microsoft.com/office/drawing/2014/main" id="{0CC4111C-1F6C-2C1B-985C-81D4BCBE5421}"/>
                </a:ext>
              </a:extLst>
            </p:cNvPr>
            <p:cNvSpPr>
              <a:spLocks/>
            </p:cNvSpPr>
            <p:nvPr/>
          </p:nvSpPr>
          <p:spPr>
            <a:xfrm>
              <a:off x="12487244" y="8276419"/>
              <a:ext cx="1440000" cy="2910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REDACTED_00083</a:t>
              </a:r>
            </a:p>
          </p:txBody>
        </p:sp>
        <p:sp>
          <p:nvSpPr>
            <p:cNvPr id="186" name="Text 19">
              <a:extLst>
                <a:ext uri="{FF2B5EF4-FFF2-40B4-BE49-F238E27FC236}">
                  <a16:creationId xmlns:a16="http://schemas.microsoft.com/office/drawing/2014/main" id="{A94AF6DD-06C7-2871-CBDC-DCB98E2CF999}"/>
                </a:ext>
              </a:extLst>
            </p:cNvPr>
            <p:cNvSpPr>
              <a:spLocks/>
            </p:cNvSpPr>
            <p:nvPr/>
          </p:nvSpPr>
          <p:spPr>
            <a:xfrm>
              <a:off x="12487245" y="8802118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 b="1">
                  <a:solidFill>
                    <a:srgbClr val="444444"/>
                  </a:solidFill>
                </a:rPr>
                <a:t>REDACTED_00084</a:t>
              </a:r>
            </a:p>
            <a:p>
              <a:r>
                <a:rPr lang="en-US" sz="650" b="1">
                  <a:solidFill>
                    <a:srgbClr val="444444"/>
                  </a:solidFill>
                </a:rPr>
                <a:t>REDACTED_00085</a:t>
              </a:r>
            </a:p>
          </p:txBody>
        </p:sp>
        <p:sp>
          <p:nvSpPr>
            <p:cNvPr id="188" name="Text 23">
              <a:extLst>
                <a:ext uri="{FF2B5EF4-FFF2-40B4-BE49-F238E27FC236}">
                  <a16:creationId xmlns:a16="http://schemas.microsoft.com/office/drawing/2014/main" id="{72AB69C8-4195-2610-5015-917C99A36D65}"/>
                </a:ext>
              </a:extLst>
            </p:cNvPr>
            <p:cNvSpPr>
              <a:spLocks/>
            </p:cNvSpPr>
            <p:nvPr/>
          </p:nvSpPr>
          <p:spPr>
            <a:xfrm>
              <a:off x="12487244" y="9264777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REDACTED_00086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REDACTED_00087</a:t>
              </a:r>
            </a:p>
          </p:txBody>
        </p:sp>
        <p:sp>
          <p:nvSpPr>
            <p:cNvPr id="191" name="Text 28">
              <a:extLst>
                <a:ext uri="{FF2B5EF4-FFF2-40B4-BE49-F238E27FC236}">
                  <a16:creationId xmlns:a16="http://schemas.microsoft.com/office/drawing/2014/main" id="{C87B5DC1-0619-3DAF-22F5-7F0C9D9C0C55}"/>
                </a:ext>
              </a:extLst>
            </p:cNvPr>
            <p:cNvSpPr>
              <a:spLocks/>
            </p:cNvSpPr>
            <p:nvPr/>
          </p:nvSpPr>
          <p:spPr>
            <a:xfrm>
              <a:off x="12487244" y="9670161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REDACTED_00088</a:t>
              </a:r>
              <a:r>
                <a:rPr lang="en-US" sz="650" i="1">
                  <a:solidFill>
                    <a:srgbClr val="444444"/>
                  </a:solidFill>
                </a:rPr>
                <a:t>REDACTED_00089</a:t>
              </a:r>
            </a:p>
          </p:txBody>
        </p:sp>
        <p:sp>
          <p:nvSpPr>
            <p:cNvPr id="195" name="Text 32">
              <a:extLst>
                <a:ext uri="{FF2B5EF4-FFF2-40B4-BE49-F238E27FC236}">
                  <a16:creationId xmlns:a16="http://schemas.microsoft.com/office/drawing/2014/main" id="{20CB1890-4F0F-32CB-CE81-AB33E0FB7FE5}"/>
                </a:ext>
              </a:extLst>
            </p:cNvPr>
            <p:cNvSpPr>
              <a:spLocks/>
            </p:cNvSpPr>
            <p:nvPr/>
          </p:nvSpPr>
          <p:spPr>
            <a:xfrm>
              <a:off x="12487244" y="1064653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REDACTED_00058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REDACTED_00059</a:t>
              </a:r>
            </a:p>
          </p:txBody>
        </p:sp>
        <p:sp>
          <p:nvSpPr>
            <p:cNvPr id="198" name="Shape 188">
              <a:extLst>
                <a:ext uri="{FF2B5EF4-FFF2-40B4-BE49-F238E27FC236}">
                  <a16:creationId xmlns:a16="http://schemas.microsoft.com/office/drawing/2014/main" id="{B4682F6B-A8B0-3B75-514D-6DB75F22832A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2772000"/>
            </a:xfrm>
            <a:prstGeom prst="roundRect">
              <a:avLst>
                <a:gd name="adj" fmla="val 44444"/>
              </a:avLst>
            </a:prstGeom>
            <a:solidFill>
              <a:schemeClr val="bg2"/>
            </a:solidFill>
            <a:ln w="12700">
              <a:solidFill>
                <a:schemeClr val="bg2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201" name="Shape 189">
              <a:extLst>
                <a:ext uri="{FF2B5EF4-FFF2-40B4-BE49-F238E27FC236}">
                  <a16:creationId xmlns:a16="http://schemas.microsoft.com/office/drawing/2014/main" id="{31F53CC0-07FA-4901-B32F-A554A36309BE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1332000"/>
            </a:xfrm>
            <a:prstGeom prst="roundRect">
              <a:avLst>
                <a:gd name="adj" fmla="val 44444"/>
              </a:avLst>
            </a:prstGeom>
            <a:solidFill>
              <a:srgbClr val="003C23"/>
            </a:solidFill>
            <a:ln w="1270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210" name="Shape 206">
              <a:extLst>
                <a:ext uri="{FF2B5EF4-FFF2-40B4-BE49-F238E27FC236}">
                  <a16:creationId xmlns:a16="http://schemas.microsoft.com/office/drawing/2014/main" id="{2631AAA0-FEB9-C3E2-83B1-40C7F76D4171}"/>
                </a:ext>
              </a:extLst>
            </p:cNvPr>
            <p:cNvSpPr>
              <a:spLocks/>
            </p:cNvSpPr>
            <p:nvPr/>
          </p:nvSpPr>
          <p:spPr>
            <a:xfrm>
              <a:off x="11866206" y="8683496"/>
              <a:ext cx="396000" cy="396000"/>
            </a:xfrm>
            <a:prstGeom prst="ellipse">
              <a:avLst/>
            </a:prstGeom>
            <a:solidFill>
              <a:srgbClr val="003C23"/>
            </a:solidFill>
            <a:ln w="1905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A85AD44D-11CE-3EEC-0C28-7A141D569280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7800394"/>
              <a:ext cx="324000" cy="324000"/>
              <a:chOff x="11899058" y="7800394"/>
              <a:chExt cx="324000" cy="324000"/>
            </a:xfrm>
          </p:grpSpPr>
          <p:sp>
            <p:nvSpPr>
              <p:cNvPr id="203" name="Shape 190">
                <a:extLst>
                  <a:ext uri="{FF2B5EF4-FFF2-40B4-BE49-F238E27FC236}">
                    <a16:creationId xmlns:a16="http://schemas.microsoft.com/office/drawing/2014/main" id="{DE7ECA74-B399-483C-A716-02EB5EDCD0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225" name="Text 191">
                <a:extLst>
                  <a:ext uri="{FF2B5EF4-FFF2-40B4-BE49-F238E27FC236}">
                    <a16:creationId xmlns:a16="http://schemas.microsoft.com/office/drawing/2014/main" id="{F3D8881A-E39D-7FDE-0EA7-C755D1DEEC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2"/>
                    </a:solidFill>
                  </a:rPr>
                  <a:t>REDACTED_00051</a:t>
                </a:r>
                <a:endParaRPr lang="en-US" sz="65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991CF246-1D23-779C-BBE6-C663868A1A96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8259945"/>
              <a:ext cx="324000" cy="324000"/>
              <a:chOff x="11899058" y="8352765"/>
              <a:chExt cx="324000" cy="324000"/>
            </a:xfrm>
          </p:grpSpPr>
          <p:sp>
            <p:nvSpPr>
              <p:cNvPr id="205" name="Shape 193">
                <a:extLst>
                  <a:ext uri="{FF2B5EF4-FFF2-40B4-BE49-F238E27FC236}">
                    <a16:creationId xmlns:a16="http://schemas.microsoft.com/office/drawing/2014/main" id="{113A16A1-32D6-EB41-C1F7-2D37CB59F92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8352765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228" name="Text 194">
                <a:extLst>
                  <a:ext uri="{FF2B5EF4-FFF2-40B4-BE49-F238E27FC236}">
                    <a16:creationId xmlns:a16="http://schemas.microsoft.com/office/drawing/2014/main" id="{1433625F-9F90-AB25-3329-6DF3295248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8385498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650" b="1">
                    <a:solidFill>
                      <a:schemeClr val="bg2"/>
                    </a:solidFill>
                  </a:rPr>
                  <a:t>REDACTED_00052</a:t>
                </a:r>
              </a:p>
            </p:txBody>
          </p:sp>
        </p:grp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00D3E6D8-1FCA-74F5-131C-20E784D94BC6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9644814"/>
              <a:ext cx="324000" cy="324000"/>
              <a:chOff x="11899058" y="10018201"/>
              <a:chExt cx="324000" cy="324000"/>
            </a:xfrm>
          </p:grpSpPr>
          <p:sp>
            <p:nvSpPr>
              <p:cNvPr id="230" name="Shape 202">
                <a:extLst>
                  <a:ext uri="{FF2B5EF4-FFF2-40B4-BE49-F238E27FC236}">
                    <a16:creationId xmlns:a16="http://schemas.microsoft.com/office/drawing/2014/main" id="{710B3FED-C297-49AE-A39A-4B4EF6DC9AF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003C23"/>
                  </a:solidFill>
                </a:endParaRPr>
              </a:p>
            </p:txBody>
          </p:sp>
          <p:sp>
            <p:nvSpPr>
              <p:cNvPr id="235" name="Text 207">
                <a:extLst>
                  <a:ext uri="{FF2B5EF4-FFF2-40B4-BE49-F238E27FC236}">
                    <a16:creationId xmlns:a16="http://schemas.microsoft.com/office/drawing/2014/main" id="{73C92B4B-AFF0-498D-D3FA-EEE4191FE3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REDACTED_00055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6A167B77-CDAB-7089-76E2-1F6D031BE555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563914"/>
              <a:ext cx="324000" cy="324000"/>
              <a:chOff x="11899058" y="10563914"/>
              <a:chExt cx="324000" cy="324000"/>
            </a:xfrm>
          </p:grpSpPr>
          <p:sp>
            <p:nvSpPr>
              <p:cNvPr id="223" name="Shape 210">
                <a:extLst>
                  <a:ext uri="{FF2B5EF4-FFF2-40B4-BE49-F238E27FC236}">
                    <a16:creationId xmlns:a16="http://schemas.microsoft.com/office/drawing/2014/main" id="{11A55F80-8D3D-8483-FC6C-45EBA48052D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563914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38" name="Text 211">
                <a:extLst>
                  <a:ext uri="{FF2B5EF4-FFF2-40B4-BE49-F238E27FC236}">
                    <a16:creationId xmlns:a16="http://schemas.microsoft.com/office/drawing/2014/main" id="{915BAEE2-6FC1-3096-6D22-3D3CF852DEC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581914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REDACTED_00057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40A55CDA-7CEA-BA5A-24A3-B79CDB554BA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132" y="9179047"/>
              <a:ext cx="324149" cy="330216"/>
              <a:chOff x="11898909" y="9466650"/>
              <a:chExt cx="324149" cy="330216"/>
            </a:xfrm>
          </p:grpSpPr>
          <p:sp>
            <p:nvSpPr>
              <p:cNvPr id="240" name="Text 203">
                <a:extLst>
                  <a:ext uri="{FF2B5EF4-FFF2-40B4-BE49-F238E27FC236}">
                    <a16:creationId xmlns:a16="http://schemas.microsoft.com/office/drawing/2014/main" id="{71CBA08F-7500-96E1-F0A9-238BA10CC83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9472866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1"/>
                    </a:solidFill>
                  </a:rPr>
                  <a:t>REDACTED_00090</a:t>
                </a:r>
                <a:endParaRPr lang="en-US" sz="650">
                  <a:solidFill>
                    <a:schemeClr val="bg1"/>
                  </a:solidFill>
                </a:endParaRPr>
              </a:p>
            </p:txBody>
          </p:sp>
          <p:sp>
            <p:nvSpPr>
              <p:cNvPr id="242" name="Shape 202">
                <a:extLst>
                  <a:ext uri="{FF2B5EF4-FFF2-40B4-BE49-F238E27FC236}">
                    <a16:creationId xmlns:a16="http://schemas.microsoft.com/office/drawing/2014/main" id="{FA244B58-439E-C431-348F-813B279CCD9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8909" y="9466650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003C23"/>
                  </a:solidFill>
                </a:endParaRPr>
              </a:p>
            </p:txBody>
          </p:sp>
          <p:sp>
            <p:nvSpPr>
              <p:cNvPr id="244" name="Text 207">
                <a:extLst>
                  <a:ext uri="{FF2B5EF4-FFF2-40B4-BE49-F238E27FC236}">
                    <a16:creationId xmlns:a16="http://schemas.microsoft.com/office/drawing/2014/main" id="{14638415-4547-CB9F-3DF6-8CA5E0F3F04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9483706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REDACTED_00054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sp>
          <p:nvSpPr>
            <p:cNvPr id="246" name="Text 199">
              <a:extLst>
                <a:ext uri="{FF2B5EF4-FFF2-40B4-BE49-F238E27FC236}">
                  <a16:creationId xmlns:a16="http://schemas.microsoft.com/office/drawing/2014/main" id="{0E4B6FB0-A70F-65CA-E02C-C69A4761C618}"/>
                </a:ext>
              </a:extLst>
            </p:cNvPr>
            <p:cNvSpPr>
              <a:spLocks/>
            </p:cNvSpPr>
            <p:nvPr/>
          </p:nvSpPr>
          <p:spPr>
            <a:xfrm>
              <a:off x="11913761" y="8738954"/>
              <a:ext cx="28800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chemeClr val="bg2"/>
                  </a:solidFill>
                </a:rPr>
                <a:t>REDACTED_00053</a:t>
              </a:r>
              <a:endParaRPr lang="en-US" sz="650">
                <a:solidFill>
                  <a:schemeClr val="bg2"/>
                </a:solidFill>
              </a:endParaRPr>
            </a:p>
          </p:txBody>
        </p: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7BB0000D-63EA-9944-4155-BAAAF56A74DC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104365"/>
              <a:ext cx="324000" cy="324000"/>
              <a:chOff x="11899058" y="10018201"/>
              <a:chExt cx="324000" cy="324000"/>
            </a:xfrm>
          </p:grpSpPr>
          <p:sp>
            <p:nvSpPr>
              <p:cNvPr id="263" name="Shape 202">
                <a:extLst>
                  <a:ext uri="{FF2B5EF4-FFF2-40B4-BE49-F238E27FC236}">
                    <a16:creationId xmlns:a16="http://schemas.microsoft.com/office/drawing/2014/main" id="{BE138E9E-7E6B-026A-5AEC-18F6EE5ECA6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64" name="Text 207">
                <a:extLst>
                  <a:ext uri="{FF2B5EF4-FFF2-40B4-BE49-F238E27FC236}">
                    <a16:creationId xmlns:a16="http://schemas.microsoft.com/office/drawing/2014/main" id="{21D01B9C-732D-32A4-23A1-5B2647664DB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REDACTED_00056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sp>
          <p:nvSpPr>
            <p:cNvPr id="266" name="Text 28">
              <a:extLst>
                <a:ext uri="{FF2B5EF4-FFF2-40B4-BE49-F238E27FC236}">
                  <a16:creationId xmlns:a16="http://schemas.microsoft.com/office/drawing/2014/main" id="{7DF5468A-791A-3E0C-EF0D-29272E217676}"/>
                </a:ext>
              </a:extLst>
            </p:cNvPr>
            <p:cNvSpPr>
              <a:spLocks/>
            </p:cNvSpPr>
            <p:nvPr/>
          </p:nvSpPr>
          <p:spPr>
            <a:xfrm>
              <a:off x="12487245" y="10129712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REDACTED_00049</a:t>
              </a:r>
            </a:p>
          </p:txBody>
        </p:sp>
      </p:grp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7290F3C6-7680-F299-16D9-800B72E108DA}"/>
              </a:ext>
            </a:extLst>
          </p:cNvPr>
          <p:cNvCxnSpPr>
            <a:cxnSpLocks/>
          </p:cNvCxnSpPr>
          <p:nvPr/>
        </p:nvCxnSpPr>
        <p:spPr>
          <a:xfrm>
            <a:off x="9762956" y="4628056"/>
            <a:ext cx="2266698" cy="0"/>
          </a:xfrm>
          <a:prstGeom prst="line">
            <a:avLst/>
          </a:prstGeom>
          <a:ln w="25400">
            <a:solidFill>
              <a:srgbClr val="6738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37123655-FD0B-9C33-DA80-C02A1EE29A60}"/>
              </a:ext>
            </a:extLst>
          </p:cNvPr>
          <p:cNvSpPr txBox="1"/>
          <p:nvPr/>
        </p:nvSpPr>
        <p:spPr>
          <a:xfrm rot="5400000">
            <a:off x="11413164" y="4002361"/>
            <a:ext cx="1054943" cy="215444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AU" sz="800" b="1">
                <a:solidFill>
                  <a:srgbClr val="6738A7"/>
                </a:solidFill>
                <a:latin typeface="Inter"/>
              </a:rPr>
              <a:t>REDACTED_00060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89">
            <a:extLst>
              <a:ext uri="{FF2B5EF4-FFF2-40B4-BE49-F238E27FC236}">
                <a16:creationId xmlns:a16="http://schemas.microsoft.com/office/drawing/2014/main" id="{060E60BC-8583-210A-BC91-A521EDD2F8CD}"/>
              </a:ext>
            </a:extLst>
          </p:cNvPr>
          <p:cNvSpPr/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25547" b="-25547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6" name="Shape 13">
            <a:extLst>
              <a:ext uri="{FF2B5EF4-FFF2-40B4-BE49-F238E27FC236}">
                <a16:creationId xmlns:a16="http://schemas.microsoft.com/office/drawing/2014/main" id="{D7FE1E3A-F6A3-16E6-3E0C-3E75EF3536AA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3" name="Shape 13">
            <a:extLst>
              <a:ext uri="{FF2B5EF4-FFF2-40B4-BE49-F238E27FC236}">
                <a16:creationId xmlns:a16="http://schemas.microsoft.com/office/drawing/2014/main" id="{61311E18-A957-476F-35EE-AC26F6E591E5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9" name="Shape 229">
            <a:extLst>
              <a:ext uri="{FF2B5EF4-FFF2-40B4-BE49-F238E27FC236}">
                <a16:creationId xmlns:a16="http://schemas.microsoft.com/office/drawing/2014/main" id="{DA27C336-84C1-0C91-023A-A7963A32661F}"/>
              </a:ext>
            </a:extLst>
          </p:cNvPr>
          <p:cNvSpPr>
            <a:spLocks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7" name="Shape 9">
            <a:extLst>
              <a:ext uri="{FF2B5EF4-FFF2-40B4-BE49-F238E27FC236}">
                <a16:creationId xmlns:a16="http://schemas.microsoft.com/office/drawing/2014/main" id="{D2A18F11-71A5-5141-B6D3-E15A72584E02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2" name="Shape 46">
            <a:extLst>
              <a:ext uri="{FF2B5EF4-FFF2-40B4-BE49-F238E27FC236}">
                <a16:creationId xmlns:a16="http://schemas.microsoft.com/office/drawing/2014/main" id="{F9344ECA-CE44-8001-E995-39524A68F0BE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9" name="Shape 46">
            <a:extLst>
              <a:ext uri="{FF2B5EF4-FFF2-40B4-BE49-F238E27FC236}">
                <a16:creationId xmlns:a16="http://schemas.microsoft.com/office/drawing/2014/main" id="{86067723-C288-ED1A-337C-7A32CF7EF7D5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9" name="Shape 46">
            <a:extLst>
              <a:ext uri="{FF2B5EF4-FFF2-40B4-BE49-F238E27FC236}">
                <a16:creationId xmlns:a16="http://schemas.microsoft.com/office/drawing/2014/main" id="{AE288131-7A0E-3CF8-CB91-E6E913E45D18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3" name="Shape 105">
            <a:extLst>
              <a:ext uri="{FF2B5EF4-FFF2-40B4-BE49-F238E27FC236}">
                <a16:creationId xmlns:a16="http://schemas.microsoft.com/office/drawing/2014/main" id="{D3416E3F-7FB9-774D-BE12-5EC672F767C6}"/>
              </a:ext>
            </a:extLst>
          </p:cNvPr>
          <p:cNvSpPr>
            <a:spLocks/>
          </p:cNvSpPr>
          <p:nvPr/>
        </p:nvSpPr>
        <p:spPr>
          <a:xfrm>
            <a:off x="0" y="4359599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7BDC06B-E2BB-0C36-9E30-6BF16C7AD12F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50800" dist="381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 2">
            <a:extLst>
              <a:ext uri="{FF2B5EF4-FFF2-40B4-BE49-F238E27FC236}">
                <a16:creationId xmlns:a16="http://schemas.microsoft.com/office/drawing/2014/main" id="{60CED3AB-17EB-9BEF-04A5-5C9CC6FECB26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Inter"/>
              </a:rPr>
              <a:t>REDACTED_00091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B73002B-3275-EF6A-20A7-37F33C7DCA1F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D5C87AB-22AC-FCE6-7A3F-6C5C733D40AF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REDACTED_00092</a:t>
              </a:r>
              <a:r>
                <a:rPr kumimoji="0" lang="en-US" sz="1300" b="1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REDACTED_00093</a:t>
              </a: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REDACTED_00094</a:t>
              </a:r>
            </a:p>
          </p:txBody>
        </p:sp>
        <p:sp>
          <p:nvSpPr>
            <p:cNvPr id="60" name="Text 4">
              <a:extLst>
                <a:ext uri="{FF2B5EF4-FFF2-40B4-BE49-F238E27FC236}">
                  <a16:creationId xmlns:a16="http://schemas.microsoft.com/office/drawing/2014/main" id="{E1BB6B99-AF5E-EB4A-CBC8-184EB78B8ADB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rgbClr val="93DCDC"/>
                  </a:solidFill>
                </a:rPr>
                <a:t>REDACTED_00095</a:t>
              </a:r>
              <a:endParaRPr lang="en-US" sz="700"/>
            </a:p>
          </p:txBody>
        </p:sp>
      </p:grpSp>
      <p:sp>
        <p:nvSpPr>
          <p:cNvPr id="62" name="Shape 5">
            <a:extLst>
              <a:ext uri="{FF2B5EF4-FFF2-40B4-BE49-F238E27FC236}">
                <a16:creationId xmlns:a16="http://schemas.microsoft.com/office/drawing/2014/main" id="{4EB1DDDD-8E74-C29D-A3BF-0ADDC326F6AF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rgbClr val="003C23"/>
          </a:solidFill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Text 6">
            <a:extLst>
              <a:ext uri="{FF2B5EF4-FFF2-40B4-BE49-F238E27FC236}">
                <a16:creationId xmlns:a16="http://schemas.microsoft.com/office/drawing/2014/main" id="{DE3DD76A-6680-EE7D-86C6-FD8EFD75C61F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3DCDC"/>
                </a:solidFill>
              </a:rPr>
              <a:t>REDACTED_00096</a:t>
            </a:r>
            <a:endParaRPr lang="en-US" sz="900"/>
          </a:p>
        </p:txBody>
      </p:sp>
      <p:sp>
        <p:nvSpPr>
          <p:cNvPr id="64" name="Shape 7">
            <a:extLst>
              <a:ext uri="{FF2B5EF4-FFF2-40B4-BE49-F238E27FC236}">
                <a16:creationId xmlns:a16="http://schemas.microsoft.com/office/drawing/2014/main" id="{260FA027-D907-E6ED-D2E4-C5232C4B5458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5" name="Text 8">
            <a:extLst>
              <a:ext uri="{FF2B5EF4-FFF2-40B4-BE49-F238E27FC236}">
                <a16:creationId xmlns:a16="http://schemas.microsoft.com/office/drawing/2014/main" id="{13A0E59D-CAAD-42A3-1FB0-9FEBCB8F2B6B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bg2"/>
                </a:solidFill>
              </a:rPr>
              <a:t>REDACTED_00097</a:t>
            </a:r>
          </a:p>
        </p:txBody>
      </p:sp>
      <p:sp>
        <p:nvSpPr>
          <p:cNvPr id="82" name="Shape 10">
            <a:extLst>
              <a:ext uri="{FF2B5EF4-FFF2-40B4-BE49-F238E27FC236}">
                <a16:creationId xmlns:a16="http://schemas.microsoft.com/office/drawing/2014/main" id="{0906AB1F-E363-2FD0-5323-3A9B528785C2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4" name="Text 11">
            <a:extLst>
              <a:ext uri="{FF2B5EF4-FFF2-40B4-BE49-F238E27FC236}">
                <a16:creationId xmlns:a16="http://schemas.microsoft.com/office/drawing/2014/main" id="{C3633E10-BD22-6326-2A67-C3490397DCF6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86" name="Text 12">
            <a:extLst>
              <a:ext uri="{FF2B5EF4-FFF2-40B4-BE49-F238E27FC236}">
                <a16:creationId xmlns:a16="http://schemas.microsoft.com/office/drawing/2014/main" id="{D96A8074-8120-22BD-CE0F-2911F2694A9E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REDACTED_00098</a:t>
            </a:r>
            <a:r>
              <a:rPr lang="en-US" sz="800" err="1">
                <a:solidFill>
                  <a:srgbClr val="1A1A1A"/>
                </a:solidFill>
              </a:rPr>
              <a:t>REDACTED_00099</a:t>
            </a:r>
            <a:r>
              <a:rPr lang="en-US" sz="800">
                <a:solidFill>
                  <a:srgbClr val="1A1A1A"/>
                </a:solidFill>
              </a:rPr>
              <a:t>REDACTED_00100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REDACTED_00101</a:t>
            </a:r>
            <a:endParaRPr lang="en-US" sz="800"/>
          </a:p>
        </p:txBody>
      </p:sp>
      <p:grpSp>
        <p:nvGrpSpPr>
          <p:cNvPr id="212" name="Group 211"/>
          <p:cNvGrpSpPr/>
          <p:nvPr/>
        </p:nvGrpSpPr>
        <p:grpSpPr>
          <a:xfrm>
            <a:off x="9770789" y="1533603"/>
            <a:ext cx="2333207" cy="635923"/>
            <a:chOff x="10112273" y="2891968"/>
            <a:chExt cx="1920240" cy="580542"/>
          </a:xfrm>
        </p:grpSpPr>
        <p:sp>
          <p:nvSpPr>
            <p:cNvPr id="216" name="Shape 214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14" name="Text 212a"/>
            <p:cNvSpPr/>
            <p:nvPr/>
          </p:nvSpPr>
          <p:spPr>
            <a:xfrm>
              <a:off x="10870434" y="2891968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REDACTED_00102</a:t>
              </a:r>
            </a:p>
          </p:txBody>
        </p:sp>
        <p:sp>
          <p:nvSpPr>
            <p:cNvPr id="218" name="Text 216a"/>
            <p:cNvSpPr/>
            <p:nvPr/>
          </p:nvSpPr>
          <p:spPr>
            <a:xfrm>
              <a:off x="10870434" y="3026712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REDACTED_00103</a:t>
              </a:r>
            </a:p>
          </p:txBody>
        </p:sp>
        <p:sp>
          <p:nvSpPr>
            <p:cNvPr id="217" name="Shape 215"/>
            <p:cNvSpPr/>
            <p:nvPr/>
          </p:nvSpPr>
          <p:spPr>
            <a:xfrm>
              <a:off x="10198302" y="3237891"/>
              <a:ext cx="814775" cy="64008"/>
            </a:xfrm>
            <a:prstGeom prst="rect">
              <a:avLst/>
            </a:prstGeom>
            <a:solidFill>
              <a:srgbClr val="003C23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19" name="Shape 217a"/>
            <p:cNvSpPr/>
            <p:nvPr/>
          </p:nvSpPr>
          <p:spPr>
            <a:xfrm>
              <a:off x="11026294" y="3237891"/>
              <a:ext cx="66720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21" name="Text 219a"/>
            <p:cNvSpPr/>
            <p:nvPr/>
          </p:nvSpPr>
          <p:spPr>
            <a:xfrm>
              <a:off x="11700022" y="3289630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003C23"/>
                  </a:solidFill>
                  <a:latin typeface="Calibri"/>
                </a:rPr>
                <a:t>REDACTED_00104</a:t>
              </a:r>
            </a:p>
          </p:txBody>
        </p:sp>
      </p:grpSp>
      <p:sp>
        <p:nvSpPr>
          <p:cNvPr id="155" name="Shape 130">
            <a:extLst>
              <a:ext uri="{FF2B5EF4-FFF2-40B4-BE49-F238E27FC236}">
                <a16:creationId xmlns:a16="http://schemas.microsoft.com/office/drawing/2014/main" id="{48602811-82E9-9409-B5AD-E48D7119380F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F52A1145-9947-0D68-AFB4-991B1D393B12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9" name="Picture 158" descr="A black and blue logo  AI-generated content may be incorrect.">
            <a:extLst>
              <a:ext uri="{FF2B5EF4-FFF2-40B4-BE49-F238E27FC236}">
                <a16:creationId xmlns:a16="http://schemas.microsoft.com/office/drawing/2014/main" id="{A70F684F-EA84-4E20-E0EA-710EF87C6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63" name="Text 211a">
            <a:extLst>
              <a:ext uri="{FF2B5EF4-FFF2-40B4-BE49-F238E27FC236}">
                <a16:creationId xmlns:a16="http://schemas.microsoft.com/office/drawing/2014/main" id="{209F90F1-9DA7-ADFA-CA6A-57A5E9F831C4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65" name="Text 213a">
            <a:extLst>
              <a:ext uri="{FF2B5EF4-FFF2-40B4-BE49-F238E27FC236}">
                <a16:creationId xmlns:a16="http://schemas.microsoft.com/office/drawing/2014/main" id="{2AD410D2-AD64-A248-09DA-4C9F7FADAB2F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7" name="Text 218a">
            <a:extLst>
              <a:ext uri="{FF2B5EF4-FFF2-40B4-BE49-F238E27FC236}">
                <a16:creationId xmlns:a16="http://schemas.microsoft.com/office/drawing/2014/main" id="{413641D1-82B8-268B-6727-E651D86E975F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9" name="Shape 229">
            <a:extLst>
              <a:ext uri="{FF2B5EF4-FFF2-40B4-BE49-F238E27FC236}">
                <a16:creationId xmlns:a16="http://schemas.microsoft.com/office/drawing/2014/main" id="{22EC55CD-01BF-AC9C-4AC8-B4AA141DBDD7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REDACTED_00105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1801CED3-6D41-3809-70C2-E5BAD0667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651" y="6208978"/>
            <a:ext cx="1852551" cy="814115"/>
          </a:xfrm>
          <a:prstGeom prst="rect">
            <a:avLst/>
          </a:prstGeom>
          <a:noFill/>
        </p:spPr>
      </p:pic>
      <p:sp>
        <p:nvSpPr>
          <p:cNvPr id="179" name="Shape 10">
            <a:extLst>
              <a:ext uri="{FF2B5EF4-FFF2-40B4-BE49-F238E27FC236}">
                <a16:creationId xmlns:a16="http://schemas.microsoft.com/office/drawing/2014/main" id="{5D6CD1E7-30F1-AE10-8FD1-F0F5D8594ED5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2" name="Text 31">
            <a:extLst>
              <a:ext uri="{FF2B5EF4-FFF2-40B4-BE49-F238E27FC236}">
                <a16:creationId xmlns:a16="http://schemas.microsoft.com/office/drawing/2014/main" id="{D6C360C9-267C-AB95-5D0C-13D9F2F07708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84" name="Shape 32">
            <a:extLst>
              <a:ext uri="{FF2B5EF4-FFF2-40B4-BE49-F238E27FC236}">
                <a16:creationId xmlns:a16="http://schemas.microsoft.com/office/drawing/2014/main" id="{D8B807E1-4A7F-2859-DFF9-BA1647FDA551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6" name="Text 33">
            <a:extLst>
              <a:ext uri="{FF2B5EF4-FFF2-40B4-BE49-F238E27FC236}">
                <a16:creationId xmlns:a16="http://schemas.microsoft.com/office/drawing/2014/main" id="{2A22FFA3-D4B4-C0D2-9E1B-CB62D9E69B48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REDACTED_00106</a:t>
            </a:r>
          </a:p>
          <a:p>
            <a:pPr marL="0" indent="0">
              <a:buNone/>
            </a:pPr>
            <a:endParaRPr lang="en-US" sz="800"/>
          </a:p>
        </p:txBody>
      </p:sp>
      <p:sp>
        <p:nvSpPr>
          <p:cNvPr id="188" name="Text 33">
            <a:extLst>
              <a:ext uri="{FF2B5EF4-FFF2-40B4-BE49-F238E27FC236}">
                <a16:creationId xmlns:a16="http://schemas.microsoft.com/office/drawing/2014/main" id="{380F0F1F-3711-2C0A-AD8C-645E5523ED6E}"/>
              </a:ext>
            </a:extLst>
          </p:cNvPr>
          <p:cNvSpPr/>
          <p:nvPr/>
        </p:nvSpPr>
        <p:spPr>
          <a:xfrm>
            <a:off x="180001" y="27114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REDACTED_00107</a:t>
            </a:r>
            <a:r>
              <a:rPr lang="en-US" sz="800" err="1">
                <a:solidFill>
                  <a:srgbClr val="444444"/>
                </a:solidFill>
              </a:rPr>
              <a:t>REDACTED_00093</a:t>
            </a:r>
            <a:r>
              <a:rPr lang="en-US" sz="800">
                <a:solidFill>
                  <a:srgbClr val="444444"/>
                </a:solidFill>
              </a:rPr>
              <a:t>REDACTED_00108</a:t>
            </a:r>
            <a:r>
              <a:rPr lang="en-US" sz="800" err="1">
                <a:solidFill>
                  <a:srgbClr val="444444"/>
                </a:solidFill>
              </a:rPr>
              <a:t>REDACTED_00099</a:t>
            </a:r>
            <a:r>
              <a:rPr lang="en-US" sz="800">
                <a:solidFill>
                  <a:srgbClr val="444444"/>
                </a:solidFill>
              </a:rPr>
              <a:t>REDACTED_00109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REDACTED_00110</a:t>
            </a:r>
            <a:r>
              <a:rPr lang="en-US" sz="800" err="1">
                <a:solidFill>
                  <a:srgbClr val="444444"/>
                </a:solidFill>
              </a:rPr>
              <a:t>REDACTED_00093</a:t>
            </a:r>
            <a:r>
              <a:rPr lang="en-US" sz="800">
                <a:solidFill>
                  <a:srgbClr val="444444"/>
                </a:solidFill>
              </a:rPr>
              <a:t>REDACTED_00111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REDACTED_00112</a:t>
            </a:r>
            <a:endParaRPr lang="en-US" sz="800"/>
          </a:p>
        </p:txBody>
      </p:sp>
      <p:sp>
        <p:nvSpPr>
          <p:cNvPr id="190" name="Text 31">
            <a:extLst>
              <a:ext uri="{FF2B5EF4-FFF2-40B4-BE49-F238E27FC236}">
                <a16:creationId xmlns:a16="http://schemas.microsoft.com/office/drawing/2014/main" id="{455FBB5B-2652-8031-8511-025D190584F5}"/>
              </a:ext>
            </a:extLst>
          </p:cNvPr>
          <p:cNvSpPr/>
          <p:nvPr/>
        </p:nvSpPr>
        <p:spPr>
          <a:xfrm>
            <a:off x="180000" y="25441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92" name="Shape 32">
            <a:extLst>
              <a:ext uri="{FF2B5EF4-FFF2-40B4-BE49-F238E27FC236}">
                <a16:creationId xmlns:a16="http://schemas.microsoft.com/office/drawing/2014/main" id="{48F94B7A-D67C-CFE5-641F-28A080A513D1}"/>
              </a:ext>
            </a:extLst>
          </p:cNvPr>
          <p:cNvSpPr/>
          <p:nvPr/>
        </p:nvSpPr>
        <p:spPr>
          <a:xfrm>
            <a:off x="144000" y="26630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4" name="Shape 10">
            <a:extLst>
              <a:ext uri="{FF2B5EF4-FFF2-40B4-BE49-F238E27FC236}">
                <a16:creationId xmlns:a16="http://schemas.microsoft.com/office/drawing/2014/main" id="{6BB079E7-1F56-EBA7-0344-B8AA571F86CE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8" name="Shape 16">
            <a:extLst>
              <a:ext uri="{FF2B5EF4-FFF2-40B4-BE49-F238E27FC236}">
                <a16:creationId xmlns:a16="http://schemas.microsoft.com/office/drawing/2014/main" id="{DAEAB398-AF0E-2B78-1467-6192D1BF6ADE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REDACTED_00113</a:t>
            </a:r>
          </a:p>
        </p:txBody>
      </p:sp>
      <p:sp>
        <p:nvSpPr>
          <p:cNvPr id="200" name="Shape 16">
            <a:extLst>
              <a:ext uri="{FF2B5EF4-FFF2-40B4-BE49-F238E27FC236}">
                <a16:creationId xmlns:a16="http://schemas.microsoft.com/office/drawing/2014/main" id="{A509CC2F-B29E-6332-D847-28343C8989EC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REDACTED_00114</a:t>
            </a:r>
          </a:p>
        </p:txBody>
      </p:sp>
      <p:sp>
        <p:nvSpPr>
          <p:cNvPr id="202" name="Shape 16">
            <a:extLst>
              <a:ext uri="{FF2B5EF4-FFF2-40B4-BE49-F238E27FC236}">
                <a16:creationId xmlns:a16="http://schemas.microsoft.com/office/drawing/2014/main" id="{E81863E4-BBD0-0B54-DFAB-62D6D517C510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REDACTED_00115</a:t>
            </a:r>
          </a:p>
        </p:txBody>
      </p:sp>
      <p:sp>
        <p:nvSpPr>
          <p:cNvPr id="204" name="Shape 16">
            <a:extLst>
              <a:ext uri="{FF2B5EF4-FFF2-40B4-BE49-F238E27FC236}">
                <a16:creationId xmlns:a16="http://schemas.microsoft.com/office/drawing/2014/main" id="{072849C9-3AA7-5344-6A47-A805BF4F724A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bg2"/>
                </a:solidFill>
              </a:rPr>
              <a:t>REDACTED_00116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C4D241D8-B655-E470-8D69-79D04EA101C6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REDACTED_00078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4B78A99-FD5A-19AE-8B07-888BD37C3665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REDACTED_00079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2A1A473A-C98C-B429-5076-BD7527E22A4A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REDACTED_00080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67EEAE89-60E1-2894-DD22-2C1927B42CD0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REDACTED_00081</a:t>
            </a:r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6BA3FC20-F729-B9FD-C845-249C25827DB9}"/>
              </a:ext>
            </a:extLst>
          </p:cNvPr>
          <p:cNvGrpSpPr/>
          <p:nvPr/>
        </p:nvGrpSpPr>
        <p:grpSpPr>
          <a:xfrm>
            <a:off x="3717780" y="1742946"/>
            <a:ext cx="3065147" cy="330976"/>
            <a:chOff x="3828681" y="1704593"/>
            <a:chExt cx="7721343" cy="433878"/>
          </a:xfrm>
        </p:grpSpPr>
        <p:sp>
          <p:nvSpPr>
            <p:cNvPr id="246" name="Shape 37">
              <a:extLst>
                <a:ext uri="{FF2B5EF4-FFF2-40B4-BE49-F238E27FC236}">
                  <a16:creationId xmlns:a16="http://schemas.microsoft.com/office/drawing/2014/main" id="{33F3C8AC-4E18-7E10-4987-63F7B986EA91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7" name="Shape 38">
              <a:extLst>
                <a:ext uri="{FF2B5EF4-FFF2-40B4-BE49-F238E27FC236}">
                  <a16:creationId xmlns:a16="http://schemas.microsoft.com/office/drawing/2014/main" id="{2D4301E6-8529-0549-9B81-6522AB9B93CB}"/>
                </a:ext>
              </a:extLst>
            </p:cNvPr>
            <p:cNvSpPr/>
            <p:nvPr/>
          </p:nvSpPr>
          <p:spPr>
            <a:xfrm>
              <a:off x="3828681" y="1712903"/>
              <a:ext cx="90687" cy="424733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8" name="Text 39">
              <a:extLst>
                <a:ext uri="{FF2B5EF4-FFF2-40B4-BE49-F238E27FC236}">
                  <a16:creationId xmlns:a16="http://schemas.microsoft.com/office/drawing/2014/main" id="{AB69C76C-C19B-FFFF-1BD4-07D20D7CD19F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REDACTED_00117</a:t>
              </a:r>
              <a:endParaRPr lang="en-US" sz="800"/>
            </a:p>
          </p:txBody>
        </p: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B8D32915-892F-FC1A-9995-E7A4F8A890FF}"/>
              </a:ext>
            </a:extLst>
          </p:cNvPr>
          <p:cNvGrpSpPr/>
          <p:nvPr/>
        </p:nvGrpSpPr>
        <p:grpSpPr>
          <a:xfrm>
            <a:off x="3717780" y="2107612"/>
            <a:ext cx="3065147" cy="330976"/>
            <a:chOff x="3828681" y="1704593"/>
            <a:chExt cx="7721343" cy="433878"/>
          </a:xfrm>
        </p:grpSpPr>
        <p:sp>
          <p:nvSpPr>
            <p:cNvPr id="250" name="Shape 37">
              <a:extLst>
                <a:ext uri="{FF2B5EF4-FFF2-40B4-BE49-F238E27FC236}">
                  <a16:creationId xmlns:a16="http://schemas.microsoft.com/office/drawing/2014/main" id="{9D751449-BC49-2B15-E248-260D09406E67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1" name="Shape 38">
              <a:extLst>
                <a:ext uri="{FF2B5EF4-FFF2-40B4-BE49-F238E27FC236}">
                  <a16:creationId xmlns:a16="http://schemas.microsoft.com/office/drawing/2014/main" id="{07201D6B-C45D-12F5-815F-CBDF981F76EB}"/>
                </a:ext>
              </a:extLst>
            </p:cNvPr>
            <p:cNvSpPr/>
            <p:nvPr/>
          </p:nvSpPr>
          <p:spPr>
            <a:xfrm>
              <a:off x="3828681" y="1712903"/>
              <a:ext cx="90687" cy="424733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2" name="Text 39">
              <a:extLst>
                <a:ext uri="{FF2B5EF4-FFF2-40B4-BE49-F238E27FC236}">
                  <a16:creationId xmlns:a16="http://schemas.microsoft.com/office/drawing/2014/main" id="{D115AC8F-0E31-CE1A-E46C-6E1171A4D19E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REDACTED_00118</a:t>
              </a:r>
              <a:r>
                <a:rPr lang="en-US" sz="800" err="1">
                  <a:solidFill>
                    <a:srgbClr val="1A3A36"/>
                  </a:solidFill>
                </a:rPr>
                <a:t>REDACTED_00119</a:t>
              </a:r>
              <a:r>
                <a:rPr lang="en-US" sz="800">
                  <a:solidFill>
                    <a:srgbClr val="1A3A36"/>
                  </a:solidFill>
                </a:rPr>
                <a:t>REDACTED_00120</a:t>
              </a:r>
              <a:endParaRPr lang="en-US" sz="800"/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7D70338B-8F9D-A70D-4874-1D6DEB000B49}"/>
              </a:ext>
            </a:extLst>
          </p:cNvPr>
          <p:cNvGrpSpPr/>
          <p:nvPr/>
        </p:nvGrpSpPr>
        <p:grpSpPr>
          <a:xfrm>
            <a:off x="3717780" y="2472282"/>
            <a:ext cx="3065147" cy="336563"/>
            <a:chOff x="3828681" y="1696973"/>
            <a:chExt cx="7721343" cy="449116"/>
          </a:xfrm>
        </p:grpSpPr>
        <p:sp>
          <p:nvSpPr>
            <p:cNvPr id="254" name="Shape 37">
              <a:extLst>
                <a:ext uri="{FF2B5EF4-FFF2-40B4-BE49-F238E27FC236}">
                  <a16:creationId xmlns:a16="http://schemas.microsoft.com/office/drawing/2014/main" id="{0A9CF36F-69BC-7FDF-5A68-27B0BE20013B}"/>
                </a:ext>
              </a:extLst>
            </p:cNvPr>
            <p:cNvSpPr/>
            <p:nvPr/>
          </p:nvSpPr>
          <p:spPr>
            <a:xfrm>
              <a:off x="3828684" y="1713737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5" name="Shape 38">
              <a:extLst>
                <a:ext uri="{FF2B5EF4-FFF2-40B4-BE49-F238E27FC236}">
                  <a16:creationId xmlns:a16="http://schemas.microsoft.com/office/drawing/2014/main" id="{15A064A4-EF9C-420A-6499-AF7B847B49F0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6" name="Text 39">
              <a:extLst>
                <a:ext uri="{FF2B5EF4-FFF2-40B4-BE49-F238E27FC236}">
                  <a16:creationId xmlns:a16="http://schemas.microsoft.com/office/drawing/2014/main" id="{8BA5F3AF-6D16-4A10-8404-B2CFD1FCDB70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REDACTED_00121</a:t>
              </a:r>
              <a:endParaRPr lang="en-US" sz="800"/>
            </a:p>
          </p:txBody>
        </p:sp>
      </p:grpSp>
      <p:sp>
        <p:nvSpPr>
          <p:cNvPr id="257" name="Shape 229">
            <a:extLst>
              <a:ext uri="{FF2B5EF4-FFF2-40B4-BE49-F238E27FC236}">
                <a16:creationId xmlns:a16="http://schemas.microsoft.com/office/drawing/2014/main" id="{122DF4F8-686E-5396-014F-168D3053EAF4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REDACTED_00082</a:t>
            </a:r>
          </a:p>
        </p:txBody>
      </p:sp>
      <p:sp>
        <p:nvSpPr>
          <p:cNvPr id="275" name="Text 35">
            <a:extLst>
              <a:ext uri="{FF2B5EF4-FFF2-40B4-BE49-F238E27FC236}">
                <a16:creationId xmlns:a16="http://schemas.microsoft.com/office/drawing/2014/main" id="{A39B48DB-B50E-F9DF-BB91-F3B70E1FF33D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77" name="Shape 36">
            <a:extLst>
              <a:ext uri="{FF2B5EF4-FFF2-40B4-BE49-F238E27FC236}">
                <a16:creationId xmlns:a16="http://schemas.microsoft.com/office/drawing/2014/main" id="{1F8B6E6A-7439-1E68-42A3-82BEF7C619CA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9" name="Text 35">
            <a:extLst>
              <a:ext uri="{FF2B5EF4-FFF2-40B4-BE49-F238E27FC236}">
                <a16:creationId xmlns:a16="http://schemas.microsoft.com/office/drawing/2014/main" id="{ED513B88-7EDB-CA25-5718-6C1A1D4381A4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281" name="Shape 36">
            <a:extLst>
              <a:ext uri="{FF2B5EF4-FFF2-40B4-BE49-F238E27FC236}">
                <a16:creationId xmlns:a16="http://schemas.microsoft.com/office/drawing/2014/main" id="{49FDAC60-4860-FF48-05E4-E276888BF577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85" name="Picture 284">
            <a:extLst>
              <a:ext uri="{FF2B5EF4-FFF2-40B4-BE49-F238E27FC236}">
                <a16:creationId xmlns:a16="http://schemas.microsoft.com/office/drawing/2014/main" id="{E259CE7E-AE32-1AB2-FB2D-87014D013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6000" y="4413600"/>
            <a:ext cx="1314349" cy="1878635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7" name="Picture 286">
            <a:extLst>
              <a:ext uri="{FF2B5EF4-FFF2-40B4-BE49-F238E27FC236}">
                <a16:creationId xmlns:a16="http://schemas.microsoft.com/office/drawing/2014/main" id="{74762CC9-161A-109B-0BC4-1DAA737D12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800" y="4413600"/>
            <a:ext cx="1314744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9" name="Picture 288">
            <a:extLst>
              <a:ext uri="{FF2B5EF4-FFF2-40B4-BE49-F238E27FC236}">
                <a16:creationId xmlns:a16="http://schemas.microsoft.com/office/drawing/2014/main" id="{B643AEF4-F71B-A2FA-CFB6-75A208CACB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200" y="4413600"/>
            <a:ext cx="1314744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97" name="TextBox 296">
            <a:extLst>
              <a:ext uri="{FF2B5EF4-FFF2-40B4-BE49-F238E27FC236}">
                <a16:creationId xmlns:a16="http://schemas.microsoft.com/office/drawing/2014/main" id="{81219575-5CE7-9C1D-EB6A-67A06538758F}"/>
              </a:ext>
            </a:extLst>
          </p:cNvPr>
          <p:cNvSpPr txBox="1"/>
          <p:nvPr/>
        </p:nvSpPr>
        <p:spPr>
          <a:xfrm>
            <a:off x="2088000" y="4636800"/>
            <a:ext cx="3322986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REDACTED_00122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REDACTED_00123</a:t>
            </a:r>
            <a:r>
              <a:rPr lang="en-US" sz="800" err="1">
                <a:solidFill>
                  <a:srgbClr val="444444"/>
                </a:solidFill>
                <a:latin typeface="Calibri" panose="020F0502020204030204"/>
              </a:rPr>
              <a:t>REDACTED_00093</a:t>
            </a: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REDACTED_00124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REDACTED_00125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REDACTED_00093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EA2904-707D-C7AF-3AC9-8B74783784EC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>
                <a:solidFill>
                  <a:srgbClr val="003C23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REDACTED_00127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REDACTED_00128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REDACTED_00129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305CC1-B430-886D-0CC9-2C176B43B43C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REDACTED_00131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REDACTED_00132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REDACTED_00133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REDACTED_00134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REDACTED_00135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A9CD51F-00B3-F00E-B144-A883DBBCBF5B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35">
            <a:extLst>
              <a:ext uri="{FF2B5EF4-FFF2-40B4-BE49-F238E27FC236}">
                <a16:creationId xmlns:a16="http://schemas.microsoft.com/office/drawing/2014/main" id="{9445EC31-6C81-0EC0-BE13-B29B11EBEFD1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5" name="Shape 36">
            <a:extLst>
              <a:ext uri="{FF2B5EF4-FFF2-40B4-BE49-F238E27FC236}">
                <a16:creationId xmlns:a16="http://schemas.microsoft.com/office/drawing/2014/main" id="{44A710B0-8690-027E-50DA-BD5A1BFC7379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5">
            <a:extLst>
              <a:ext uri="{FF2B5EF4-FFF2-40B4-BE49-F238E27FC236}">
                <a16:creationId xmlns:a16="http://schemas.microsoft.com/office/drawing/2014/main" id="{D8CE11C4-E148-9FFB-2951-A5DAABC48244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9" name="Shape 36">
            <a:extLst>
              <a:ext uri="{FF2B5EF4-FFF2-40B4-BE49-F238E27FC236}">
                <a16:creationId xmlns:a16="http://schemas.microsoft.com/office/drawing/2014/main" id="{4E5298F7-5FBD-454D-6AA2-A6FF8796ABC6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1D5638-B824-5711-4273-9368B5B2DD91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11" name="PersonIcon">
              <a:extLst>
                <a:ext uri="{FF2B5EF4-FFF2-40B4-BE49-F238E27FC236}">
                  <a16:creationId xmlns:a16="http://schemas.microsoft.com/office/drawing/2014/main" id="{0BC7DA86-49AF-CFFD-E225-E6FB0080988F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 107">
              <a:extLst>
                <a:ext uri="{FF2B5EF4-FFF2-40B4-BE49-F238E27FC236}">
                  <a16:creationId xmlns:a16="http://schemas.microsoft.com/office/drawing/2014/main" id="{6199F33B-F9B7-A2A7-BCB3-B146F8B83BE6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3" name="Text 108">
              <a:extLst>
                <a:ext uri="{FF2B5EF4-FFF2-40B4-BE49-F238E27FC236}">
                  <a16:creationId xmlns:a16="http://schemas.microsoft.com/office/drawing/2014/main" id="{BF144092-4187-FAFD-4BC9-C34D6FFD4D60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REDACTED_00004</a:t>
              </a:r>
              <a:endParaRPr lang="en-US" sz="80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409BA99-6370-BE4E-7FBD-8EA46E918707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15" name="BuildingIcon">
              <a:extLst>
                <a:ext uri="{FF2B5EF4-FFF2-40B4-BE49-F238E27FC236}">
                  <a16:creationId xmlns:a16="http://schemas.microsoft.com/office/drawing/2014/main" id="{400DB025-D445-64EC-B323-E5544F0A500F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 109">
              <a:extLst>
                <a:ext uri="{FF2B5EF4-FFF2-40B4-BE49-F238E27FC236}">
                  <a16:creationId xmlns:a16="http://schemas.microsoft.com/office/drawing/2014/main" id="{7C821335-A0E5-34F7-0444-01F06992DE17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7" name="Text 110">
              <a:extLst>
                <a:ext uri="{FF2B5EF4-FFF2-40B4-BE49-F238E27FC236}">
                  <a16:creationId xmlns:a16="http://schemas.microsoft.com/office/drawing/2014/main" id="{0D47336A-5023-00A9-020F-F93E03288269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REDACTED_00136</a:t>
              </a:r>
              <a:endParaRPr lang="en-US" sz="8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4737827-9BED-5A42-8094-D0934578BC0D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19" name="GradCapIcon">
              <a:extLst>
                <a:ext uri="{FF2B5EF4-FFF2-40B4-BE49-F238E27FC236}">
                  <a16:creationId xmlns:a16="http://schemas.microsoft.com/office/drawing/2014/main" id="{79CEEDBE-A443-53A7-2355-785EC90BC04C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 111">
              <a:extLst>
                <a:ext uri="{FF2B5EF4-FFF2-40B4-BE49-F238E27FC236}">
                  <a16:creationId xmlns:a16="http://schemas.microsoft.com/office/drawing/2014/main" id="{F62BFBB6-ED27-564A-28B4-BB099F1D5777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21" name="Text 112">
              <a:extLst>
                <a:ext uri="{FF2B5EF4-FFF2-40B4-BE49-F238E27FC236}">
                  <a16:creationId xmlns:a16="http://schemas.microsoft.com/office/drawing/2014/main" id="{263484E8-9463-F3A0-8B30-2E54A62255AB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REDACTED_00137</a:t>
              </a:r>
              <a:endParaRPr lang="en-US" sz="80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1C45258-C940-B86E-4959-1E09304B8216}"/>
              </a:ext>
            </a:extLst>
          </p:cNvPr>
          <p:cNvGrpSpPr/>
          <p:nvPr/>
        </p:nvGrpSpPr>
        <p:grpSpPr>
          <a:xfrm>
            <a:off x="9762956" y="2847600"/>
            <a:ext cx="2445641" cy="3087520"/>
            <a:chOff x="9762956" y="2847600"/>
            <a:chExt cx="2445641" cy="30875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ADCFE3B-5CF4-90B7-11EF-B1A1DFCF62FB}"/>
                </a:ext>
              </a:extLst>
            </p:cNvPr>
            <p:cNvGrpSpPr/>
            <p:nvPr/>
          </p:nvGrpSpPr>
          <p:grpSpPr>
            <a:xfrm>
              <a:off x="9986400" y="2847600"/>
              <a:ext cx="2222197" cy="3087520"/>
              <a:chOff x="11866206" y="7800394"/>
              <a:chExt cx="2222197" cy="3087520"/>
            </a:xfrm>
          </p:grpSpPr>
          <p:sp>
            <p:nvSpPr>
              <p:cNvPr id="4" name="Text 11">
                <a:extLst>
                  <a:ext uri="{FF2B5EF4-FFF2-40B4-BE49-F238E27FC236}">
                    <a16:creationId xmlns:a16="http://schemas.microsoft.com/office/drawing/2014/main" id="{2A21F3F9-85E9-B83E-59F4-B1CCBDB1B99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4" y="7883016"/>
                <a:ext cx="1440000" cy="1587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650">
                    <a:solidFill>
                      <a:srgbClr val="444444"/>
                    </a:solidFill>
                  </a:rPr>
                  <a:t>REDACTED_00039</a:t>
                </a:r>
              </a:p>
              <a:p>
                <a:r>
                  <a:rPr lang="en-US" sz="650">
                    <a:solidFill>
                      <a:srgbClr val="444444"/>
                    </a:solidFill>
                  </a:rPr>
                  <a:t>REDACTED_00138</a:t>
                </a:r>
              </a:p>
            </p:txBody>
          </p:sp>
          <p:sp>
            <p:nvSpPr>
              <p:cNvPr id="6" name="Text 12">
                <a:extLst>
                  <a:ext uri="{FF2B5EF4-FFF2-40B4-BE49-F238E27FC236}">
                    <a16:creationId xmlns:a16="http://schemas.microsoft.com/office/drawing/2014/main" id="{ADC43D7A-895A-63B2-952A-B779FBEC3CE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4" y="7926956"/>
                <a:ext cx="1601159" cy="13229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endParaRPr lang="en-US" sz="650">
                  <a:solidFill>
                    <a:srgbClr val="444444"/>
                  </a:solidFill>
                </a:endParaRPr>
              </a:p>
            </p:txBody>
          </p:sp>
          <p:sp>
            <p:nvSpPr>
              <p:cNvPr id="8" name="Text 15">
                <a:extLst>
                  <a:ext uri="{FF2B5EF4-FFF2-40B4-BE49-F238E27FC236}">
                    <a16:creationId xmlns:a16="http://schemas.microsoft.com/office/drawing/2014/main" id="{6EA9E138-F666-EB67-313F-A66868961B0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4" y="8276419"/>
                <a:ext cx="1440000" cy="29105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650">
                    <a:solidFill>
                      <a:srgbClr val="444444"/>
                    </a:solidFill>
                  </a:rPr>
                  <a:t>REDACTED_00083</a:t>
                </a:r>
              </a:p>
            </p:txBody>
          </p:sp>
          <p:sp>
            <p:nvSpPr>
              <p:cNvPr id="22" name="Text 19">
                <a:extLst>
                  <a:ext uri="{FF2B5EF4-FFF2-40B4-BE49-F238E27FC236}">
                    <a16:creationId xmlns:a16="http://schemas.microsoft.com/office/drawing/2014/main" id="{D79773A2-6D9D-5627-A957-46D647C4364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5" y="8802118"/>
                <a:ext cx="1440000" cy="1587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650" b="1">
                    <a:solidFill>
                      <a:srgbClr val="444444"/>
                    </a:solidFill>
                  </a:rPr>
                  <a:t>REDACTED_00084</a:t>
                </a:r>
              </a:p>
              <a:p>
                <a:r>
                  <a:rPr lang="en-US" sz="650" b="1">
                    <a:solidFill>
                      <a:srgbClr val="444444"/>
                    </a:solidFill>
                  </a:rPr>
                  <a:t>REDACTED_00139</a:t>
                </a:r>
                <a:r>
                  <a:rPr lang="en-US" sz="650" b="1" err="1">
                    <a:solidFill>
                      <a:srgbClr val="444444"/>
                    </a:solidFill>
                  </a:rPr>
                  <a:t>REDACTED_00140</a:t>
                </a:r>
                <a:endParaRPr lang="en-US" sz="650" b="1">
                  <a:solidFill>
                    <a:srgbClr val="444444"/>
                  </a:solidFill>
                </a:endParaRPr>
              </a:p>
            </p:txBody>
          </p:sp>
          <p:sp>
            <p:nvSpPr>
              <p:cNvPr id="23" name="Text 23">
                <a:extLst>
                  <a:ext uri="{FF2B5EF4-FFF2-40B4-BE49-F238E27FC236}">
                    <a16:creationId xmlns:a16="http://schemas.microsoft.com/office/drawing/2014/main" id="{DCF3E483-541C-4E9B-BCC4-749F096831E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4" y="9264777"/>
                <a:ext cx="1440000" cy="1587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650">
                    <a:solidFill>
                      <a:srgbClr val="444444"/>
                    </a:solidFill>
                  </a:rPr>
                  <a:t>REDACTED_00086</a:t>
                </a:r>
              </a:p>
              <a:p>
                <a:r>
                  <a:rPr lang="en-US" sz="650">
                    <a:solidFill>
                      <a:srgbClr val="444444"/>
                    </a:solidFill>
                  </a:rPr>
                  <a:t>REDACTED_00141</a:t>
                </a:r>
                <a:r>
                  <a:rPr lang="en-US" sz="650" err="1">
                    <a:solidFill>
                      <a:srgbClr val="444444"/>
                    </a:solidFill>
                  </a:rPr>
                  <a:t>REDACTED_00142</a:t>
                </a:r>
                <a:r>
                  <a:rPr lang="en-US" sz="650">
                    <a:solidFill>
                      <a:srgbClr val="444444"/>
                    </a:solidFill>
                  </a:rPr>
                  <a:t>REDACTED_00143</a:t>
                </a:r>
              </a:p>
            </p:txBody>
          </p:sp>
          <p:sp>
            <p:nvSpPr>
              <p:cNvPr id="24" name="Text 28">
                <a:extLst>
                  <a:ext uri="{FF2B5EF4-FFF2-40B4-BE49-F238E27FC236}">
                    <a16:creationId xmlns:a16="http://schemas.microsoft.com/office/drawing/2014/main" id="{3C287474-36C6-2843-84CD-B95343D96B4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4" y="9670161"/>
                <a:ext cx="1440000" cy="2733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650">
                    <a:solidFill>
                      <a:srgbClr val="444444"/>
                    </a:solidFill>
                  </a:rPr>
                  <a:t>REDACTED_00144</a:t>
                </a:r>
              </a:p>
            </p:txBody>
          </p:sp>
          <p:sp>
            <p:nvSpPr>
              <p:cNvPr id="25" name="Text 32">
                <a:extLst>
                  <a:ext uri="{FF2B5EF4-FFF2-40B4-BE49-F238E27FC236}">
                    <a16:creationId xmlns:a16="http://schemas.microsoft.com/office/drawing/2014/main" id="{0BB6703A-561A-39C6-5E36-73E967191F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4" y="10646536"/>
                <a:ext cx="1440000" cy="1587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650">
                    <a:solidFill>
                      <a:srgbClr val="444444"/>
                    </a:solidFill>
                  </a:rPr>
                  <a:t>REDACTED_00058</a:t>
                </a:r>
              </a:p>
              <a:p>
                <a:r>
                  <a:rPr lang="en-US" sz="650">
                    <a:solidFill>
                      <a:srgbClr val="444444"/>
                    </a:solidFill>
                  </a:rPr>
                  <a:t>REDACTED_00145</a:t>
                </a:r>
              </a:p>
            </p:txBody>
          </p:sp>
          <p:sp>
            <p:nvSpPr>
              <p:cNvPr id="26" name="Shape 188">
                <a:extLst>
                  <a:ext uri="{FF2B5EF4-FFF2-40B4-BE49-F238E27FC236}">
                    <a16:creationId xmlns:a16="http://schemas.microsoft.com/office/drawing/2014/main" id="{3881BB21-08ED-3118-9F45-7B89D078B6E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039093" y="7954218"/>
                <a:ext cx="50226" cy="2772000"/>
              </a:xfrm>
              <a:prstGeom prst="roundRect">
                <a:avLst>
                  <a:gd name="adj" fmla="val 44444"/>
                </a:avLst>
              </a:prstGeom>
              <a:solidFill>
                <a:schemeClr val="bg2"/>
              </a:solidFill>
              <a:ln w="12700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7" name="Shape 189">
                <a:extLst>
                  <a:ext uri="{FF2B5EF4-FFF2-40B4-BE49-F238E27FC236}">
                    <a16:creationId xmlns:a16="http://schemas.microsoft.com/office/drawing/2014/main" id="{D7D282DF-7B87-2448-B05F-6C083A07C58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039093" y="7954218"/>
                <a:ext cx="50226" cy="1332000"/>
              </a:xfrm>
              <a:prstGeom prst="roundRect">
                <a:avLst>
                  <a:gd name="adj" fmla="val 44444"/>
                </a:avLst>
              </a:prstGeom>
              <a:solidFill>
                <a:srgbClr val="003C23"/>
              </a:solidFill>
              <a:ln w="12700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8" name="Shape 206">
                <a:extLst>
                  <a:ext uri="{FF2B5EF4-FFF2-40B4-BE49-F238E27FC236}">
                    <a16:creationId xmlns:a16="http://schemas.microsoft.com/office/drawing/2014/main" id="{655E56B7-F87A-DE58-FE0F-5E6F25A663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66206" y="8683496"/>
                <a:ext cx="396000" cy="396000"/>
              </a:xfrm>
              <a:prstGeom prst="ellipse">
                <a:avLst/>
              </a:prstGeom>
              <a:solidFill>
                <a:srgbClr val="003C23"/>
              </a:solidFill>
              <a:ln w="19050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5F874B7-9D3F-0591-2BE7-E4316507B2F6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902206" y="7800394"/>
                <a:ext cx="324000" cy="324000"/>
                <a:chOff x="11899058" y="7800394"/>
                <a:chExt cx="324000" cy="324000"/>
              </a:xfrm>
            </p:grpSpPr>
            <p:sp>
              <p:nvSpPr>
                <p:cNvPr id="52" name="Shape 190">
                  <a:extLst>
                    <a:ext uri="{FF2B5EF4-FFF2-40B4-BE49-F238E27FC236}">
                      <a16:creationId xmlns:a16="http://schemas.microsoft.com/office/drawing/2014/main" id="{752CDD99-B63D-67D6-5D4F-6413F16A988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9058" y="7800394"/>
                  <a:ext cx="324000" cy="324000"/>
                </a:xfrm>
                <a:prstGeom prst="ellipse">
                  <a:avLst/>
                </a:prstGeom>
                <a:solidFill>
                  <a:srgbClr val="005832"/>
                </a:solidFill>
                <a:ln w="9525">
                  <a:solidFill>
                    <a:srgbClr val="003C23"/>
                  </a:solidFill>
                  <a:prstDash val="solid"/>
                </a:ln>
                <a:effectLst>
                  <a:outerShdw blurRad="508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AU">
                    <a:solidFill>
                      <a:srgbClr val="F55A2D"/>
                    </a:solidFill>
                  </a:endParaRPr>
                </a:p>
              </p:txBody>
            </p:sp>
            <p:sp>
              <p:nvSpPr>
                <p:cNvPr id="53" name="Text 191">
                  <a:extLst>
                    <a:ext uri="{FF2B5EF4-FFF2-40B4-BE49-F238E27FC236}">
                      <a16:creationId xmlns:a16="http://schemas.microsoft.com/office/drawing/2014/main" id="{4FDDDCF9-2950-8503-A8FA-312D6C7C21B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9058" y="7800394"/>
                  <a:ext cx="324000" cy="3240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chemeClr val="bg2"/>
                      </a:solidFill>
                    </a:rPr>
                    <a:t>REDACTED_00051</a:t>
                  </a:r>
                  <a:endParaRPr lang="en-US" sz="650">
                    <a:solidFill>
                      <a:schemeClr val="bg2"/>
                    </a:solidFill>
                  </a:endParaRP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FCB18790-99C0-2122-0999-76CCD5CA7603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902206" y="8259945"/>
                <a:ext cx="324000" cy="324000"/>
                <a:chOff x="11899058" y="8352765"/>
                <a:chExt cx="324000" cy="324000"/>
              </a:xfrm>
            </p:grpSpPr>
            <p:sp>
              <p:nvSpPr>
                <p:cNvPr id="48" name="Shape 193">
                  <a:extLst>
                    <a:ext uri="{FF2B5EF4-FFF2-40B4-BE49-F238E27FC236}">
                      <a16:creationId xmlns:a16="http://schemas.microsoft.com/office/drawing/2014/main" id="{2C4B9A87-8812-63B7-EE4D-41C3C21DE50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9058" y="8352765"/>
                  <a:ext cx="324000" cy="324000"/>
                </a:xfrm>
                <a:prstGeom prst="ellipse">
                  <a:avLst/>
                </a:prstGeom>
                <a:solidFill>
                  <a:srgbClr val="005832"/>
                </a:solidFill>
                <a:ln w="9525">
                  <a:solidFill>
                    <a:srgbClr val="003C23"/>
                  </a:solidFill>
                  <a:prstDash val="solid"/>
                </a:ln>
                <a:effectLst>
                  <a:outerShdw blurRad="508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anchor="ctr"/>
                <a:lstStyle/>
                <a:p>
                  <a:endParaRPr lang="en-AU">
                    <a:solidFill>
                      <a:srgbClr val="F55A2D"/>
                    </a:solidFill>
                  </a:endParaRPr>
                </a:p>
              </p:txBody>
            </p:sp>
            <p:sp>
              <p:nvSpPr>
                <p:cNvPr id="50" name="Text 194">
                  <a:extLst>
                    <a:ext uri="{FF2B5EF4-FFF2-40B4-BE49-F238E27FC236}">
                      <a16:creationId xmlns:a16="http://schemas.microsoft.com/office/drawing/2014/main" id="{9B433099-E4EA-AFFD-C064-99531B07E9F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917058" y="8385498"/>
                  <a:ext cx="288000" cy="2880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650" b="1">
                      <a:solidFill>
                        <a:schemeClr val="bg2"/>
                      </a:solidFill>
                    </a:rPr>
                    <a:t>REDACTED_00052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958187F7-BCCE-AA55-6B88-1FFE3A521CB5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902206" y="9644814"/>
                <a:ext cx="324000" cy="324000"/>
                <a:chOff x="11899058" y="10018201"/>
                <a:chExt cx="324000" cy="324000"/>
              </a:xfrm>
            </p:grpSpPr>
            <p:sp>
              <p:nvSpPr>
                <p:cNvPr id="46" name="Shape 202">
                  <a:extLst>
                    <a:ext uri="{FF2B5EF4-FFF2-40B4-BE49-F238E27FC236}">
                      <a16:creationId xmlns:a16="http://schemas.microsoft.com/office/drawing/2014/main" id="{21263A92-5EA6-FA10-0828-B27F782E603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9058" y="10018201"/>
                  <a:ext cx="324000" cy="324000"/>
                </a:xfrm>
                <a:prstGeom prst="ellipse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prstDash val="solid"/>
                </a:ln>
                <a:effectLst>
                  <a:outerShdw blurRad="508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AU">
                    <a:solidFill>
                      <a:srgbClr val="003C23"/>
                    </a:solidFill>
                  </a:endParaRPr>
                </a:p>
              </p:txBody>
            </p:sp>
            <p:sp>
              <p:nvSpPr>
                <p:cNvPr id="47" name="Text 207">
                  <a:extLst>
                    <a:ext uri="{FF2B5EF4-FFF2-40B4-BE49-F238E27FC236}">
                      <a16:creationId xmlns:a16="http://schemas.microsoft.com/office/drawing/2014/main" id="{6919FDCA-30B3-AE2A-335D-681303E5AB7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917058" y="10032810"/>
                  <a:ext cx="288000" cy="2880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003C23"/>
                      </a:solidFill>
                    </a:rPr>
                    <a:t>REDACTED_00055</a:t>
                  </a:r>
                  <a:endParaRPr lang="en-US" sz="650">
                    <a:solidFill>
                      <a:srgbClr val="003C23"/>
                    </a:solidFill>
                  </a:endParaRP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97F79698-DB11-9B51-4648-570234535847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902206" y="10563914"/>
                <a:ext cx="324000" cy="324000"/>
                <a:chOff x="11899058" y="10563914"/>
                <a:chExt cx="324000" cy="324000"/>
              </a:xfrm>
            </p:grpSpPr>
            <p:sp>
              <p:nvSpPr>
                <p:cNvPr id="44" name="Shape 210">
                  <a:extLst>
                    <a:ext uri="{FF2B5EF4-FFF2-40B4-BE49-F238E27FC236}">
                      <a16:creationId xmlns:a16="http://schemas.microsoft.com/office/drawing/2014/main" id="{81E529D0-FBFF-319C-61E7-13537F260C3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9058" y="10563914"/>
                  <a:ext cx="324000" cy="324000"/>
                </a:xfrm>
                <a:prstGeom prst="ellipse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prstDash val="solid"/>
                </a:ln>
                <a:effectLst>
                  <a:outerShdw blurRad="508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45" name="Text 211">
                  <a:extLst>
                    <a:ext uri="{FF2B5EF4-FFF2-40B4-BE49-F238E27FC236}">
                      <a16:creationId xmlns:a16="http://schemas.microsoft.com/office/drawing/2014/main" id="{B396D23A-5D6D-275C-F33B-E4BBED45342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917058" y="10581914"/>
                  <a:ext cx="288000" cy="2880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003C23"/>
                      </a:solidFill>
                    </a:rPr>
                    <a:t>REDACTED_00057</a:t>
                  </a:r>
                  <a:endParaRPr lang="en-US" sz="650">
                    <a:solidFill>
                      <a:srgbClr val="003C23"/>
                    </a:solidFill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46A5729-E56B-07C4-BEBD-AAD41CE4BDDB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902132" y="9179047"/>
                <a:ext cx="324149" cy="330216"/>
                <a:chOff x="11898909" y="9466650"/>
                <a:chExt cx="324149" cy="330216"/>
              </a:xfrm>
            </p:grpSpPr>
            <p:sp>
              <p:nvSpPr>
                <p:cNvPr id="41" name="Text 203">
                  <a:extLst>
                    <a:ext uri="{FF2B5EF4-FFF2-40B4-BE49-F238E27FC236}">
                      <a16:creationId xmlns:a16="http://schemas.microsoft.com/office/drawing/2014/main" id="{6F5FBA0C-D594-6025-4DDE-D1CE95CB5DC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9058" y="9472866"/>
                  <a:ext cx="324000" cy="3240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chemeClr val="bg1"/>
                      </a:solidFill>
                    </a:rPr>
                    <a:t>REDACTED_00090</a:t>
                  </a:r>
                  <a:endParaRPr lang="en-US" sz="6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2" name="Shape 202">
                  <a:extLst>
                    <a:ext uri="{FF2B5EF4-FFF2-40B4-BE49-F238E27FC236}">
                      <a16:creationId xmlns:a16="http://schemas.microsoft.com/office/drawing/2014/main" id="{22F171E0-5EAD-68EB-47F7-C07F788F612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8909" y="9466650"/>
                  <a:ext cx="324000" cy="324000"/>
                </a:xfrm>
                <a:prstGeom prst="ellipse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prstDash val="solid"/>
                </a:ln>
                <a:effectLst>
                  <a:outerShdw blurRad="508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AU">
                    <a:solidFill>
                      <a:srgbClr val="003C23"/>
                    </a:solidFill>
                  </a:endParaRPr>
                </a:p>
              </p:txBody>
            </p:sp>
            <p:sp>
              <p:nvSpPr>
                <p:cNvPr id="43" name="Text 207">
                  <a:extLst>
                    <a:ext uri="{FF2B5EF4-FFF2-40B4-BE49-F238E27FC236}">
                      <a16:creationId xmlns:a16="http://schemas.microsoft.com/office/drawing/2014/main" id="{FE1503D8-BA17-F7C6-C27B-5A97D96D17D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917058" y="9483706"/>
                  <a:ext cx="288000" cy="2880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003C23"/>
                      </a:solidFill>
                    </a:rPr>
                    <a:t>REDACTED_00054</a:t>
                  </a:r>
                  <a:endParaRPr lang="en-US" sz="650">
                    <a:solidFill>
                      <a:srgbClr val="003C23"/>
                    </a:solidFill>
                  </a:endParaRPr>
                </a:p>
              </p:txBody>
            </p:sp>
          </p:grpSp>
          <p:sp>
            <p:nvSpPr>
              <p:cNvPr id="36" name="Text 199">
                <a:extLst>
                  <a:ext uri="{FF2B5EF4-FFF2-40B4-BE49-F238E27FC236}">
                    <a16:creationId xmlns:a16="http://schemas.microsoft.com/office/drawing/2014/main" id="{C769F997-C33B-0E53-EC54-F6690A950B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3761" y="8738954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2"/>
                    </a:solidFill>
                  </a:rPr>
                  <a:t>REDACTED_00053</a:t>
                </a:r>
                <a:endParaRPr lang="en-US" sz="650">
                  <a:solidFill>
                    <a:schemeClr val="bg2"/>
                  </a:solidFill>
                </a:endParaRPr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DE912BE-D9F3-AF12-95F3-02932188B6F7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902206" y="10104365"/>
                <a:ext cx="324000" cy="324000"/>
                <a:chOff x="11899058" y="10018201"/>
                <a:chExt cx="324000" cy="324000"/>
              </a:xfrm>
            </p:grpSpPr>
            <p:sp>
              <p:nvSpPr>
                <p:cNvPr id="39" name="Shape 202">
                  <a:extLst>
                    <a:ext uri="{FF2B5EF4-FFF2-40B4-BE49-F238E27FC236}">
                      <a16:creationId xmlns:a16="http://schemas.microsoft.com/office/drawing/2014/main" id="{90EB2EDC-CC02-BE21-B3C4-E1C996F9453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9058" y="10018201"/>
                  <a:ext cx="324000" cy="324000"/>
                </a:xfrm>
                <a:prstGeom prst="ellipse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prstDash val="solid"/>
                </a:ln>
                <a:effectLst>
                  <a:outerShdw blurRad="508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40" name="Text 207">
                  <a:extLst>
                    <a:ext uri="{FF2B5EF4-FFF2-40B4-BE49-F238E27FC236}">
                      <a16:creationId xmlns:a16="http://schemas.microsoft.com/office/drawing/2014/main" id="{6FEDD6D3-A7F9-2A03-4531-B7CB1CB3BFD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917058" y="10032810"/>
                  <a:ext cx="288000" cy="2880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003C23"/>
                      </a:solidFill>
                    </a:rPr>
                    <a:t>REDACTED_00056</a:t>
                  </a:r>
                  <a:endParaRPr lang="en-US" sz="650">
                    <a:solidFill>
                      <a:srgbClr val="003C23"/>
                    </a:solidFill>
                  </a:endParaRPr>
                </a:p>
              </p:txBody>
            </p:sp>
          </p:grpSp>
          <p:sp>
            <p:nvSpPr>
              <p:cNvPr id="38" name="Text 28">
                <a:extLst>
                  <a:ext uri="{FF2B5EF4-FFF2-40B4-BE49-F238E27FC236}">
                    <a16:creationId xmlns:a16="http://schemas.microsoft.com/office/drawing/2014/main" id="{63DA1A0E-A59E-ADB9-D36D-6A34736BEC7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5" y="10129712"/>
                <a:ext cx="1440000" cy="2733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650">
                    <a:solidFill>
                      <a:srgbClr val="444444"/>
                    </a:solidFill>
                  </a:rPr>
                  <a:t>REDACTED_00049</a:t>
                </a:r>
              </a:p>
            </p:txBody>
          </p:sp>
        </p:grp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55E0054-BB2C-2118-7409-832187315A0C}"/>
                </a:ext>
              </a:extLst>
            </p:cNvPr>
            <p:cNvCxnSpPr>
              <a:cxnSpLocks/>
            </p:cNvCxnSpPr>
            <p:nvPr/>
          </p:nvCxnSpPr>
          <p:spPr>
            <a:xfrm>
              <a:off x="9762956" y="4628056"/>
              <a:ext cx="2266698" cy="0"/>
            </a:xfrm>
            <a:prstGeom prst="line">
              <a:avLst/>
            </a:prstGeom>
            <a:ln w="25400">
              <a:solidFill>
                <a:srgbClr val="F1AE8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60D8643-BC6D-794B-9ECD-B13BEDB31FBA}"/>
                </a:ext>
              </a:extLst>
            </p:cNvPr>
            <p:cNvSpPr txBox="1"/>
            <p:nvPr/>
          </p:nvSpPr>
          <p:spPr>
            <a:xfrm rot="5400000">
              <a:off x="11413164" y="4002361"/>
              <a:ext cx="105494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AU" sz="800" b="1">
                  <a:solidFill>
                    <a:srgbClr val="F1AE81"/>
                  </a:solidFill>
                  <a:latin typeface="Inter"/>
                </a:rPr>
                <a:t>REDACTED_00146</a:t>
              </a:r>
            </a:p>
          </p:txBody>
        </p:sp>
      </p:grpSp>
      <p:sp>
        <p:nvSpPr>
          <p:cNvPr id="70" name="Text 6">
            <a:extLst>
              <a:ext uri="{FF2B5EF4-FFF2-40B4-BE49-F238E27FC236}">
                <a16:creationId xmlns:a16="http://schemas.microsoft.com/office/drawing/2014/main" id="{4B01C714-C0A6-07CA-61C1-396C047422F4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003C23"/>
                </a:solidFill>
              </a:rPr>
              <a:t>REDACTED_00038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8CA0C-7BFB-8DAF-AE66-0107F1DA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89">
            <a:extLst>
              <a:ext uri="{FF2B5EF4-FFF2-40B4-BE49-F238E27FC236}">
                <a16:creationId xmlns:a16="http://schemas.microsoft.com/office/drawing/2014/main" id="{BC96144B-DCD1-2E87-4B21-FF18884B07C7}"/>
              </a:ext>
            </a:extLst>
          </p:cNvPr>
          <p:cNvSpPr/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25547" b="-25547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6" name="Shape 13">
            <a:extLst>
              <a:ext uri="{FF2B5EF4-FFF2-40B4-BE49-F238E27FC236}">
                <a16:creationId xmlns:a16="http://schemas.microsoft.com/office/drawing/2014/main" id="{50D8398A-A94A-C870-66C8-394CE08C66F7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3" name="Shape 13">
            <a:extLst>
              <a:ext uri="{FF2B5EF4-FFF2-40B4-BE49-F238E27FC236}">
                <a16:creationId xmlns:a16="http://schemas.microsoft.com/office/drawing/2014/main" id="{141512C9-0701-B9B2-34AD-3534150CE5EC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9" name="Shape 229">
            <a:extLst>
              <a:ext uri="{FF2B5EF4-FFF2-40B4-BE49-F238E27FC236}">
                <a16:creationId xmlns:a16="http://schemas.microsoft.com/office/drawing/2014/main" id="{04AD323F-A7E3-3A43-F654-8BF9F79C0E01}"/>
              </a:ext>
            </a:extLst>
          </p:cNvPr>
          <p:cNvSpPr>
            <a:spLocks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7" name="Shape 9">
            <a:extLst>
              <a:ext uri="{FF2B5EF4-FFF2-40B4-BE49-F238E27FC236}">
                <a16:creationId xmlns:a16="http://schemas.microsoft.com/office/drawing/2014/main" id="{632770DC-224D-6ABF-DCF4-E53AEA294C13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2" name="Shape 46">
            <a:extLst>
              <a:ext uri="{FF2B5EF4-FFF2-40B4-BE49-F238E27FC236}">
                <a16:creationId xmlns:a16="http://schemas.microsoft.com/office/drawing/2014/main" id="{085210B8-58F5-1B77-7027-BE9F9EEB5CD6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9" name="Shape 46">
            <a:extLst>
              <a:ext uri="{FF2B5EF4-FFF2-40B4-BE49-F238E27FC236}">
                <a16:creationId xmlns:a16="http://schemas.microsoft.com/office/drawing/2014/main" id="{F86CE034-364D-952C-7701-C6860948FD3B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51E74C2-27D6-F691-1289-72C6B31599DB}"/>
              </a:ext>
            </a:extLst>
          </p:cNvPr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9" name="Shape 46">
            <a:extLst>
              <a:ext uri="{FF2B5EF4-FFF2-40B4-BE49-F238E27FC236}">
                <a16:creationId xmlns:a16="http://schemas.microsoft.com/office/drawing/2014/main" id="{97DCF27C-7FAC-D00C-425F-85EA22A42C96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3" name="Shape 105">
            <a:extLst>
              <a:ext uri="{FF2B5EF4-FFF2-40B4-BE49-F238E27FC236}">
                <a16:creationId xmlns:a16="http://schemas.microsoft.com/office/drawing/2014/main" id="{86A7ADEE-5E8D-43FF-FADF-2C0AAD762ED3}"/>
              </a:ext>
            </a:extLst>
          </p:cNvPr>
          <p:cNvSpPr>
            <a:spLocks/>
          </p:cNvSpPr>
          <p:nvPr/>
        </p:nvSpPr>
        <p:spPr>
          <a:xfrm>
            <a:off x="0" y="4359599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F5809A8-43D4-F6AF-350C-DA45445BCCFF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50800" dist="381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 2">
            <a:extLst>
              <a:ext uri="{FF2B5EF4-FFF2-40B4-BE49-F238E27FC236}">
                <a16:creationId xmlns:a16="http://schemas.microsoft.com/office/drawing/2014/main" id="{D1DF4DAB-C92E-C8B8-A56C-43A9C72B9AE9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Inter"/>
              </a:rPr>
              <a:t>REDACTED_00091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F0C0DE5-DA62-64D4-17AD-8507C3C18E06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2AFB448-E179-8A53-CFD0-B52E20280D52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REDACTED_00092</a:t>
              </a:r>
              <a:r>
                <a:rPr kumimoji="0" lang="en-US" sz="1300" b="1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REDACTED_00093</a:t>
              </a: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REDACTED_00094</a:t>
              </a:r>
            </a:p>
          </p:txBody>
        </p:sp>
        <p:sp>
          <p:nvSpPr>
            <p:cNvPr id="60" name="Text 4">
              <a:extLst>
                <a:ext uri="{FF2B5EF4-FFF2-40B4-BE49-F238E27FC236}">
                  <a16:creationId xmlns:a16="http://schemas.microsoft.com/office/drawing/2014/main" id="{625C500A-A67F-619B-57DC-BC7012011C2C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rgbClr val="93DCDC"/>
                  </a:solidFill>
                </a:rPr>
                <a:t>REDACTED_00095</a:t>
              </a:r>
              <a:endParaRPr lang="en-US" sz="700"/>
            </a:p>
          </p:txBody>
        </p:sp>
      </p:grpSp>
      <p:sp>
        <p:nvSpPr>
          <p:cNvPr id="62" name="Shape 5">
            <a:extLst>
              <a:ext uri="{FF2B5EF4-FFF2-40B4-BE49-F238E27FC236}">
                <a16:creationId xmlns:a16="http://schemas.microsoft.com/office/drawing/2014/main" id="{8FE86AC1-2027-8A34-BF4D-EF9934750BF1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rgbClr val="003C23"/>
          </a:solidFill>
          <a:ln w="1905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Text 6">
            <a:extLst>
              <a:ext uri="{FF2B5EF4-FFF2-40B4-BE49-F238E27FC236}">
                <a16:creationId xmlns:a16="http://schemas.microsoft.com/office/drawing/2014/main" id="{B48527D1-5555-02AE-E245-352FDBA11747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3DCDC"/>
                </a:solidFill>
              </a:rPr>
              <a:t>REDACTED_00096</a:t>
            </a:r>
            <a:endParaRPr lang="en-US" sz="900"/>
          </a:p>
        </p:txBody>
      </p:sp>
      <p:sp>
        <p:nvSpPr>
          <p:cNvPr id="64" name="Shape 7">
            <a:extLst>
              <a:ext uri="{FF2B5EF4-FFF2-40B4-BE49-F238E27FC236}">
                <a16:creationId xmlns:a16="http://schemas.microsoft.com/office/drawing/2014/main" id="{2C8535BD-EA20-72ED-7391-2F44FC0C798A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5" name="Text 8">
            <a:extLst>
              <a:ext uri="{FF2B5EF4-FFF2-40B4-BE49-F238E27FC236}">
                <a16:creationId xmlns:a16="http://schemas.microsoft.com/office/drawing/2014/main" id="{8A5E67CE-52A4-F741-04D3-90D8B68C1064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bg2"/>
                </a:solidFill>
              </a:rPr>
              <a:t>REDACTED_00097</a:t>
            </a:r>
          </a:p>
        </p:txBody>
      </p:sp>
      <p:sp>
        <p:nvSpPr>
          <p:cNvPr id="82" name="Shape 10">
            <a:extLst>
              <a:ext uri="{FF2B5EF4-FFF2-40B4-BE49-F238E27FC236}">
                <a16:creationId xmlns:a16="http://schemas.microsoft.com/office/drawing/2014/main" id="{579B0D24-77EC-C1E2-2093-A7878CBC1D48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4" name="Text 11">
            <a:extLst>
              <a:ext uri="{FF2B5EF4-FFF2-40B4-BE49-F238E27FC236}">
                <a16:creationId xmlns:a16="http://schemas.microsoft.com/office/drawing/2014/main" id="{17E09733-34D3-B60D-9816-6C8389D738C0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86" name="Text 12">
            <a:extLst>
              <a:ext uri="{FF2B5EF4-FFF2-40B4-BE49-F238E27FC236}">
                <a16:creationId xmlns:a16="http://schemas.microsoft.com/office/drawing/2014/main" id="{A9378671-2F68-A8CD-42BF-2FE6ADE08B08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REDACTED_00098</a:t>
            </a:r>
            <a:r>
              <a:rPr lang="en-US" sz="800" err="1">
                <a:solidFill>
                  <a:srgbClr val="1A1A1A"/>
                </a:solidFill>
              </a:rPr>
              <a:t>REDACTED_00099</a:t>
            </a:r>
            <a:r>
              <a:rPr lang="en-US" sz="800">
                <a:solidFill>
                  <a:srgbClr val="1A1A1A"/>
                </a:solidFill>
              </a:rPr>
              <a:t>REDACTED_00100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REDACTED_00101</a:t>
            </a:r>
            <a:endParaRPr lang="en-US" sz="800"/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1E7BCDB0-1CFD-1E04-7CC5-3C4686297709}"/>
              </a:ext>
            </a:extLst>
          </p:cNvPr>
          <p:cNvGrpSpPr/>
          <p:nvPr/>
        </p:nvGrpSpPr>
        <p:grpSpPr>
          <a:xfrm>
            <a:off x="9770789" y="1533603"/>
            <a:ext cx="2333207" cy="635923"/>
            <a:chOff x="10112273" y="2891968"/>
            <a:chExt cx="1920240" cy="580542"/>
          </a:xfrm>
        </p:grpSpPr>
        <p:sp>
          <p:nvSpPr>
            <p:cNvPr id="216" name="Shape 214">
              <a:extLst>
                <a:ext uri="{FF2B5EF4-FFF2-40B4-BE49-F238E27FC236}">
                  <a16:creationId xmlns:a16="http://schemas.microsoft.com/office/drawing/2014/main" id="{0EE6BC61-D416-6309-E024-3FCB3BFB8D6A}"/>
                </a:ext>
              </a:extLst>
            </p:cNvPr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14" name="Text 212a">
              <a:extLst>
                <a:ext uri="{FF2B5EF4-FFF2-40B4-BE49-F238E27FC236}">
                  <a16:creationId xmlns:a16="http://schemas.microsoft.com/office/drawing/2014/main" id="{9C1B259F-BA75-2F8E-3859-E9A3962A57DF}"/>
                </a:ext>
              </a:extLst>
            </p:cNvPr>
            <p:cNvSpPr/>
            <p:nvPr/>
          </p:nvSpPr>
          <p:spPr>
            <a:xfrm>
              <a:off x="10870434" y="2891968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REDACTED_00102</a:t>
              </a:r>
            </a:p>
          </p:txBody>
        </p:sp>
        <p:sp>
          <p:nvSpPr>
            <p:cNvPr id="218" name="Text 216a">
              <a:extLst>
                <a:ext uri="{FF2B5EF4-FFF2-40B4-BE49-F238E27FC236}">
                  <a16:creationId xmlns:a16="http://schemas.microsoft.com/office/drawing/2014/main" id="{479B0B44-A49C-2B43-D8F7-BB7EF65E25C9}"/>
                </a:ext>
              </a:extLst>
            </p:cNvPr>
            <p:cNvSpPr/>
            <p:nvPr/>
          </p:nvSpPr>
          <p:spPr>
            <a:xfrm>
              <a:off x="10870434" y="3026712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REDACTED_00103</a:t>
              </a:r>
            </a:p>
          </p:txBody>
        </p:sp>
        <p:sp>
          <p:nvSpPr>
            <p:cNvPr id="217" name="Shape 215">
              <a:extLst>
                <a:ext uri="{FF2B5EF4-FFF2-40B4-BE49-F238E27FC236}">
                  <a16:creationId xmlns:a16="http://schemas.microsoft.com/office/drawing/2014/main" id="{CCB14029-5775-0BAF-6792-85C5A93B47ED}"/>
                </a:ext>
              </a:extLst>
            </p:cNvPr>
            <p:cNvSpPr/>
            <p:nvPr/>
          </p:nvSpPr>
          <p:spPr>
            <a:xfrm>
              <a:off x="10198302" y="3237891"/>
              <a:ext cx="814775" cy="64008"/>
            </a:xfrm>
            <a:prstGeom prst="rect">
              <a:avLst/>
            </a:prstGeom>
            <a:solidFill>
              <a:srgbClr val="003C23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19" name="Shape 217a">
              <a:extLst>
                <a:ext uri="{FF2B5EF4-FFF2-40B4-BE49-F238E27FC236}">
                  <a16:creationId xmlns:a16="http://schemas.microsoft.com/office/drawing/2014/main" id="{59052866-363D-E42E-7E3D-732C9D39DC5D}"/>
                </a:ext>
              </a:extLst>
            </p:cNvPr>
            <p:cNvSpPr/>
            <p:nvPr/>
          </p:nvSpPr>
          <p:spPr>
            <a:xfrm>
              <a:off x="11026294" y="3237891"/>
              <a:ext cx="66720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21" name="Text 219a">
              <a:extLst>
                <a:ext uri="{FF2B5EF4-FFF2-40B4-BE49-F238E27FC236}">
                  <a16:creationId xmlns:a16="http://schemas.microsoft.com/office/drawing/2014/main" id="{0E9B8966-8090-7441-3AD9-1C2E45B354D2}"/>
                </a:ext>
              </a:extLst>
            </p:cNvPr>
            <p:cNvSpPr/>
            <p:nvPr/>
          </p:nvSpPr>
          <p:spPr>
            <a:xfrm>
              <a:off x="11700022" y="3289630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003C23"/>
                  </a:solidFill>
                  <a:latin typeface="Calibri"/>
                </a:rPr>
                <a:t>REDACTED_00104</a:t>
              </a:r>
            </a:p>
          </p:txBody>
        </p:sp>
      </p:grpSp>
      <p:sp>
        <p:nvSpPr>
          <p:cNvPr id="155" name="Shape 130">
            <a:extLst>
              <a:ext uri="{FF2B5EF4-FFF2-40B4-BE49-F238E27FC236}">
                <a16:creationId xmlns:a16="http://schemas.microsoft.com/office/drawing/2014/main" id="{34BCC4E0-FA1A-1CBC-F075-AE6251DA1DCA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0BC63F7-F1BA-30FF-B587-7107A87F7060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9" name="Picture 158" descr="A black and blue logo  AI-generated content may be incorrect.">
            <a:extLst>
              <a:ext uri="{FF2B5EF4-FFF2-40B4-BE49-F238E27FC236}">
                <a16:creationId xmlns:a16="http://schemas.microsoft.com/office/drawing/2014/main" id="{B2B83A15-ABEA-5995-DFB0-422BCFF40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63" name="Text 211a">
            <a:extLst>
              <a:ext uri="{FF2B5EF4-FFF2-40B4-BE49-F238E27FC236}">
                <a16:creationId xmlns:a16="http://schemas.microsoft.com/office/drawing/2014/main" id="{C7155532-6CE5-4B30-1698-D626A0DC02C5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65" name="Text 213a">
            <a:extLst>
              <a:ext uri="{FF2B5EF4-FFF2-40B4-BE49-F238E27FC236}">
                <a16:creationId xmlns:a16="http://schemas.microsoft.com/office/drawing/2014/main" id="{A79C55FD-D121-D6F4-C7F9-EA2C8B0C03B8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7" name="Text 218a">
            <a:extLst>
              <a:ext uri="{FF2B5EF4-FFF2-40B4-BE49-F238E27FC236}">
                <a16:creationId xmlns:a16="http://schemas.microsoft.com/office/drawing/2014/main" id="{D44DB1E6-7D4F-8273-D298-31F5CD60FDC7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9" name="Shape 229">
            <a:extLst>
              <a:ext uri="{FF2B5EF4-FFF2-40B4-BE49-F238E27FC236}">
                <a16:creationId xmlns:a16="http://schemas.microsoft.com/office/drawing/2014/main" id="{A67E8299-E98D-31A0-0340-47BD6CC199FF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REDACTED_00105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25B7F5AC-F604-7726-1605-E265D2A4D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651" y="6208978"/>
            <a:ext cx="1852551" cy="814115"/>
          </a:xfrm>
          <a:prstGeom prst="rect">
            <a:avLst/>
          </a:prstGeom>
          <a:noFill/>
        </p:spPr>
      </p:pic>
      <p:sp>
        <p:nvSpPr>
          <p:cNvPr id="179" name="Shape 10">
            <a:extLst>
              <a:ext uri="{FF2B5EF4-FFF2-40B4-BE49-F238E27FC236}">
                <a16:creationId xmlns:a16="http://schemas.microsoft.com/office/drawing/2014/main" id="{046811F3-9FCD-C626-84F2-6AB8B011828E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2" name="Text 31">
            <a:extLst>
              <a:ext uri="{FF2B5EF4-FFF2-40B4-BE49-F238E27FC236}">
                <a16:creationId xmlns:a16="http://schemas.microsoft.com/office/drawing/2014/main" id="{F656A3BA-91F7-56B5-A863-AAAD464133CB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84" name="Shape 32">
            <a:extLst>
              <a:ext uri="{FF2B5EF4-FFF2-40B4-BE49-F238E27FC236}">
                <a16:creationId xmlns:a16="http://schemas.microsoft.com/office/drawing/2014/main" id="{C82FDF6A-C4D7-3302-81B7-2EE01967BCE8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6" name="Text 33">
            <a:extLst>
              <a:ext uri="{FF2B5EF4-FFF2-40B4-BE49-F238E27FC236}">
                <a16:creationId xmlns:a16="http://schemas.microsoft.com/office/drawing/2014/main" id="{CEBF35AC-2C5B-15DE-E8B1-4FE36B912250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REDACTED_00106</a:t>
            </a:r>
          </a:p>
          <a:p>
            <a:pPr marL="0" indent="0">
              <a:buNone/>
            </a:pPr>
            <a:endParaRPr lang="en-US" sz="800"/>
          </a:p>
        </p:txBody>
      </p:sp>
      <p:sp>
        <p:nvSpPr>
          <p:cNvPr id="188" name="Text 33">
            <a:extLst>
              <a:ext uri="{FF2B5EF4-FFF2-40B4-BE49-F238E27FC236}">
                <a16:creationId xmlns:a16="http://schemas.microsoft.com/office/drawing/2014/main" id="{0D358013-E902-A785-89F4-6C47C75F6CC6}"/>
              </a:ext>
            </a:extLst>
          </p:cNvPr>
          <p:cNvSpPr/>
          <p:nvPr/>
        </p:nvSpPr>
        <p:spPr>
          <a:xfrm>
            <a:off x="180001" y="27114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REDACTED_00107</a:t>
            </a:r>
            <a:r>
              <a:rPr lang="en-US" sz="800" err="1">
                <a:solidFill>
                  <a:srgbClr val="444444"/>
                </a:solidFill>
              </a:rPr>
              <a:t>REDACTED_00093</a:t>
            </a:r>
            <a:r>
              <a:rPr lang="en-US" sz="800">
                <a:solidFill>
                  <a:srgbClr val="444444"/>
                </a:solidFill>
              </a:rPr>
              <a:t>REDACTED_00108</a:t>
            </a:r>
            <a:r>
              <a:rPr lang="en-US" sz="800" err="1">
                <a:solidFill>
                  <a:srgbClr val="444444"/>
                </a:solidFill>
              </a:rPr>
              <a:t>REDACTED_00099</a:t>
            </a:r>
            <a:r>
              <a:rPr lang="en-US" sz="800">
                <a:solidFill>
                  <a:srgbClr val="444444"/>
                </a:solidFill>
              </a:rPr>
              <a:t>REDACTED_00109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REDACTED_00110</a:t>
            </a:r>
            <a:r>
              <a:rPr lang="en-US" sz="800" err="1">
                <a:solidFill>
                  <a:srgbClr val="444444"/>
                </a:solidFill>
              </a:rPr>
              <a:t>REDACTED_00093</a:t>
            </a:r>
            <a:r>
              <a:rPr lang="en-US" sz="800">
                <a:solidFill>
                  <a:srgbClr val="444444"/>
                </a:solidFill>
              </a:rPr>
              <a:t>REDACTED_00111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REDACTED_00112</a:t>
            </a:r>
            <a:endParaRPr lang="en-US" sz="800"/>
          </a:p>
        </p:txBody>
      </p:sp>
      <p:sp>
        <p:nvSpPr>
          <p:cNvPr id="190" name="Text 31">
            <a:extLst>
              <a:ext uri="{FF2B5EF4-FFF2-40B4-BE49-F238E27FC236}">
                <a16:creationId xmlns:a16="http://schemas.microsoft.com/office/drawing/2014/main" id="{1492125C-C4CE-6447-6DD2-4EA2896F8E4F}"/>
              </a:ext>
            </a:extLst>
          </p:cNvPr>
          <p:cNvSpPr/>
          <p:nvPr/>
        </p:nvSpPr>
        <p:spPr>
          <a:xfrm>
            <a:off x="180000" y="25441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92" name="Shape 32">
            <a:extLst>
              <a:ext uri="{FF2B5EF4-FFF2-40B4-BE49-F238E27FC236}">
                <a16:creationId xmlns:a16="http://schemas.microsoft.com/office/drawing/2014/main" id="{4869FCA3-F19A-9596-9CFC-5AA51717E680}"/>
              </a:ext>
            </a:extLst>
          </p:cNvPr>
          <p:cNvSpPr/>
          <p:nvPr/>
        </p:nvSpPr>
        <p:spPr>
          <a:xfrm>
            <a:off x="144000" y="26630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4" name="Shape 10">
            <a:extLst>
              <a:ext uri="{FF2B5EF4-FFF2-40B4-BE49-F238E27FC236}">
                <a16:creationId xmlns:a16="http://schemas.microsoft.com/office/drawing/2014/main" id="{6D10C168-01DA-BCBF-499E-467B59FCAFBE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8" name="Shape 16">
            <a:extLst>
              <a:ext uri="{FF2B5EF4-FFF2-40B4-BE49-F238E27FC236}">
                <a16:creationId xmlns:a16="http://schemas.microsoft.com/office/drawing/2014/main" id="{8C9F26D5-D0FE-010E-8EB5-D08B66FF9C07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REDACTED_00113</a:t>
            </a:r>
          </a:p>
        </p:txBody>
      </p:sp>
      <p:sp>
        <p:nvSpPr>
          <p:cNvPr id="200" name="Shape 16">
            <a:extLst>
              <a:ext uri="{FF2B5EF4-FFF2-40B4-BE49-F238E27FC236}">
                <a16:creationId xmlns:a16="http://schemas.microsoft.com/office/drawing/2014/main" id="{0C4DA481-310C-910D-CFF4-E02833C6C663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REDACTED_00114</a:t>
            </a:r>
          </a:p>
        </p:txBody>
      </p:sp>
      <p:sp>
        <p:nvSpPr>
          <p:cNvPr id="202" name="Shape 16">
            <a:extLst>
              <a:ext uri="{FF2B5EF4-FFF2-40B4-BE49-F238E27FC236}">
                <a16:creationId xmlns:a16="http://schemas.microsoft.com/office/drawing/2014/main" id="{B9BAA982-DAE5-C0DB-DE71-24688D26CEC6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REDACTED_00115</a:t>
            </a:r>
          </a:p>
        </p:txBody>
      </p:sp>
      <p:sp>
        <p:nvSpPr>
          <p:cNvPr id="204" name="Shape 16">
            <a:extLst>
              <a:ext uri="{FF2B5EF4-FFF2-40B4-BE49-F238E27FC236}">
                <a16:creationId xmlns:a16="http://schemas.microsoft.com/office/drawing/2014/main" id="{8A69C176-2B37-13D7-7E25-1769C80E5B03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bg2"/>
                </a:solidFill>
              </a:rPr>
              <a:t>REDACTED_00116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8C9C93F1-47E0-3C8C-3B3E-94F12DFB4AB4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REDACTED_00078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82FF1882-3D40-A53B-8BFF-4A529632A43C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REDACTED_00079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4066FD3E-EDB1-FC28-1B0C-9A4758D4B867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REDACTED_00080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6A530DC1-D34D-ABA8-C39D-42FCC9EA4BE4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REDACTED_00081</a:t>
            </a:r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800B1419-50D9-A818-ED8C-410F7F621F2D}"/>
              </a:ext>
            </a:extLst>
          </p:cNvPr>
          <p:cNvGrpSpPr/>
          <p:nvPr/>
        </p:nvGrpSpPr>
        <p:grpSpPr>
          <a:xfrm>
            <a:off x="3717780" y="1742946"/>
            <a:ext cx="3065147" cy="330976"/>
            <a:chOff x="3828681" y="1704593"/>
            <a:chExt cx="7721343" cy="433878"/>
          </a:xfrm>
        </p:grpSpPr>
        <p:sp>
          <p:nvSpPr>
            <p:cNvPr id="246" name="Shape 37">
              <a:extLst>
                <a:ext uri="{FF2B5EF4-FFF2-40B4-BE49-F238E27FC236}">
                  <a16:creationId xmlns:a16="http://schemas.microsoft.com/office/drawing/2014/main" id="{6FA69A86-C02C-D96F-2116-8194103954F0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7" name="Shape 38">
              <a:extLst>
                <a:ext uri="{FF2B5EF4-FFF2-40B4-BE49-F238E27FC236}">
                  <a16:creationId xmlns:a16="http://schemas.microsoft.com/office/drawing/2014/main" id="{C2F05C61-A00E-B1EB-6C3B-58550FB7D06C}"/>
                </a:ext>
              </a:extLst>
            </p:cNvPr>
            <p:cNvSpPr/>
            <p:nvPr/>
          </p:nvSpPr>
          <p:spPr>
            <a:xfrm>
              <a:off x="3828681" y="1712903"/>
              <a:ext cx="90687" cy="424733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8" name="Text 39">
              <a:extLst>
                <a:ext uri="{FF2B5EF4-FFF2-40B4-BE49-F238E27FC236}">
                  <a16:creationId xmlns:a16="http://schemas.microsoft.com/office/drawing/2014/main" id="{C6CC0925-A57D-0CD0-0E03-34F3EBC700A3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REDACTED_00117</a:t>
              </a:r>
              <a:endParaRPr lang="en-US" sz="800"/>
            </a:p>
          </p:txBody>
        </p: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8FE4E00B-392C-2272-8DF0-755D7794BE08}"/>
              </a:ext>
            </a:extLst>
          </p:cNvPr>
          <p:cNvGrpSpPr/>
          <p:nvPr/>
        </p:nvGrpSpPr>
        <p:grpSpPr>
          <a:xfrm>
            <a:off x="3717780" y="2107612"/>
            <a:ext cx="3065147" cy="330976"/>
            <a:chOff x="3828681" y="1704593"/>
            <a:chExt cx="7721343" cy="433878"/>
          </a:xfrm>
        </p:grpSpPr>
        <p:sp>
          <p:nvSpPr>
            <p:cNvPr id="250" name="Shape 37">
              <a:extLst>
                <a:ext uri="{FF2B5EF4-FFF2-40B4-BE49-F238E27FC236}">
                  <a16:creationId xmlns:a16="http://schemas.microsoft.com/office/drawing/2014/main" id="{A77A2D89-981D-40DC-098B-05D314FE53A5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1" name="Shape 38">
              <a:extLst>
                <a:ext uri="{FF2B5EF4-FFF2-40B4-BE49-F238E27FC236}">
                  <a16:creationId xmlns:a16="http://schemas.microsoft.com/office/drawing/2014/main" id="{77C7A4E5-C6B3-5A69-F384-CDE9928E54D5}"/>
                </a:ext>
              </a:extLst>
            </p:cNvPr>
            <p:cNvSpPr/>
            <p:nvPr/>
          </p:nvSpPr>
          <p:spPr>
            <a:xfrm>
              <a:off x="3828681" y="1712903"/>
              <a:ext cx="90687" cy="424733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2" name="Text 39">
              <a:extLst>
                <a:ext uri="{FF2B5EF4-FFF2-40B4-BE49-F238E27FC236}">
                  <a16:creationId xmlns:a16="http://schemas.microsoft.com/office/drawing/2014/main" id="{D2571BC0-21DC-5AC9-6A36-4B7ED728A96C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REDACTED_00118</a:t>
              </a:r>
              <a:r>
                <a:rPr lang="en-US" sz="800" err="1">
                  <a:solidFill>
                    <a:srgbClr val="1A3A36"/>
                  </a:solidFill>
                </a:rPr>
                <a:t>REDACTED_00119</a:t>
              </a:r>
              <a:r>
                <a:rPr lang="en-US" sz="800">
                  <a:solidFill>
                    <a:srgbClr val="1A3A36"/>
                  </a:solidFill>
                </a:rPr>
                <a:t>REDACTED_00120</a:t>
              </a:r>
              <a:endParaRPr lang="en-US" sz="800"/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19995E9D-7757-5404-616C-2C5525EC7149}"/>
              </a:ext>
            </a:extLst>
          </p:cNvPr>
          <p:cNvGrpSpPr/>
          <p:nvPr/>
        </p:nvGrpSpPr>
        <p:grpSpPr>
          <a:xfrm>
            <a:off x="3717780" y="2472282"/>
            <a:ext cx="3065147" cy="336563"/>
            <a:chOff x="3828681" y="1696973"/>
            <a:chExt cx="7721343" cy="449116"/>
          </a:xfrm>
        </p:grpSpPr>
        <p:sp>
          <p:nvSpPr>
            <p:cNvPr id="254" name="Shape 37">
              <a:extLst>
                <a:ext uri="{FF2B5EF4-FFF2-40B4-BE49-F238E27FC236}">
                  <a16:creationId xmlns:a16="http://schemas.microsoft.com/office/drawing/2014/main" id="{30DBE7AE-C008-7E3C-159D-E0A4464CBC8F}"/>
                </a:ext>
              </a:extLst>
            </p:cNvPr>
            <p:cNvSpPr/>
            <p:nvPr/>
          </p:nvSpPr>
          <p:spPr>
            <a:xfrm>
              <a:off x="3828684" y="1713737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5" name="Shape 38">
              <a:extLst>
                <a:ext uri="{FF2B5EF4-FFF2-40B4-BE49-F238E27FC236}">
                  <a16:creationId xmlns:a16="http://schemas.microsoft.com/office/drawing/2014/main" id="{1D3C5429-83C6-D33A-FC21-E052E7B24A30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6" name="Text 39">
              <a:extLst>
                <a:ext uri="{FF2B5EF4-FFF2-40B4-BE49-F238E27FC236}">
                  <a16:creationId xmlns:a16="http://schemas.microsoft.com/office/drawing/2014/main" id="{0CCE1D1F-CC02-72FE-C297-AD718C7EE101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REDACTED_00121</a:t>
              </a:r>
              <a:endParaRPr lang="en-US" sz="800"/>
            </a:p>
          </p:txBody>
        </p:sp>
      </p:grpSp>
      <p:sp>
        <p:nvSpPr>
          <p:cNvPr id="257" name="Shape 229">
            <a:extLst>
              <a:ext uri="{FF2B5EF4-FFF2-40B4-BE49-F238E27FC236}">
                <a16:creationId xmlns:a16="http://schemas.microsoft.com/office/drawing/2014/main" id="{B0460B21-98A3-1546-72A7-F538AB594160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REDACTED_00082</a:t>
            </a:r>
          </a:p>
        </p:txBody>
      </p:sp>
      <p:sp>
        <p:nvSpPr>
          <p:cNvPr id="275" name="Text 35">
            <a:extLst>
              <a:ext uri="{FF2B5EF4-FFF2-40B4-BE49-F238E27FC236}">
                <a16:creationId xmlns:a16="http://schemas.microsoft.com/office/drawing/2014/main" id="{B91C9EDD-BE90-6981-1C57-F86C379CD7FA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77" name="Shape 36">
            <a:extLst>
              <a:ext uri="{FF2B5EF4-FFF2-40B4-BE49-F238E27FC236}">
                <a16:creationId xmlns:a16="http://schemas.microsoft.com/office/drawing/2014/main" id="{3AC67A1C-9546-E852-C2E6-C1B79B7414FB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9" name="Text 35">
            <a:extLst>
              <a:ext uri="{FF2B5EF4-FFF2-40B4-BE49-F238E27FC236}">
                <a16:creationId xmlns:a16="http://schemas.microsoft.com/office/drawing/2014/main" id="{A547BF08-0571-AA38-03B0-A9179C64C527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281" name="Shape 36">
            <a:extLst>
              <a:ext uri="{FF2B5EF4-FFF2-40B4-BE49-F238E27FC236}">
                <a16:creationId xmlns:a16="http://schemas.microsoft.com/office/drawing/2014/main" id="{5269F735-9A2F-AB95-9142-B9D21D222DE1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85" name="Picture 284">
            <a:extLst>
              <a:ext uri="{FF2B5EF4-FFF2-40B4-BE49-F238E27FC236}">
                <a16:creationId xmlns:a16="http://schemas.microsoft.com/office/drawing/2014/main" id="{D0C2B49D-02CF-2A98-B9DB-88EF11BF69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6000" y="4413600"/>
            <a:ext cx="1314349" cy="1878635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7" name="Picture 286">
            <a:extLst>
              <a:ext uri="{FF2B5EF4-FFF2-40B4-BE49-F238E27FC236}">
                <a16:creationId xmlns:a16="http://schemas.microsoft.com/office/drawing/2014/main" id="{F7260961-574E-0D09-5731-C14B358581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800" y="4413600"/>
            <a:ext cx="1314744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9" name="Picture 288">
            <a:extLst>
              <a:ext uri="{FF2B5EF4-FFF2-40B4-BE49-F238E27FC236}">
                <a16:creationId xmlns:a16="http://schemas.microsoft.com/office/drawing/2014/main" id="{254986B9-6D8B-4B10-C30A-0AC181D262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200" y="4413600"/>
            <a:ext cx="1314744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97" name="TextBox 296">
            <a:extLst>
              <a:ext uri="{FF2B5EF4-FFF2-40B4-BE49-F238E27FC236}">
                <a16:creationId xmlns:a16="http://schemas.microsoft.com/office/drawing/2014/main" id="{63F13F6C-5C80-052A-A8C4-6092587B422D}"/>
              </a:ext>
            </a:extLst>
          </p:cNvPr>
          <p:cNvSpPr txBox="1"/>
          <p:nvPr/>
        </p:nvSpPr>
        <p:spPr>
          <a:xfrm>
            <a:off x="2088000" y="4636800"/>
            <a:ext cx="3322986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REDACTED_00122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REDACTED_00123</a:t>
            </a:r>
            <a:r>
              <a:rPr lang="en-US" sz="800" err="1">
                <a:solidFill>
                  <a:srgbClr val="444444"/>
                </a:solidFill>
                <a:latin typeface="Calibri" panose="020F0502020204030204"/>
              </a:rPr>
              <a:t>REDACTED_00093</a:t>
            </a: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REDACTED_00124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REDACTED_00125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REDACTED_00093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108EDA-B82C-8682-8835-EC46D68C07B2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>
                <a:solidFill>
                  <a:srgbClr val="003C23"/>
                </a:solidFill>
              </a:rPr>
              <a:t>REDACTED_00147</a:t>
            </a:r>
            <a:r>
              <a:rPr lang="en-US" sz="800" b="1" kern="0" spc="40">
                <a:solidFill>
                  <a:srgbClr val="003C23"/>
                </a:solidFill>
                <a:highlight>
                  <a:srgbClr val="FFFF00"/>
                </a:highlight>
              </a:rPr>
              <a:t>REDACTED_00148</a:t>
            </a:r>
            <a:r>
              <a:rPr lang="en-US" sz="800" b="1" kern="0" spc="40">
                <a:solidFill>
                  <a:srgbClr val="003C23"/>
                </a:solidFill>
              </a:rPr>
              <a:t>REDACTED_00143</a:t>
            </a:r>
          </a:p>
          <a:p>
            <a:pPr>
              <a:spcAft>
                <a:spcPts val="300"/>
              </a:spcAft>
              <a:defRPr/>
            </a:pPr>
            <a:r>
              <a:rPr lang="en-US" sz="800">
                <a:solidFill>
                  <a:srgbClr val="444444"/>
                </a:solidFill>
                <a:highlight>
                  <a:srgbClr val="FFFF00"/>
                </a:highlight>
                <a:latin typeface="Calibri" panose="020F0502020204030204"/>
              </a:rPr>
              <a:t>REDACTED_00149</a:t>
            </a:r>
            <a:endParaRPr lang="en-US" altLang="en-US" sz="800">
              <a:solidFill>
                <a:srgbClr val="444444"/>
              </a:solidFill>
              <a:highlight>
                <a:srgbClr val="FFFF00"/>
              </a:highlight>
              <a:latin typeface="Calibri" panose="020F0502020204030204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657C518-F4D3-A23E-6C2F-C0950FF4D168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REDACTED_00131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REDACTED_00132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REDACTED_00133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REDACTED_00134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REDACTED_00135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0213F7D-D982-5BC7-DDEC-3044A91A5DC0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35">
            <a:extLst>
              <a:ext uri="{FF2B5EF4-FFF2-40B4-BE49-F238E27FC236}">
                <a16:creationId xmlns:a16="http://schemas.microsoft.com/office/drawing/2014/main" id="{DE5DA1D0-8B84-8FE3-2D4E-CE47EDC319DB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5" name="Shape 36">
            <a:extLst>
              <a:ext uri="{FF2B5EF4-FFF2-40B4-BE49-F238E27FC236}">
                <a16:creationId xmlns:a16="http://schemas.microsoft.com/office/drawing/2014/main" id="{3D1A7070-E374-4DB5-2973-73F928885551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5">
            <a:extLst>
              <a:ext uri="{FF2B5EF4-FFF2-40B4-BE49-F238E27FC236}">
                <a16:creationId xmlns:a16="http://schemas.microsoft.com/office/drawing/2014/main" id="{84A3D408-C873-FF93-31C3-1C6486CF925C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9" name="Shape 36">
            <a:extLst>
              <a:ext uri="{FF2B5EF4-FFF2-40B4-BE49-F238E27FC236}">
                <a16:creationId xmlns:a16="http://schemas.microsoft.com/office/drawing/2014/main" id="{CC8A9D8E-00BB-9439-97D6-BE82E5490BFD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50E5517-43DA-4358-2D03-6CA64F95E8BA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11" name="PersonIcon">
              <a:extLst>
                <a:ext uri="{FF2B5EF4-FFF2-40B4-BE49-F238E27FC236}">
                  <a16:creationId xmlns:a16="http://schemas.microsoft.com/office/drawing/2014/main" id="{FC579340-E860-A167-DB72-CD9D3C239AF9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 107">
              <a:extLst>
                <a:ext uri="{FF2B5EF4-FFF2-40B4-BE49-F238E27FC236}">
                  <a16:creationId xmlns:a16="http://schemas.microsoft.com/office/drawing/2014/main" id="{31FA5A5B-8545-EEC8-0AAA-39553A6D8AAD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3" name="Text 108">
              <a:extLst>
                <a:ext uri="{FF2B5EF4-FFF2-40B4-BE49-F238E27FC236}">
                  <a16:creationId xmlns:a16="http://schemas.microsoft.com/office/drawing/2014/main" id="{4B499710-4D59-B397-F1C4-194D206C4087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REDACTED_00004</a:t>
              </a:r>
              <a:endParaRPr lang="en-US" sz="80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DA8DF0-C684-F971-FDF4-1162B814EEC0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15" name="BuildingIcon">
              <a:extLst>
                <a:ext uri="{FF2B5EF4-FFF2-40B4-BE49-F238E27FC236}">
                  <a16:creationId xmlns:a16="http://schemas.microsoft.com/office/drawing/2014/main" id="{362367F8-7CA1-F158-66A9-914595D05730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 109">
              <a:extLst>
                <a:ext uri="{FF2B5EF4-FFF2-40B4-BE49-F238E27FC236}">
                  <a16:creationId xmlns:a16="http://schemas.microsoft.com/office/drawing/2014/main" id="{A8B751D5-462F-1977-DCC2-FD9D5A17B8CC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7" name="Text 110">
              <a:extLst>
                <a:ext uri="{FF2B5EF4-FFF2-40B4-BE49-F238E27FC236}">
                  <a16:creationId xmlns:a16="http://schemas.microsoft.com/office/drawing/2014/main" id="{FAB9BFD1-CC2A-1A98-02CE-342E55AB144C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REDACTED_00136</a:t>
              </a:r>
              <a:endParaRPr lang="en-US" sz="8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03B3B6-C7C5-EACC-8C52-6633B74EA1A6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19" name="GradCapIcon">
              <a:extLst>
                <a:ext uri="{FF2B5EF4-FFF2-40B4-BE49-F238E27FC236}">
                  <a16:creationId xmlns:a16="http://schemas.microsoft.com/office/drawing/2014/main" id="{C41DF965-2EBC-987B-96C6-767CD95A424A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 111">
              <a:extLst>
                <a:ext uri="{FF2B5EF4-FFF2-40B4-BE49-F238E27FC236}">
                  <a16:creationId xmlns:a16="http://schemas.microsoft.com/office/drawing/2014/main" id="{B47E27EF-D43F-AED9-4D1B-1AC144969B3D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21" name="Text 112">
              <a:extLst>
                <a:ext uri="{FF2B5EF4-FFF2-40B4-BE49-F238E27FC236}">
                  <a16:creationId xmlns:a16="http://schemas.microsoft.com/office/drawing/2014/main" id="{6866BD48-3637-DCB0-857D-DC3516A13064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REDACTED_00137</a:t>
              </a:r>
              <a:endParaRPr lang="en-US" sz="8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DF5BA8-47AC-238F-2824-B3F6AD279E3E}"/>
              </a:ext>
            </a:extLst>
          </p:cNvPr>
          <p:cNvGrpSpPr/>
          <p:nvPr/>
        </p:nvGrpSpPr>
        <p:grpSpPr>
          <a:xfrm>
            <a:off x="9762956" y="2847600"/>
            <a:ext cx="2445641" cy="3087520"/>
            <a:chOff x="9762956" y="2847600"/>
            <a:chExt cx="2445641" cy="308752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EEDADBE-FFD1-5AF8-7FF2-B3AA88C2B788}"/>
                </a:ext>
              </a:extLst>
            </p:cNvPr>
            <p:cNvGrpSpPr/>
            <p:nvPr/>
          </p:nvGrpSpPr>
          <p:grpSpPr>
            <a:xfrm>
              <a:off x="9986400" y="2847600"/>
              <a:ext cx="2222197" cy="3087520"/>
              <a:chOff x="11866206" y="7800394"/>
              <a:chExt cx="2222197" cy="3087520"/>
            </a:xfrm>
          </p:grpSpPr>
          <p:sp>
            <p:nvSpPr>
              <p:cNvPr id="27" name="Text 11">
                <a:extLst>
                  <a:ext uri="{FF2B5EF4-FFF2-40B4-BE49-F238E27FC236}">
                    <a16:creationId xmlns:a16="http://schemas.microsoft.com/office/drawing/2014/main" id="{FF5AA7DC-3A39-1834-D3EC-F0A9DBEED12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4" y="7883016"/>
                <a:ext cx="1440000" cy="1587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650">
                    <a:solidFill>
                      <a:srgbClr val="444444"/>
                    </a:solidFill>
                  </a:rPr>
                  <a:t>REDACTED_00039</a:t>
                </a:r>
              </a:p>
              <a:p>
                <a:r>
                  <a:rPr lang="en-US" sz="650">
                    <a:solidFill>
                      <a:srgbClr val="444444"/>
                    </a:solidFill>
                  </a:rPr>
                  <a:t>REDACTED_00138</a:t>
                </a:r>
              </a:p>
            </p:txBody>
          </p:sp>
          <p:sp>
            <p:nvSpPr>
              <p:cNvPr id="28" name="Text 12">
                <a:extLst>
                  <a:ext uri="{FF2B5EF4-FFF2-40B4-BE49-F238E27FC236}">
                    <a16:creationId xmlns:a16="http://schemas.microsoft.com/office/drawing/2014/main" id="{DFEC57A6-2144-82A2-0165-A5ACC602579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4" y="7926956"/>
                <a:ext cx="1601159" cy="13229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endParaRPr lang="en-US" sz="650">
                  <a:solidFill>
                    <a:srgbClr val="444444"/>
                  </a:solidFill>
                </a:endParaRPr>
              </a:p>
            </p:txBody>
          </p:sp>
          <p:sp>
            <p:nvSpPr>
              <p:cNvPr id="29" name="Text 15">
                <a:extLst>
                  <a:ext uri="{FF2B5EF4-FFF2-40B4-BE49-F238E27FC236}">
                    <a16:creationId xmlns:a16="http://schemas.microsoft.com/office/drawing/2014/main" id="{C98BD020-8872-0139-340D-0834D2809E3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4" y="8276419"/>
                <a:ext cx="1440000" cy="29105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650">
                    <a:solidFill>
                      <a:srgbClr val="444444"/>
                    </a:solidFill>
                  </a:rPr>
                  <a:t>REDACTED_00083</a:t>
                </a:r>
              </a:p>
            </p:txBody>
          </p:sp>
          <p:sp>
            <p:nvSpPr>
              <p:cNvPr id="30" name="Text 19">
                <a:extLst>
                  <a:ext uri="{FF2B5EF4-FFF2-40B4-BE49-F238E27FC236}">
                    <a16:creationId xmlns:a16="http://schemas.microsoft.com/office/drawing/2014/main" id="{B4339647-D3F0-FFAD-C7E1-CCE93219FE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5" y="8802118"/>
                <a:ext cx="1440000" cy="1587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650" b="1">
                    <a:solidFill>
                      <a:srgbClr val="444444"/>
                    </a:solidFill>
                  </a:rPr>
                  <a:t>REDACTED_00084</a:t>
                </a:r>
              </a:p>
              <a:p>
                <a:r>
                  <a:rPr lang="en-US" sz="650" b="1">
                    <a:solidFill>
                      <a:srgbClr val="444444"/>
                    </a:solidFill>
                  </a:rPr>
                  <a:t>REDACTED_00139</a:t>
                </a:r>
                <a:r>
                  <a:rPr lang="en-US" sz="650" b="1" err="1">
                    <a:solidFill>
                      <a:srgbClr val="444444"/>
                    </a:solidFill>
                  </a:rPr>
                  <a:t>REDACTED_00140</a:t>
                </a:r>
                <a:endParaRPr lang="en-US" sz="650" b="1">
                  <a:solidFill>
                    <a:srgbClr val="444444"/>
                  </a:solidFill>
                </a:endParaRPr>
              </a:p>
            </p:txBody>
          </p:sp>
          <p:sp>
            <p:nvSpPr>
              <p:cNvPr id="31" name="Text 23">
                <a:extLst>
                  <a:ext uri="{FF2B5EF4-FFF2-40B4-BE49-F238E27FC236}">
                    <a16:creationId xmlns:a16="http://schemas.microsoft.com/office/drawing/2014/main" id="{B798895E-F8A9-AD62-D0FE-577A5CEE806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4" y="9264777"/>
                <a:ext cx="1440000" cy="1587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650">
                    <a:solidFill>
                      <a:srgbClr val="444444"/>
                    </a:solidFill>
                  </a:rPr>
                  <a:t>REDACTED_00086</a:t>
                </a:r>
              </a:p>
              <a:p>
                <a:r>
                  <a:rPr lang="en-US" sz="650">
                    <a:solidFill>
                      <a:srgbClr val="444444"/>
                    </a:solidFill>
                  </a:rPr>
                  <a:t>REDACTED_00141</a:t>
                </a:r>
                <a:r>
                  <a:rPr lang="en-US" sz="650" err="1">
                    <a:solidFill>
                      <a:srgbClr val="444444"/>
                    </a:solidFill>
                  </a:rPr>
                  <a:t>REDACTED_00142</a:t>
                </a:r>
                <a:r>
                  <a:rPr lang="en-US" sz="650">
                    <a:solidFill>
                      <a:srgbClr val="444444"/>
                    </a:solidFill>
                  </a:rPr>
                  <a:t>REDACTED_00143</a:t>
                </a:r>
              </a:p>
            </p:txBody>
          </p:sp>
          <p:sp>
            <p:nvSpPr>
              <p:cNvPr id="33" name="Text 28">
                <a:extLst>
                  <a:ext uri="{FF2B5EF4-FFF2-40B4-BE49-F238E27FC236}">
                    <a16:creationId xmlns:a16="http://schemas.microsoft.com/office/drawing/2014/main" id="{C3ACA807-9AF1-E075-AD49-7503483050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4" y="9670161"/>
                <a:ext cx="1440000" cy="2733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650">
                    <a:solidFill>
                      <a:srgbClr val="444444"/>
                    </a:solidFill>
                  </a:rPr>
                  <a:t>REDACTED_00144</a:t>
                </a:r>
              </a:p>
            </p:txBody>
          </p:sp>
          <p:sp>
            <p:nvSpPr>
              <p:cNvPr id="35" name="Text 32">
                <a:extLst>
                  <a:ext uri="{FF2B5EF4-FFF2-40B4-BE49-F238E27FC236}">
                    <a16:creationId xmlns:a16="http://schemas.microsoft.com/office/drawing/2014/main" id="{61922357-B83C-7CD5-4D64-FB93625B8B3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4" y="10646536"/>
                <a:ext cx="1440000" cy="1587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650">
                    <a:solidFill>
                      <a:srgbClr val="444444"/>
                    </a:solidFill>
                  </a:rPr>
                  <a:t>REDACTED_00058</a:t>
                </a:r>
              </a:p>
              <a:p>
                <a:r>
                  <a:rPr lang="en-US" sz="650">
                    <a:solidFill>
                      <a:srgbClr val="444444"/>
                    </a:solidFill>
                  </a:rPr>
                  <a:t>REDACTED_00145</a:t>
                </a:r>
              </a:p>
            </p:txBody>
          </p:sp>
          <p:sp>
            <p:nvSpPr>
              <p:cNvPr id="36" name="Shape 188">
                <a:extLst>
                  <a:ext uri="{FF2B5EF4-FFF2-40B4-BE49-F238E27FC236}">
                    <a16:creationId xmlns:a16="http://schemas.microsoft.com/office/drawing/2014/main" id="{9ED4745F-5789-0A8E-C808-B9F4071E99B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039093" y="7954218"/>
                <a:ext cx="50226" cy="2772000"/>
              </a:xfrm>
              <a:prstGeom prst="roundRect">
                <a:avLst>
                  <a:gd name="adj" fmla="val 44444"/>
                </a:avLst>
              </a:prstGeom>
              <a:solidFill>
                <a:schemeClr val="bg2"/>
              </a:solidFill>
              <a:ln w="12700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7" name="Shape 189">
                <a:extLst>
                  <a:ext uri="{FF2B5EF4-FFF2-40B4-BE49-F238E27FC236}">
                    <a16:creationId xmlns:a16="http://schemas.microsoft.com/office/drawing/2014/main" id="{62323BF0-E5BF-05EC-5239-4BC6763879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039093" y="7954218"/>
                <a:ext cx="50226" cy="1332000"/>
              </a:xfrm>
              <a:prstGeom prst="roundRect">
                <a:avLst>
                  <a:gd name="adj" fmla="val 44444"/>
                </a:avLst>
              </a:prstGeom>
              <a:solidFill>
                <a:srgbClr val="003C23"/>
              </a:solidFill>
              <a:ln w="12700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8" name="Shape 206">
                <a:extLst>
                  <a:ext uri="{FF2B5EF4-FFF2-40B4-BE49-F238E27FC236}">
                    <a16:creationId xmlns:a16="http://schemas.microsoft.com/office/drawing/2014/main" id="{11C05F2D-7E01-8ABE-CB64-8AFD0E15BDB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66206" y="8683496"/>
                <a:ext cx="396000" cy="396000"/>
              </a:xfrm>
              <a:prstGeom prst="ellipse">
                <a:avLst/>
              </a:prstGeom>
              <a:solidFill>
                <a:srgbClr val="003C23"/>
              </a:solidFill>
              <a:ln w="19050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40FA4C35-151A-0E1B-8E16-C87D8D5CAE05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902206" y="7800394"/>
                <a:ext cx="324000" cy="324000"/>
                <a:chOff x="11899058" y="7800394"/>
                <a:chExt cx="324000" cy="324000"/>
              </a:xfrm>
            </p:grpSpPr>
            <p:sp>
              <p:nvSpPr>
                <p:cNvPr id="72" name="Shape 190">
                  <a:extLst>
                    <a:ext uri="{FF2B5EF4-FFF2-40B4-BE49-F238E27FC236}">
                      <a16:creationId xmlns:a16="http://schemas.microsoft.com/office/drawing/2014/main" id="{01C279AA-4BF0-DF3E-EFAB-813B85C1BDB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9058" y="7800394"/>
                  <a:ext cx="324000" cy="324000"/>
                </a:xfrm>
                <a:prstGeom prst="ellipse">
                  <a:avLst/>
                </a:prstGeom>
                <a:solidFill>
                  <a:srgbClr val="005832"/>
                </a:solidFill>
                <a:ln w="9525">
                  <a:solidFill>
                    <a:srgbClr val="003C23"/>
                  </a:solidFill>
                  <a:prstDash val="solid"/>
                </a:ln>
                <a:effectLst>
                  <a:outerShdw blurRad="508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AU">
                    <a:solidFill>
                      <a:srgbClr val="F55A2D"/>
                    </a:solidFill>
                  </a:endParaRPr>
                </a:p>
              </p:txBody>
            </p:sp>
            <p:sp>
              <p:nvSpPr>
                <p:cNvPr id="73" name="Text 191">
                  <a:extLst>
                    <a:ext uri="{FF2B5EF4-FFF2-40B4-BE49-F238E27FC236}">
                      <a16:creationId xmlns:a16="http://schemas.microsoft.com/office/drawing/2014/main" id="{C50F1FD1-C174-F589-9098-365737A4FB1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9058" y="7800394"/>
                  <a:ext cx="324000" cy="3240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chemeClr val="bg2"/>
                      </a:solidFill>
                    </a:rPr>
                    <a:t>REDACTED_00051</a:t>
                  </a:r>
                  <a:endParaRPr lang="en-US" sz="650">
                    <a:solidFill>
                      <a:schemeClr val="bg2"/>
                    </a:solidFill>
                  </a:endParaRPr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54C82E19-8044-57DE-5ADC-D36A4FA81391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902206" y="8259945"/>
                <a:ext cx="324000" cy="324000"/>
                <a:chOff x="11899058" y="8352765"/>
                <a:chExt cx="324000" cy="324000"/>
              </a:xfrm>
            </p:grpSpPr>
            <p:sp>
              <p:nvSpPr>
                <p:cNvPr id="70" name="Shape 193">
                  <a:extLst>
                    <a:ext uri="{FF2B5EF4-FFF2-40B4-BE49-F238E27FC236}">
                      <a16:creationId xmlns:a16="http://schemas.microsoft.com/office/drawing/2014/main" id="{21A053C2-65DD-830A-E310-4DDB4A833D3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9058" y="8352765"/>
                  <a:ext cx="324000" cy="324000"/>
                </a:xfrm>
                <a:prstGeom prst="ellipse">
                  <a:avLst/>
                </a:prstGeom>
                <a:solidFill>
                  <a:srgbClr val="005832"/>
                </a:solidFill>
                <a:ln w="9525">
                  <a:solidFill>
                    <a:srgbClr val="003C23"/>
                  </a:solidFill>
                  <a:prstDash val="solid"/>
                </a:ln>
                <a:effectLst>
                  <a:outerShdw blurRad="508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anchor="ctr"/>
                <a:lstStyle/>
                <a:p>
                  <a:endParaRPr lang="en-AU">
                    <a:solidFill>
                      <a:srgbClr val="F55A2D"/>
                    </a:solidFill>
                  </a:endParaRPr>
                </a:p>
              </p:txBody>
            </p:sp>
            <p:sp>
              <p:nvSpPr>
                <p:cNvPr id="71" name="Text 194">
                  <a:extLst>
                    <a:ext uri="{FF2B5EF4-FFF2-40B4-BE49-F238E27FC236}">
                      <a16:creationId xmlns:a16="http://schemas.microsoft.com/office/drawing/2014/main" id="{9CF122AA-86AE-6859-5572-27CD52566A7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917058" y="8385498"/>
                  <a:ext cx="288000" cy="2880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650" b="1">
                      <a:solidFill>
                        <a:schemeClr val="bg2"/>
                      </a:solidFill>
                    </a:rPr>
                    <a:t>REDACTED_00052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932C040-DB83-24C1-319B-C5773DC8DEC6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902206" y="9644814"/>
                <a:ext cx="324000" cy="324000"/>
                <a:chOff x="11899058" y="10018201"/>
                <a:chExt cx="324000" cy="324000"/>
              </a:xfrm>
            </p:grpSpPr>
            <p:sp>
              <p:nvSpPr>
                <p:cNvPr id="61" name="Shape 202">
                  <a:extLst>
                    <a:ext uri="{FF2B5EF4-FFF2-40B4-BE49-F238E27FC236}">
                      <a16:creationId xmlns:a16="http://schemas.microsoft.com/office/drawing/2014/main" id="{1774374C-9D0A-ACC4-8FE2-324C9D7C226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9058" y="10018201"/>
                  <a:ext cx="324000" cy="324000"/>
                </a:xfrm>
                <a:prstGeom prst="ellipse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prstDash val="solid"/>
                </a:ln>
                <a:effectLst>
                  <a:outerShdw blurRad="508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AU">
                    <a:solidFill>
                      <a:srgbClr val="003C23"/>
                    </a:solidFill>
                  </a:endParaRPr>
                </a:p>
              </p:txBody>
            </p:sp>
            <p:sp>
              <p:nvSpPr>
                <p:cNvPr id="66" name="Text 207">
                  <a:extLst>
                    <a:ext uri="{FF2B5EF4-FFF2-40B4-BE49-F238E27FC236}">
                      <a16:creationId xmlns:a16="http://schemas.microsoft.com/office/drawing/2014/main" id="{33AB1763-D720-AD0A-43D5-8B1C3D63BF2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917058" y="10032810"/>
                  <a:ext cx="288000" cy="2880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003C23"/>
                      </a:solidFill>
                    </a:rPr>
                    <a:t>REDACTED_00055</a:t>
                  </a:r>
                  <a:endParaRPr lang="en-US" sz="650">
                    <a:solidFill>
                      <a:srgbClr val="003C23"/>
                    </a:solidFill>
                  </a:endParaRP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8B16D9E5-0DEB-52AA-A40D-E3EC912A2A05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902206" y="10563914"/>
                <a:ext cx="324000" cy="324000"/>
                <a:chOff x="11899058" y="10563914"/>
                <a:chExt cx="324000" cy="324000"/>
              </a:xfrm>
            </p:grpSpPr>
            <p:sp>
              <p:nvSpPr>
                <p:cNvPr id="54" name="Shape 210">
                  <a:extLst>
                    <a:ext uri="{FF2B5EF4-FFF2-40B4-BE49-F238E27FC236}">
                      <a16:creationId xmlns:a16="http://schemas.microsoft.com/office/drawing/2014/main" id="{0F9E4BB8-6D23-36B0-6A28-10220A4E337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9058" y="10563914"/>
                  <a:ext cx="324000" cy="324000"/>
                </a:xfrm>
                <a:prstGeom prst="ellipse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prstDash val="solid"/>
                </a:ln>
                <a:effectLst>
                  <a:outerShdw blurRad="508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55" name="Text 211">
                  <a:extLst>
                    <a:ext uri="{FF2B5EF4-FFF2-40B4-BE49-F238E27FC236}">
                      <a16:creationId xmlns:a16="http://schemas.microsoft.com/office/drawing/2014/main" id="{09CDB79F-DDBF-41C2-D954-F54E5FD6C22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917058" y="10581914"/>
                  <a:ext cx="288000" cy="2880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003C23"/>
                      </a:solidFill>
                    </a:rPr>
                    <a:t>REDACTED_00057</a:t>
                  </a:r>
                  <a:endParaRPr lang="en-US" sz="650">
                    <a:solidFill>
                      <a:srgbClr val="003C23"/>
                    </a:solidFill>
                  </a:endParaRPr>
                </a:p>
              </p:txBody>
            </p: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1E8DD41A-A1B4-346C-C6EA-FCD0FA1C1EB2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902132" y="9179047"/>
                <a:ext cx="324149" cy="330216"/>
                <a:chOff x="11898909" y="9466650"/>
                <a:chExt cx="324149" cy="330216"/>
              </a:xfrm>
            </p:grpSpPr>
            <p:sp>
              <p:nvSpPr>
                <p:cNvPr id="50" name="Text 203">
                  <a:extLst>
                    <a:ext uri="{FF2B5EF4-FFF2-40B4-BE49-F238E27FC236}">
                      <a16:creationId xmlns:a16="http://schemas.microsoft.com/office/drawing/2014/main" id="{E342A5F8-3807-D3ED-F669-C3157E939F4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9058" y="9472866"/>
                  <a:ext cx="324000" cy="3240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chemeClr val="bg1"/>
                      </a:solidFill>
                    </a:rPr>
                    <a:t>REDACTED_00090</a:t>
                  </a:r>
                  <a:endParaRPr lang="en-US" sz="6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2" name="Shape 202">
                  <a:extLst>
                    <a:ext uri="{FF2B5EF4-FFF2-40B4-BE49-F238E27FC236}">
                      <a16:creationId xmlns:a16="http://schemas.microsoft.com/office/drawing/2014/main" id="{3CB1FF52-339F-AAEC-036A-D107FCA99A6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8909" y="9466650"/>
                  <a:ext cx="324000" cy="324000"/>
                </a:xfrm>
                <a:prstGeom prst="ellipse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prstDash val="solid"/>
                </a:ln>
                <a:effectLst>
                  <a:outerShdw blurRad="508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AU">
                    <a:solidFill>
                      <a:srgbClr val="003C23"/>
                    </a:solidFill>
                  </a:endParaRPr>
                </a:p>
              </p:txBody>
            </p:sp>
            <p:sp>
              <p:nvSpPr>
                <p:cNvPr id="53" name="Text 207">
                  <a:extLst>
                    <a:ext uri="{FF2B5EF4-FFF2-40B4-BE49-F238E27FC236}">
                      <a16:creationId xmlns:a16="http://schemas.microsoft.com/office/drawing/2014/main" id="{DEF12D48-7100-A80E-555A-0148F7C2BEE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917058" y="9483706"/>
                  <a:ext cx="288000" cy="2880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003C23"/>
                      </a:solidFill>
                    </a:rPr>
                    <a:t>REDACTED_00054</a:t>
                  </a:r>
                  <a:endParaRPr lang="en-US" sz="650">
                    <a:solidFill>
                      <a:srgbClr val="003C23"/>
                    </a:solidFill>
                  </a:endParaRPr>
                </a:p>
              </p:txBody>
            </p:sp>
          </p:grpSp>
          <p:sp>
            <p:nvSpPr>
              <p:cNvPr id="44" name="Text 199">
                <a:extLst>
                  <a:ext uri="{FF2B5EF4-FFF2-40B4-BE49-F238E27FC236}">
                    <a16:creationId xmlns:a16="http://schemas.microsoft.com/office/drawing/2014/main" id="{4D42FAF6-3EE8-1DFC-5479-896CAA9694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3761" y="8738954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2"/>
                    </a:solidFill>
                  </a:rPr>
                  <a:t>REDACTED_00053</a:t>
                </a:r>
                <a:endParaRPr lang="en-US" sz="650">
                  <a:solidFill>
                    <a:schemeClr val="bg2"/>
                  </a:solidFill>
                </a:endParaRP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249D7EA4-A627-4D2C-F59F-58EDC02311C8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902206" y="10104365"/>
                <a:ext cx="324000" cy="324000"/>
                <a:chOff x="11899058" y="10018201"/>
                <a:chExt cx="324000" cy="324000"/>
              </a:xfrm>
            </p:grpSpPr>
            <p:sp>
              <p:nvSpPr>
                <p:cNvPr id="47" name="Shape 202">
                  <a:extLst>
                    <a:ext uri="{FF2B5EF4-FFF2-40B4-BE49-F238E27FC236}">
                      <a16:creationId xmlns:a16="http://schemas.microsoft.com/office/drawing/2014/main" id="{50EBFECB-89DD-44C1-795E-CC9665D11FB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899058" y="10018201"/>
                  <a:ext cx="324000" cy="324000"/>
                </a:xfrm>
                <a:prstGeom prst="ellipse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prstDash val="solid"/>
                </a:ln>
                <a:effectLst>
                  <a:outerShdw blurRad="508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48" name="Text 207">
                  <a:extLst>
                    <a:ext uri="{FF2B5EF4-FFF2-40B4-BE49-F238E27FC236}">
                      <a16:creationId xmlns:a16="http://schemas.microsoft.com/office/drawing/2014/main" id="{53C7DDB0-C474-274F-1D9E-B30E0E61626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917058" y="10032810"/>
                  <a:ext cx="288000" cy="2880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003C23"/>
                      </a:solidFill>
                    </a:rPr>
                    <a:t>REDACTED_00056</a:t>
                  </a:r>
                  <a:endParaRPr lang="en-US" sz="650">
                    <a:solidFill>
                      <a:srgbClr val="003C23"/>
                    </a:solidFill>
                  </a:endParaRPr>
                </a:p>
              </p:txBody>
            </p:sp>
          </p:grpSp>
          <p:sp>
            <p:nvSpPr>
              <p:cNvPr id="46" name="Text 28">
                <a:extLst>
                  <a:ext uri="{FF2B5EF4-FFF2-40B4-BE49-F238E27FC236}">
                    <a16:creationId xmlns:a16="http://schemas.microsoft.com/office/drawing/2014/main" id="{8F4676FE-030F-DF55-335C-64C3D13630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87245" y="10129712"/>
                <a:ext cx="1440000" cy="2733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650">
                    <a:solidFill>
                      <a:srgbClr val="444444"/>
                    </a:solidFill>
                  </a:rPr>
                  <a:t>REDACTED_00049</a:t>
                </a:r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2481BF9-DA82-251B-7258-9D20A1223D34}"/>
                </a:ext>
              </a:extLst>
            </p:cNvPr>
            <p:cNvCxnSpPr>
              <a:cxnSpLocks/>
            </p:cNvCxnSpPr>
            <p:nvPr/>
          </p:nvCxnSpPr>
          <p:spPr>
            <a:xfrm>
              <a:off x="9762956" y="4628056"/>
              <a:ext cx="2266698" cy="0"/>
            </a:xfrm>
            <a:prstGeom prst="line">
              <a:avLst/>
            </a:prstGeom>
            <a:ln w="25400">
              <a:solidFill>
                <a:srgbClr val="F1AE8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DC0599F-B271-48DB-03C6-9046E9FA317B}"/>
                </a:ext>
              </a:extLst>
            </p:cNvPr>
            <p:cNvSpPr txBox="1"/>
            <p:nvPr/>
          </p:nvSpPr>
          <p:spPr>
            <a:xfrm rot="5400000">
              <a:off x="11413164" y="4002361"/>
              <a:ext cx="105494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AU" sz="800" b="1">
                  <a:solidFill>
                    <a:srgbClr val="F1AE81"/>
                  </a:solidFill>
                  <a:latin typeface="Inter"/>
                </a:rPr>
                <a:t>REDACTED_00146</a:t>
              </a:r>
            </a:p>
          </p:txBody>
        </p:sp>
      </p:grpSp>
      <p:sp>
        <p:nvSpPr>
          <p:cNvPr id="75" name="Text 6">
            <a:extLst>
              <a:ext uri="{FF2B5EF4-FFF2-40B4-BE49-F238E27FC236}">
                <a16:creationId xmlns:a16="http://schemas.microsoft.com/office/drawing/2014/main" id="{AD92DFB2-F369-4B55-4053-5415EC183C3F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003C23"/>
                </a:solidFill>
              </a:rPr>
              <a:t>REDACTED_00038</a:t>
            </a:r>
          </a:p>
        </p:txBody>
      </p:sp>
    </p:spTree>
    <p:extLst>
      <p:ext uri="{BB962C8B-B14F-4D97-AF65-F5344CB8AC3E}">
        <p14:creationId xmlns:p14="http://schemas.microsoft.com/office/powerpoint/2010/main" val="411590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89">
            <a:extLst>
              <a:ext uri="{FF2B5EF4-FFF2-40B4-BE49-F238E27FC236}">
                <a16:creationId xmlns:a16="http://schemas.microsoft.com/office/drawing/2014/main" id="{D470D52B-9480-4CF0-7762-CCBF4B87570B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18679" b="-18679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3" name="Shape 13">
            <a:extLst>
              <a:ext uri="{FF2B5EF4-FFF2-40B4-BE49-F238E27FC236}">
                <a16:creationId xmlns:a16="http://schemas.microsoft.com/office/drawing/2014/main" id="{E9D5F2FC-1FF6-630E-7C6D-2A3B856AE4F1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7" name="Shape 13">
            <a:extLst>
              <a:ext uri="{FF2B5EF4-FFF2-40B4-BE49-F238E27FC236}">
                <a16:creationId xmlns:a16="http://schemas.microsoft.com/office/drawing/2014/main" id="{B21FDFFD-EE9E-4718-D6AB-37E481361A05}"/>
              </a:ext>
            </a:extLst>
          </p:cNvPr>
          <p:cNvSpPr/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5" name="Shape 229">
            <a:extLst>
              <a:ext uri="{FF2B5EF4-FFF2-40B4-BE49-F238E27FC236}">
                <a16:creationId xmlns:a16="http://schemas.microsoft.com/office/drawing/2014/main" id="{233443A9-B129-6D5A-33C2-61FCAC384B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567AEF86-73BC-2A5B-96E1-6CC8D5A2D350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8" name="Shape 105">
            <a:extLst>
              <a:ext uri="{FF2B5EF4-FFF2-40B4-BE49-F238E27FC236}">
                <a16:creationId xmlns:a16="http://schemas.microsoft.com/office/drawing/2014/main" id="{33E514B6-2EA0-363A-6BD3-33665B2A49E8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6" name="Shape 46">
            <a:extLst>
              <a:ext uri="{FF2B5EF4-FFF2-40B4-BE49-F238E27FC236}">
                <a16:creationId xmlns:a16="http://schemas.microsoft.com/office/drawing/2014/main" id="{FDCEDCF4-7F97-1153-CF8D-23BB272082C7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3" name="Shape 46">
            <a:extLst>
              <a:ext uri="{FF2B5EF4-FFF2-40B4-BE49-F238E27FC236}">
                <a16:creationId xmlns:a16="http://schemas.microsoft.com/office/drawing/2014/main" id="{48D875E2-AD33-D0EC-3239-7D2320581BC7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3" name="Shape 46">
            <a:extLst>
              <a:ext uri="{FF2B5EF4-FFF2-40B4-BE49-F238E27FC236}">
                <a16:creationId xmlns:a16="http://schemas.microsoft.com/office/drawing/2014/main" id="{F188B53C-8D98-6831-72CA-96D75290D2AA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E986852-0413-888D-1FD9-FB13BA1BF85C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50800" dist="381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 2">
            <a:extLst>
              <a:ext uri="{FF2B5EF4-FFF2-40B4-BE49-F238E27FC236}">
                <a16:creationId xmlns:a16="http://schemas.microsoft.com/office/drawing/2014/main" id="{9B94D709-43D4-2347-3DB9-0B6AF92EE7D3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Inter"/>
              </a:rPr>
              <a:t>REDACTED_00150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DE5F1E9-7398-F3A9-AFAC-0BD166B098B4}"/>
              </a:ext>
            </a:extLst>
          </p:cNvPr>
          <p:cNvGrpSpPr/>
          <p:nvPr/>
        </p:nvGrpSpPr>
        <p:grpSpPr>
          <a:xfrm>
            <a:off x="798483" y="64281"/>
            <a:ext cx="9137599" cy="430631"/>
            <a:chOff x="798483" y="126180"/>
            <a:chExt cx="9137599" cy="430631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C4EEDD3-528D-476F-9546-B64C7098C925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REDACTED_00151</a:t>
              </a:r>
              <a:r>
                <a:rPr kumimoji="0" lang="en-US" sz="1050" b="1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REDACTED_00152</a:t>
              </a: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REDACTED_00153</a:t>
              </a:r>
            </a:p>
          </p:txBody>
        </p:sp>
        <p:sp>
          <p:nvSpPr>
            <p:cNvPr id="87" name="Text 4">
              <a:extLst>
                <a:ext uri="{FF2B5EF4-FFF2-40B4-BE49-F238E27FC236}">
                  <a16:creationId xmlns:a16="http://schemas.microsoft.com/office/drawing/2014/main" id="{21A9EEA0-3DF4-0F48-E63E-E6DF88D3CA5C}"/>
                </a:ext>
              </a:extLst>
            </p:cNvPr>
            <p:cNvSpPr/>
            <p:nvPr/>
          </p:nvSpPr>
          <p:spPr>
            <a:xfrm>
              <a:off x="798483" y="4013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3DCDC"/>
                  </a:solidFill>
                </a:rPr>
                <a:t>REDACTED_00154</a:t>
              </a:r>
            </a:p>
          </p:txBody>
        </p:sp>
      </p:grpSp>
      <p:sp>
        <p:nvSpPr>
          <p:cNvPr id="91" name="Shape 5">
            <a:extLst>
              <a:ext uri="{FF2B5EF4-FFF2-40B4-BE49-F238E27FC236}">
                <a16:creationId xmlns:a16="http://schemas.microsoft.com/office/drawing/2014/main" id="{C1F96E8D-CD3D-930F-59B2-7D942CDC12E1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rgbClr val="003C23"/>
          </a:solidFill>
          <a:ln w="1905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2" name="Text 6">
            <a:extLst>
              <a:ext uri="{FF2B5EF4-FFF2-40B4-BE49-F238E27FC236}">
                <a16:creationId xmlns:a16="http://schemas.microsoft.com/office/drawing/2014/main" id="{75C088D4-893E-AD03-649B-ABA157603278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3DCDC"/>
                </a:solidFill>
              </a:rPr>
              <a:t>REDACTED_00155</a:t>
            </a:r>
            <a:endParaRPr lang="en-US" sz="900"/>
          </a:p>
        </p:txBody>
      </p:sp>
      <p:sp>
        <p:nvSpPr>
          <p:cNvPr id="93" name="Shape 7">
            <a:extLst>
              <a:ext uri="{FF2B5EF4-FFF2-40B4-BE49-F238E27FC236}">
                <a16:creationId xmlns:a16="http://schemas.microsoft.com/office/drawing/2014/main" id="{C0C29E9F-5ACE-6E8D-0605-855F13D6BA7C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4" name="Text 8">
            <a:extLst>
              <a:ext uri="{FF2B5EF4-FFF2-40B4-BE49-F238E27FC236}">
                <a16:creationId xmlns:a16="http://schemas.microsoft.com/office/drawing/2014/main" id="{969A17C9-39B7-F6F4-16C2-E70121F39386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bg2"/>
                </a:solidFill>
              </a:rPr>
              <a:t>REDACTED_00156</a:t>
            </a:r>
          </a:p>
        </p:txBody>
      </p:sp>
      <p:sp>
        <p:nvSpPr>
          <p:cNvPr id="99" name="Shape 10">
            <a:extLst>
              <a:ext uri="{FF2B5EF4-FFF2-40B4-BE49-F238E27FC236}">
                <a16:creationId xmlns:a16="http://schemas.microsoft.com/office/drawing/2014/main" id="{14AC4F58-B264-332D-89B9-A413B3E8A047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Text 11">
            <a:extLst>
              <a:ext uri="{FF2B5EF4-FFF2-40B4-BE49-F238E27FC236}">
                <a16:creationId xmlns:a16="http://schemas.microsoft.com/office/drawing/2014/main" id="{BC17E58F-6A45-6F15-D2D2-ACA5AE3BDE66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03" name="Text 12">
            <a:extLst>
              <a:ext uri="{FF2B5EF4-FFF2-40B4-BE49-F238E27FC236}">
                <a16:creationId xmlns:a16="http://schemas.microsoft.com/office/drawing/2014/main" id="{4E0E778A-81DB-5947-E443-ACF5CE15CA83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REDACTED_00157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REDACTED_00158</a:t>
            </a:r>
            <a:endParaRPr lang="en-US" sz="800"/>
          </a:p>
        </p:txBody>
      </p:sp>
      <p:grpSp>
        <p:nvGrpSpPr>
          <p:cNvPr id="212" name="Group 211"/>
          <p:cNvGrpSpPr/>
          <p:nvPr/>
        </p:nvGrpSpPr>
        <p:grpSpPr>
          <a:xfrm>
            <a:off x="9770789" y="1533603"/>
            <a:ext cx="2333207" cy="635924"/>
            <a:chOff x="10112273" y="2891968"/>
            <a:chExt cx="1920240" cy="580543"/>
          </a:xfrm>
        </p:grpSpPr>
        <p:sp>
          <p:nvSpPr>
            <p:cNvPr id="216" name="Shape 214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14" name="Text 212a"/>
            <p:cNvSpPr/>
            <p:nvPr/>
          </p:nvSpPr>
          <p:spPr>
            <a:xfrm>
              <a:off x="10870434" y="2891968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REDACTED_00159</a:t>
              </a:r>
            </a:p>
          </p:txBody>
        </p:sp>
        <p:sp>
          <p:nvSpPr>
            <p:cNvPr id="218" name="Text 216a"/>
            <p:cNvSpPr/>
            <p:nvPr/>
          </p:nvSpPr>
          <p:spPr>
            <a:xfrm>
              <a:off x="10870434" y="3026712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REDACTED_00160</a:t>
              </a:r>
            </a:p>
          </p:txBody>
        </p:sp>
        <p:sp>
          <p:nvSpPr>
            <p:cNvPr id="217" name="Shape 215"/>
            <p:cNvSpPr/>
            <p:nvPr/>
          </p:nvSpPr>
          <p:spPr>
            <a:xfrm>
              <a:off x="10198303" y="3237891"/>
              <a:ext cx="657745" cy="64008"/>
            </a:xfrm>
            <a:prstGeom prst="rect">
              <a:avLst/>
            </a:prstGeom>
            <a:solidFill>
              <a:srgbClr val="003C23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19" name="Shape 217a"/>
            <p:cNvSpPr/>
            <p:nvPr/>
          </p:nvSpPr>
          <p:spPr>
            <a:xfrm>
              <a:off x="10874518" y="3237891"/>
              <a:ext cx="823663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21" name="Text 219a"/>
            <p:cNvSpPr/>
            <p:nvPr/>
          </p:nvSpPr>
          <p:spPr>
            <a:xfrm>
              <a:off x="11700022" y="3289631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003C23"/>
                  </a:solidFill>
                  <a:latin typeface="Calibri"/>
                </a:rPr>
                <a:t>REDACTED_00161</a:t>
              </a:r>
            </a:p>
          </p:txBody>
        </p:sp>
      </p:grpSp>
      <p:sp>
        <p:nvSpPr>
          <p:cNvPr id="147" name="Shape 130">
            <a:extLst>
              <a:ext uri="{FF2B5EF4-FFF2-40B4-BE49-F238E27FC236}">
                <a16:creationId xmlns:a16="http://schemas.microsoft.com/office/drawing/2014/main" id="{DD866FF6-424D-17B7-B9C8-D25FD2AE62CC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FD56A785-46AE-0CC5-6D80-D4E3084B701E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3" name="Picture 152" descr="A black and blue logo  AI-generated content may be incorrect.">
            <a:extLst>
              <a:ext uri="{FF2B5EF4-FFF2-40B4-BE49-F238E27FC236}">
                <a16:creationId xmlns:a16="http://schemas.microsoft.com/office/drawing/2014/main" id="{A9F35732-E38C-1FCB-7645-6202F2B4F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58" name="Text 211a">
            <a:extLst>
              <a:ext uri="{FF2B5EF4-FFF2-40B4-BE49-F238E27FC236}">
                <a16:creationId xmlns:a16="http://schemas.microsoft.com/office/drawing/2014/main" id="{8949DE2B-B817-74D0-3541-26D9AA94BD7D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60" name="Text 213a">
            <a:extLst>
              <a:ext uri="{FF2B5EF4-FFF2-40B4-BE49-F238E27FC236}">
                <a16:creationId xmlns:a16="http://schemas.microsoft.com/office/drawing/2014/main" id="{801883BB-6C64-3481-5B5B-9FEFCCAA5EBD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2" name="Text 218a">
            <a:extLst>
              <a:ext uri="{FF2B5EF4-FFF2-40B4-BE49-F238E27FC236}">
                <a16:creationId xmlns:a16="http://schemas.microsoft.com/office/drawing/2014/main" id="{0F067BA4-FD19-4DCE-03FE-48ED23C2B112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4" name="Shape 229">
            <a:extLst>
              <a:ext uri="{FF2B5EF4-FFF2-40B4-BE49-F238E27FC236}">
                <a16:creationId xmlns:a16="http://schemas.microsoft.com/office/drawing/2014/main" id="{B4E4AA7E-2BF0-7B6D-5A1A-C5AC645A5F45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REDACTED_00162</a:t>
            </a: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DD3D37EF-808F-8317-68E4-81262047B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651" y="6208978"/>
            <a:ext cx="1852551" cy="814115"/>
          </a:xfrm>
          <a:prstGeom prst="rect">
            <a:avLst/>
          </a:prstGeom>
          <a:noFill/>
        </p:spPr>
      </p:pic>
      <p:sp>
        <p:nvSpPr>
          <p:cNvPr id="174" name="Shape 10">
            <a:extLst>
              <a:ext uri="{FF2B5EF4-FFF2-40B4-BE49-F238E27FC236}">
                <a16:creationId xmlns:a16="http://schemas.microsoft.com/office/drawing/2014/main" id="{9A741B46-30D7-253A-197D-8F0889F8372A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9" name="Text 31">
            <a:extLst>
              <a:ext uri="{FF2B5EF4-FFF2-40B4-BE49-F238E27FC236}">
                <a16:creationId xmlns:a16="http://schemas.microsoft.com/office/drawing/2014/main" id="{25CED82C-A3A3-35CB-C88F-2D8447666028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81" name="Shape 32">
            <a:extLst>
              <a:ext uri="{FF2B5EF4-FFF2-40B4-BE49-F238E27FC236}">
                <a16:creationId xmlns:a16="http://schemas.microsoft.com/office/drawing/2014/main" id="{1E3441DF-E4A3-5CEF-534E-9739D6A7DF4C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3" name="Text 33">
            <a:extLst>
              <a:ext uri="{FF2B5EF4-FFF2-40B4-BE49-F238E27FC236}">
                <a16:creationId xmlns:a16="http://schemas.microsoft.com/office/drawing/2014/main" id="{C20537AF-0D79-703B-AE3A-E906D3F54CE0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REDACTED_00163</a:t>
            </a:r>
            <a:r>
              <a:rPr lang="en-US" sz="800" err="1">
                <a:solidFill>
                  <a:srgbClr val="444444"/>
                </a:solidFill>
              </a:rPr>
              <a:t>REDACTED_00164</a:t>
            </a:r>
            <a:r>
              <a:rPr lang="en-US" sz="800">
                <a:solidFill>
                  <a:srgbClr val="444444"/>
                </a:solidFill>
              </a:rPr>
              <a:t>REDACTED_00165</a:t>
            </a:r>
            <a:r>
              <a:rPr lang="en-US" sz="800" err="1">
                <a:solidFill>
                  <a:srgbClr val="444444"/>
                </a:solidFill>
              </a:rPr>
              <a:t>REDACTED_00166</a:t>
            </a:r>
            <a:r>
              <a:rPr lang="en-US" sz="800">
                <a:solidFill>
                  <a:srgbClr val="444444"/>
                </a:solidFill>
              </a:rPr>
              <a:t>REDACTED_00167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185" name="Text 33">
            <a:extLst>
              <a:ext uri="{FF2B5EF4-FFF2-40B4-BE49-F238E27FC236}">
                <a16:creationId xmlns:a16="http://schemas.microsoft.com/office/drawing/2014/main" id="{5CCC023A-C694-6D59-84D3-A6AC0CCD1854}"/>
              </a:ext>
            </a:extLst>
          </p:cNvPr>
          <p:cNvSpPr/>
          <p:nvPr/>
        </p:nvSpPr>
        <p:spPr>
          <a:xfrm>
            <a:off x="180001" y="28638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REDACTED_00168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REDACTED_00169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REDACTED_00170</a:t>
            </a:r>
            <a:endParaRPr lang="en-US" sz="800"/>
          </a:p>
        </p:txBody>
      </p:sp>
      <p:sp>
        <p:nvSpPr>
          <p:cNvPr id="187" name="Text 31">
            <a:extLst>
              <a:ext uri="{FF2B5EF4-FFF2-40B4-BE49-F238E27FC236}">
                <a16:creationId xmlns:a16="http://schemas.microsoft.com/office/drawing/2014/main" id="{23923FC0-6182-ECB6-BE28-B96D868FB522}"/>
              </a:ext>
            </a:extLst>
          </p:cNvPr>
          <p:cNvSpPr/>
          <p:nvPr/>
        </p:nvSpPr>
        <p:spPr>
          <a:xfrm>
            <a:off x="180000" y="26965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89" name="Shape 32">
            <a:extLst>
              <a:ext uri="{FF2B5EF4-FFF2-40B4-BE49-F238E27FC236}">
                <a16:creationId xmlns:a16="http://schemas.microsoft.com/office/drawing/2014/main" id="{C185CA0A-3764-6132-C0B3-6C2DFBE986B7}"/>
              </a:ext>
            </a:extLst>
          </p:cNvPr>
          <p:cNvSpPr/>
          <p:nvPr/>
        </p:nvSpPr>
        <p:spPr>
          <a:xfrm>
            <a:off x="144000" y="28154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1" name="Shape 10">
            <a:extLst>
              <a:ext uri="{FF2B5EF4-FFF2-40B4-BE49-F238E27FC236}">
                <a16:creationId xmlns:a16="http://schemas.microsoft.com/office/drawing/2014/main" id="{9D944077-66EE-4540-D875-07D4079BDD41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5" name="Shape 16">
            <a:extLst>
              <a:ext uri="{FF2B5EF4-FFF2-40B4-BE49-F238E27FC236}">
                <a16:creationId xmlns:a16="http://schemas.microsoft.com/office/drawing/2014/main" id="{9DBD7C45-7C5E-B2A3-4504-CA3C0CFD3AE0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REDACTED_00171</a:t>
            </a:r>
          </a:p>
        </p:txBody>
      </p:sp>
      <p:sp>
        <p:nvSpPr>
          <p:cNvPr id="197" name="Shape 16">
            <a:extLst>
              <a:ext uri="{FF2B5EF4-FFF2-40B4-BE49-F238E27FC236}">
                <a16:creationId xmlns:a16="http://schemas.microsoft.com/office/drawing/2014/main" id="{4D0C2ECF-A5AB-7947-C1E1-2D9C4803E1B2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REDACTED_00172</a:t>
            </a:r>
          </a:p>
        </p:txBody>
      </p:sp>
      <p:sp>
        <p:nvSpPr>
          <p:cNvPr id="199" name="Shape 16">
            <a:extLst>
              <a:ext uri="{FF2B5EF4-FFF2-40B4-BE49-F238E27FC236}">
                <a16:creationId xmlns:a16="http://schemas.microsoft.com/office/drawing/2014/main" id="{D562CEE2-3A02-FC98-4DFE-52058010F4D9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REDACTED_00116</a:t>
            </a:r>
          </a:p>
        </p:txBody>
      </p:sp>
      <p:sp>
        <p:nvSpPr>
          <p:cNvPr id="201" name="Shape 16">
            <a:extLst>
              <a:ext uri="{FF2B5EF4-FFF2-40B4-BE49-F238E27FC236}">
                <a16:creationId xmlns:a16="http://schemas.microsoft.com/office/drawing/2014/main" id="{C837F7A1-1B4C-CFCF-5099-4E65BA147DE1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bg2"/>
                </a:solidFill>
              </a:rPr>
              <a:t>REDACTED_00173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92F12E9-7431-1CE4-4774-6BBEB22142A7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REDACTED_00078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5A221184-74B3-124F-FCCE-E9A986187420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REDACTED_00079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F8AC4731-B6EE-8CED-25C3-A8A18DF4CF27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REDACTED_00080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B51D9EED-1380-4434-5E04-03937635FFA8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REDACTED_00081</a:t>
            </a:r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8EBAAC44-8957-30B9-A71B-158BD67E962A}"/>
              </a:ext>
            </a:extLst>
          </p:cNvPr>
          <p:cNvGrpSpPr/>
          <p:nvPr/>
        </p:nvGrpSpPr>
        <p:grpSpPr>
          <a:xfrm>
            <a:off x="3717780" y="1742945"/>
            <a:ext cx="3065147" cy="330976"/>
            <a:chOff x="3828681" y="1704593"/>
            <a:chExt cx="7721343" cy="433878"/>
          </a:xfrm>
        </p:grpSpPr>
        <p:sp>
          <p:nvSpPr>
            <p:cNvPr id="240" name="Shape 37">
              <a:extLst>
                <a:ext uri="{FF2B5EF4-FFF2-40B4-BE49-F238E27FC236}">
                  <a16:creationId xmlns:a16="http://schemas.microsoft.com/office/drawing/2014/main" id="{A77129EE-9E67-4781-AD60-88EBEA73D1B1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1" name="Shape 38">
              <a:extLst>
                <a:ext uri="{FF2B5EF4-FFF2-40B4-BE49-F238E27FC236}">
                  <a16:creationId xmlns:a16="http://schemas.microsoft.com/office/drawing/2014/main" id="{70868094-4967-7470-7320-58665D750A2B}"/>
                </a:ext>
              </a:extLst>
            </p:cNvPr>
            <p:cNvSpPr/>
            <p:nvPr/>
          </p:nvSpPr>
          <p:spPr>
            <a:xfrm>
              <a:off x="3828681" y="1712901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2" name="Text 39">
              <a:extLst>
                <a:ext uri="{FF2B5EF4-FFF2-40B4-BE49-F238E27FC236}">
                  <a16:creationId xmlns:a16="http://schemas.microsoft.com/office/drawing/2014/main" id="{1FBF793B-DAC6-F12B-1150-D0069F340051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REDACTED_00174</a:t>
              </a:r>
              <a:endParaRPr lang="en-US" sz="800"/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42CBA9B1-5BAB-780F-057C-146AC7B1D56E}"/>
              </a:ext>
            </a:extLst>
          </p:cNvPr>
          <p:cNvGrpSpPr/>
          <p:nvPr/>
        </p:nvGrpSpPr>
        <p:grpSpPr>
          <a:xfrm>
            <a:off x="3717780" y="2107612"/>
            <a:ext cx="3065147" cy="330976"/>
            <a:chOff x="3828681" y="1704593"/>
            <a:chExt cx="7721343" cy="433878"/>
          </a:xfrm>
        </p:grpSpPr>
        <p:sp>
          <p:nvSpPr>
            <p:cNvPr id="244" name="Shape 37">
              <a:extLst>
                <a:ext uri="{FF2B5EF4-FFF2-40B4-BE49-F238E27FC236}">
                  <a16:creationId xmlns:a16="http://schemas.microsoft.com/office/drawing/2014/main" id="{D221AA2B-D00B-13C8-AB16-DC73B596DC51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5" name="Shape 38">
              <a:extLst>
                <a:ext uri="{FF2B5EF4-FFF2-40B4-BE49-F238E27FC236}">
                  <a16:creationId xmlns:a16="http://schemas.microsoft.com/office/drawing/2014/main" id="{540DF09A-415D-FD8C-A7AB-4C35A97E8907}"/>
                </a:ext>
              </a:extLst>
            </p:cNvPr>
            <p:cNvSpPr/>
            <p:nvPr/>
          </p:nvSpPr>
          <p:spPr>
            <a:xfrm>
              <a:off x="3828681" y="1712903"/>
              <a:ext cx="90687" cy="424733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6" name="Text 39">
              <a:extLst>
                <a:ext uri="{FF2B5EF4-FFF2-40B4-BE49-F238E27FC236}">
                  <a16:creationId xmlns:a16="http://schemas.microsoft.com/office/drawing/2014/main" id="{BBB1E2E9-45B3-70F1-99A9-BB6C9A89023A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REDACTED_00175</a:t>
              </a:r>
              <a:endParaRPr lang="en-US" sz="800"/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874DF0EB-6541-9CB2-C4B1-3F4861F18B43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48" name="Shape 37">
              <a:extLst>
                <a:ext uri="{FF2B5EF4-FFF2-40B4-BE49-F238E27FC236}">
                  <a16:creationId xmlns:a16="http://schemas.microsoft.com/office/drawing/2014/main" id="{63D2434E-8808-CC6D-E4BB-AB4AFBC61374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9" name="Shape 38">
              <a:extLst>
                <a:ext uri="{FF2B5EF4-FFF2-40B4-BE49-F238E27FC236}">
                  <a16:creationId xmlns:a16="http://schemas.microsoft.com/office/drawing/2014/main" id="{5545A982-3390-3A20-1CF8-F1E269E394EE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0" name="Text 39">
              <a:extLst>
                <a:ext uri="{FF2B5EF4-FFF2-40B4-BE49-F238E27FC236}">
                  <a16:creationId xmlns:a16="http://schemas.microsoft.com/office/drawing/2014/main" id="{A2AC1BB8-9EE1-375B-A15B-517212DFD9F7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REDACTED_00176</a:t>
              </a:r>
              <a:endParaRPr lang="en-US" sz="800"/>
            </a:p>
          </p:txBody>
        </p:sp>
      </p:grpSp>
      <p:sp>
        <p:nvSpPr>
          <p:cNvPr id="251" name="Shape 229">
            <a:extLst>
              <a:ext uri="{FF2B5EF4-FFF2-40B4-BE49-F238E27FC236}">
                <a16:creationId xmlns:a16="http://schemas.microsoft.com/office/drawing/2014/main" id="{26B61307-6147-1329-C1BD-DA7B16DB4259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REDACTED_00082</a:t>
            </a:r>
          </a:p>
        </p:txBody>
      </p:sp>
      <p:sp>
        <p:nvSpPr>
          <p:cNvPr id="269" name="Text 35">
            <a:extLst>
              <a:ext uri="{FF2B5EF4-FFF2-40B4-BE49-F238E27FC236}">
                <a16:creationId xmlns:a16="http://schemas.microsoft.com/office/drawing/2014/main" id="{B923EBAA-78A9-03FB-99A0-D3261E97585D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71" name="Shape 36">
            <a:extLst>
              <a:ext uri="{FF2B5EF4-FFF2-40B4-BE49-F238E27FC236}">
                <a16:creationId xmlns:a16="http://schemas.microsoft.com/office/drawing/2014/main" id="{0C7F143D-830E-D11F-C80B-DC4F7D230A98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3" name="Shape 36">
            <a:extLst>
              <a:ext uri="{FF2B5EF4-FFF2-40B4-BE49-F238E27FC236}">
                <a16:creationId xmlns:a16="http://schemas.microsoft.com/office/drawing/2014/main" id="{FAA10354-9D35-D23B-8E58-298DFFF38478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5" name="Text 35">
            <a:extLst>
              <a:ext uri="{FF2B5EF4-FFF2-40B4-BE49-F238E27FC236}">
                <a16:creationId xmlns:a16="http://schemas.microsoft.com/office/drawing/2014/main" id="{2E26E647-DA41-43F1-DDA6-F67F800A050A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pic>
        <p:nvPicPr>
          <p:cNvPr id="287" name="Picture 286">
            <a:extLst>
              <a:ext uri="{FF2B5EF4-FFF2-40B4-BE49-F238E27FC236}">
                <a16:creationId xmlns:a16="http://schemas.microsoft.com/office/drawing/2014/main" id="{F32989F9-7B6F-2651-931C-82AB2A207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800" y="4413600"/>
            <a:ext cx="1315738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19000"/>
              </a:prstClr>
            </a:outerShdw>
          </a:effectLst>
        </p:spPr>
      </p:pic>
      <p:pic>
        <p:nvPicPr>
          <p:cNvPr id="289" name="Picture 288">
            <a:extLst>
              <a:ext uri="{FF2B5EF4-FFF2-40B4-BE49-F238E27FC236}">
                <a16:creationId xmlns:a16="http://schemas.microsoft.com/office/drawing/2014/main" id="{3790407A-ED64-0C04-47DD-D4B4D06B25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19000"/>
              </a:prstClr>
            </a:outerShdw>
          </a:effectLst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36E15643-DBC1-031C-F9F8-2FF0F7F7E8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6000" y="4413600"/>
            <a:ext cx="1315738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19000"/>
              </a:prstClr>
            </a:outerShdw>
          </a:effectLst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86713AC5-5BA7-DB36-35BB-DEB1BC9A741D}"/>
              </a:ext>
            </a:extLst>
          </p:cNvPr>
          <p:cNvSpPr txBox="1"/>
          <p:nvPr/>
        </p:nvSpPr>
        <p:spPr>
          <a:xfrm>
            <a:off x="2088000" y="4636261"/>
            <a:ext cx="3266425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47625" marR="0" lvl="0" indent="-47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REDACTED_00177</a:t>
            </a:r>
          </a:p>
          <a:p>
            <a:pPr marL="47625" marR="0" lvl="0" indent="-47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REDACTED_00178</a:t>
            </a:r>
          </a:p>
          <a:p>
            <a:pPr marL="47625" marR="0" lvl="0" indent="-47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A326183-CBA3-B1F2-659B-DC206E86D548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003C23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REDACTED_00180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REDACTED_00181</a:t>
            </a:r>
            <a:r>
              <a:rPr lang="en-US" altLang="en-US" sz="800" err="1">
                <a:solidFill>
                  <a:srgbClr val="444444"/>
                </a:solidFill>
                <a:latin typeface="Calibri" panose="020F0502020204030204"/>
              </a:rPr>
              <a:t>REDACTED_00119</a:t>
            </a: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REDACTED_00182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REDACTED_00183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70ECC1-EB35-BE6E-4F02-870A2921B9D6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REDACTED_00184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REDACTED_00185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REDACTED_00186</a:t>
            </a:r>
          </a:p>
        </p:txBody>
      </p:sp>
      <p:sp>
        <p:nvSpPr>
          <p:cNvPr id="3" name="Shape 32">
            <a:extLst>
              <a:ext uri="{FF2B5EF4-FFF2-40B4-BE49-F238E27FC236}">
                <a16:creationId xmlns:a16="http://schemas.microsoft.com/office/drawing/2014/main" id="{EBD71AA8-09E0-B91B-A3D7-B969DD402705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35">
            <a:extLst>
              <a:ext uri="{FF2B5EF4-FFF2-40B4-BE49-F238E27FC236}">
                <a16:creationId xmlns:a16="http://schemas.microsoft.com/office/drawing/2014/main" id="{CB3F2443-7085-CBBC-6E57-4D20BCD0E8B6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6" name="Shape 36">
            <a:extLst>
              <a:ext uri="{FF2B5EF4-FFF2-40B4-BE49-F238E27FC236}">
                <a16:creationId xmlns:a16="http://schemas.microsoft.com/office/drawing/2014/main" id="{8646A653-F970-8510-1AEF-542BAA8002AA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35">
            <a:extLst>
              <a:ext uri="{FF2B5EF4-FFF2-40B4-BE49-F238E27FC236}">
                <a16:creationId xmlns:a16="http://schemas.microsoft.com/office/drawing/2014/main" id="{6D8117DB-93B6-35D9-4DF9-EA58D55ECE12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10" name="Shape 36">
            <a:extLst>
              <a:ext uri="{FF2B5EF4-FFF2-40B4-BE49-F238E27FC236}">
                <a16:creationId xmlns:a16="http://schemas.microsoft.com/office/drawing/2014/main" id="{1E58CA3D-A05B-D629-ADDA-0DB6AD09EC4E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470D6EA-C6E6-4349-287E-B44C723AB0FD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12" name="PersonIcon">
              <a:extLst>
                <a:ext uri="{FF2B5EF4-FFF2-40B4-BE49-F238E27FC236}">
                  <a16:creationId xmlns:a16="http://schemas.microsoft.com/office/drawing/2014/main" id="{5D74D51A-A813-75BA-66EC-BA845E0920FA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 107">
              <a:extLst>
                <a:ext uri="{FF2B5EF4-FFF2-40B4-BE49-F238E27FC236}">
                  <a16:creationId xmlns:a16="http://schemas.microsoft.com/office/drawing/2014/main" id="{3814C0DD-9DCF-6FDE-39A1-B835FAF90C41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4" name="Text 108">
              <a:extLst>
                <a:ext uri="{FF2B5EF4-FFF2-40B4-BE49-F238E27FC236}">
                  <a16:creationId xmlns:a16="http://schemas.microsoft.com/office/drawing/2014/main" id="{F8E7324A-23FE-EE1F-9649-BC440E5DC3B0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REDACTED_00004</a:t>
              </a:r>
              <a:endParaRPr lang="en-US" sz="80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C6C385-4714-AFA2-85B6-79368CFDCB9E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16" name="BuildingIcon">
              <a:extLst>
                <a:ext uri="{FF2B5EF4-FFF2-40B4-BE49-F238E27FC236}">
                  <a16:creationId xmlns:a16="http://schemas.microsoft.com/office/drawing/2014/main" id="{311AFD58-43C6-D3B4-6AC4-A1DA53BC891B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 109">
              <a:extLst>
                <a:ext uri="{FF2B5EF4-FFF2-40B4-BE49-F238E27FC236}">
                  <a16:creationId xmlns:a16="http://schemas.microsoft.com/office/drawing/2014/main" id="{DD0611DA-E87F-C5E5-8456-144D059EC109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8" name="Text 110">
              <a:extLst>
                <a:ext uri="{FF2B5EF4-FFF2-40B4-BE49-F238E27FC236}">
                  <a16:creationId xmlns:a16="http://schemas.microsoft.com/office/drawing/2014/main" id="{325E2781-3626-3ABD-1EDC-53591C9D5BFE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REDACTED_00006</a:t>
              </a:r>
              <a:endParaRPr lang="en-US" sz="8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0FDFC77-BAFC-CB5A-01AE-496ADB464266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20" name="GradCapIcon">
              <a:extLst>
                <a:ext uri="{FF2B5EF4-FFF2-40B4-BE49-F238E27FC236}">
                  <a16:creationId xmlns:a16="http://schemas.microsoft.com/office/drawing/2014/main" id="{40C67E12-6FC9-CEFC-C88C-1B827DC651C6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 111">
              <a:extLst>
                <a:ext uri="{FF2B5EF4-FFF2-40B4-BE49-F238E27FC236}">
                  <a16:creationId xmlns:a16="http://schemas.microsoft.com/office/drawing/2014/main" id="{AE9AE7E0-DA88-7922-4B12-FFA437B080B5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22" name="Text 112">
              <a:extLst>
                <a:ext uri="{FF2B5EF4-FFF2-40B4-BE49-F238E27FC236}">
                  <a16:creationId xmlns:a16="http://schemas.microsoft.com/office/drawing/2014/main" id="{243F495D-B526-D69D-6566-975E6FF747B2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REDACTED_00008</a:t>
              </a:r>
              <a:endParaRPr lang="en-US" sz="800"/>
            </a:p>
          </p:txBody>
        </p:sp>
      </p:grpSp>
      <p:sp>
        <p:nvSpPr>
          <p:cNvPr id="5" name="Text 6">
            <a:extLst>
              <a:ext uri="{FF2B5EF4-FFF2-40B4-BE49-F238E27FC236}">
                <a16:creationId xmlns:a16="http://schemas.microsoft.com/office/drawing/2014/main" id="{D663F985-7E0A-114D-00FF-ED50F4CB4C5C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003C23"/>
                </a:solidFill>
              </a:rPr>
              <a:t>REDACTED_00038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707CBA3-4402-E0B4-6F0F-1D6DA22D79D7}"/>
              </a:ext>
            </a:extLst>
          </p:cNvPr>
          <p:cNvGrpSpPr/>
          <p:nvPr/>
        </p:nvGrpSpPr>
        <p:grpSpPr>
          <a:xfrm>
            <a:off x="9986400" y="2847600"/>
            <a:ext cx="2222197" cy="3087520"/>
            <a:chOff x="11866206" y="7800394"/>
            <a:chExt cx="2222197" cy="3087520"/>
          </a:xfrm>
        </p:grpSpPr>
        <p:sp>
          <p:nvSpPr>
            <p:cNvPr id="25" name="Text 11">
              <a:extLst>
                <a:ext uri="{FF2B5EF4-FFF2-40B4-BE49-F238E27FC236}">
                  <a16:creationId xmlns:a16="http://schemas.microsoft.com/office/drawing/2014/main" id="{31EDF958-6C98-7346-6B2F-42FEDD95F865}"/>
                </a:ext>
              </a:extLst>
            </p:cNvPr>
            <p:cNvSpPr>
              <a:spLocks/>
            </p:cNvSpPr>
            <p:nvPr/>
          </p:nvSpPr>
          <p:spPr>
            <a:xfrm>
              <a:off x="12487244" y="788301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444444"/>
                  </a:solidFill>
                </a:rPr>
                <a:t>REDACTED_00039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REDACTED_00187</a:t>
              </a:r>
            </a:p>
          </p:txBody>
        </p:sp>
        <p:sp>
          <p:nvSpPr>
            <p:cNvPr id="26" name="Text 12">
              <a:extLst>
                <a:ext uri="{FF2B5EF4-FFF2-40B4-BE49-F238E27FC236}">
                  <a16:creationId xmlns:a16="http://schemas.microsoft.com/office/drawing/2014/main" id="{52725636-5358-68C2-116A-A532F8C67A31}"/>
                </a:ext>
              </a:extLst>
            </p:cNvPr>
            <p:cNvSpPr>
              <a:spLocks/>
            </p:cNvSpPr>
            <p:nvPr/>
          </p:nvSpPr>
          <p:spPr>
            <a:xfrm>
              <a:off x="12487244" y="7926956"/>
              <a:ext cx="1601159" cy="1322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650">
                <a:solidFill>
                  <a:srgbClr val="444444"/>
                </a:solidFill>
              </a:endParaRPr>
            </a:p>
          </p:txBody>
        </p:sp>
        <p:sp>
          <p:nvSpPr>
            <p:cNvPr id="27" name="Text 15">
              <a:extLst>
                <a:ext uri="{FF2B5EF4-FFF2-40B4-BE49-F238E27FC236}">
                  <a16:creationId xmlns:a16="http://schemas.microsoft.com/office/drawing/2014/main" id="{FED8FAE0-933D-1350-49CD-ADDD0149FB4E}"/>
                </a:ext>
              </a:extLst>
            </p:cNvPr>
            <p:cNvSpPr>
              <a:spLocks/>
            </p:cNvSpPr>
            <p:nvPr/>
          </p:nvSpPr>
          <p:spPr>
            <a:xfrm>
              <a:off x="12487244" y="8276419"/>
              <a:ext cx="1440000" cy="2910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REDACTED_00083</a:t>
              </a:r>
            </a:p>
          </p:txBody>
        </p:sp>
        <p:sp>
          <p:nvSpPr>
            <p:cNvPr id="28" name="Text 19">
              <a:extLst>
                <a:ext uri="{FF2B5EF4-FFF2-40B4-BE49-F238E27FC236}">
                  <a16:creationId xmlns:a16="http://schemas.microsoft.com/office/drawing/2014/main" id="{DA9873EF-C9B3-88BC-8F0E-608728B283EC}"/>
                </a:ext>
              </a:extLst>
            </p:cNvPr>
            <p:cNvSpPr>
              <a:spLocks/>
            </p:cNvSpPr>
            <p:nvPr/>
          </p:nvSpPr>
          <p:spPr>
            <a:xfrm>
              <a:off x="12487245" y="8802118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 b="1">
                  <a:solidFill>
                    <a:srgbClr val="444444"/>
                  </a:solidFill>
                </a:rPr>
                <a:t>REDACTED_00084</a:t>
              </a:r>
            </a:p>
            <a:p>
              <a:r>
                <a:rPr lang="en-US" sz="650" b="1">
                  <a:solidFill>
                    <a:srgbClr val="444444"/>
                  </a:solidFill>
                </a:rPr>
                <a:t>REDACTED_00188</a:t>
              </a:r>
            </a:p>
          </p:txBody>
        </p:sp>
        <p:sp>
          <p:nvSpPr>
            <p:cNvPr id="29" name="Text 23">
              <a:extLst>
                <a:ext uri="{FF2B5EF4-FFF2-40B4-BE49-F238E27FC236}">
                  <a16:creationId xmlns:a16="http://schemas.microsoft.com/office/drawing/2014/main" id="{619640FB-0745-57F5-86A0-66A4DD80EFD9}"/>
                </a:ext>
              </a:extLst>
            </p:cNvPr>
            <p:cNvSpPr>
              <a:spLocks/>
            </p:cNvSpPr>
            <p:nvPr/>
          </p:nvSpPr>
          <p:spPr>
            <a:xfrm>
              <a:off x="12487244" y="9264777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REDACTED_00189</a:t>
              </a:r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FA78819D-28C7-0FDE-12DB-05E5C2766129}"/>
                </a:ext>
              </a:extLst>
            </p:cNvPr>
            <p:cNvSpPr>
              <a:spLocks/>
            </p:cNvSpPr>
            <p:nvPr/>
          </p:nvSpPr>
          <p:spPr>
            <a:xfrm>
              <a:off x="12487244" y="9670161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REDACTED_00190</a:t>
              </a:r>
            </a:p>
          </p:txBody>
        </p:sp>
        <p:sp>
          <p:nvSpPr>
            <p:cNvPr id="31" name="Text 32">
              <a:extLst>
                <a:ext uri="{FF2B5EF4-FFF2-40B4-BE49-F238E27FC236}">
                  <a16:creationId xmlns:a16="http://schemas.microsoft.com/office/drawing/2014/main" id="{DEB51CF4-AC2F-1ED6-3E77-E672C8E83E5A}"/>
                </a:ext>
              </a:extLst>
            </p:cNvPr>
            <p:cNvSpPr>
              <a:spLocks/>
            </p:cNvSpPr>
            <p:nvPr/>
          </p:nvSpPr>
          <p:spPr>
            <a:xfrm>
              <a:off x="12487244" y="1064653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REDACTED_00058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REDACTED_00191</a:t>
              </a:r>
            </a:p>
          </p:txBody>
        </p:sp>
        <p:sp>
          <p:nvSpPr>
            <p:cNvPr id="33" name="Shape 188">
              <a:extLst>
                <a:ext uri="{FF2B5EF4-FFF2-40B4-BE49-F238E27FC236}">
                  <a16:creationId xmlns:a16="http://schemas.microsoft.com/office/drawing/2014/main" id="{ECB57792-8004-322F-AC3D-58881DE33759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2772000"/>
            </a:xfrm>
            <a:prstGeom prst="roundRect">
              <a:avLst>
                <a:gd name="adj" fmla="val 44444"/>
              </a:avLst>
            </a:prstGeom>
            <a:solidFill>
              <a:schemeClr val="bg2"/>
            </a:solidFill>
            <a:ln w="12700">
              <a:solidFill>
                <a:schemeClr val="bg2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Shape 189">
              <a:extLst>
                <a:ext uri="{FF2B5EF4-FFF2-40B4-BE49-F238E27FC236}">
                  <a16:creationId xmlns:a16="http://schemas.microsoft.com/office/drawing/2014/main" id="{3323257B-FE2E-5843-A618-621516AAFC0E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1332000"/>
            </a:xfrm>
            <a:prstGeom prst="roundRect">
              <a:avLst>
                <a:gd name="adj" fmla="val 44444"/>
              </a:avLst>
            </a:prstGeom>
            <a:solidFill>
              <a:srgbClr val="003C23"/>
            </a:solidFill>
            <a:ln w="1270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Shape 206">
              <a:extLst>
                <a:ext uri="{FF2B5EF4-FFF2-40B4-BE49-F238E27FC236}">
                  <a16:creationId xmlns:a16="http://schemas.microsoft.com/office/drawing/2014/main" id="{B5BA5124-55F3-B859-1ADA-17138A3F4C8D}"/>
                </a:ext>
              </a:extLst>
            </p:cNvPr>
            <p:cNvSpPr>
              <a:spLocks/>
            </p:cNvSpPr>
            <p:nvPr/>
          </p:nvSpPr>
          <p:spPr>
            <a:xfrm>
              <a:off x="11866206" y="8683496"/>
              <a:ext cx="396000" cy="396000"/>
            </a:xfrm>
            <a:prstGeom prst="ellipse">
              <a:avLst/>
            </a:prstGeom>
            <a:solidFill>
              <a:srgbClr val="003C23"/>
            </a:solidFill>
            <a:ln w="1905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B2F7B25-12D4-DA5D-408F-148C3709CE42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7800394"/>
              <a:ext cx="324000" cy="324000"/>
              <a:chOff x="11899058" y="7800394"/>
              <a:chExt cx="324000" cy="324000"/>
            </a:xfrm>
          </p:grpSpPr>
          <p:sp>
            <p:nvSpPr>
              <p:cNvPr id="78" name="Shape 190">
                <a:extLst>
                  <a:ext uri="{FF2B5EF4-FFF2-40B4-BE49-F238E27FC236}">
                    <a16:creationId xmlns:a16="http://schemas.microsoft.com/office/drawing/2014/main" id="{4146DC0F-9A6B-1E45-0513-569EDCCB059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79" name="Text 191">
                <a:extLst>
                  <a:ext uri="{FF2B5EF4-FFF2-40B4-BE49-F238E27FC236}">
                    <a16:creationId xmlns:a16="http://schemas.microsoft.com/office/drawing/2014/main" id="{AF2C09C9-7C9D-9B85-6E9B-E3E5CD9FBE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2"/>
                    </a:solidFill>
                  </a:rPr>
                  <a:t>REDACTED_00051</a:t>
                </a:r>
                <a:endParaRPr lang="en-US" sz="65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A30A3DA-DF03-8D6D-E764-C259995E7F67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8259945"/>
              <a:ext cx="324000" cy="324000"/>
              <a:chOff x="11899058" y="8352765"/>
              <a:chExt cx="324000" cy="324000"/>
            </a:xfrm>
          </p:grpSpPr>
          <p:sp>
            <p:nvSpPr>
              <p:cNvPr id="75" name="Shape 193">
                <a:extLst>
                  <a:ext uri="{FF2B5EF4-FFF2-40B4-BE49-F238E27FC236}">
                    <a16:creationId xmlns:a16="http://schemas.microsoft.com/office/drawing/2014/main" id="{1D136995-983A-35A6-737D-095EB85F165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8352765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77" name="Text 194">
                <a:extLst>
                  <a:ext uri="{FF2B5EF4-FFF2-40B4-BE49-F238E27FC236}">
                    <a16:creationId xmlns:a16="http://schemas.microsoft.com/office/drawing/2014/main" id="{88733BFC-16C3-9E43-2A8C-070C046BC70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8385498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650" b="1">
                    <a:solidFill>
                      <a:schemeClr val="bg2"/>
                    </a:solidFill>
                  </a:rPr>
                  <a:t>REDACTED_00052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13EDD58-BE8E-2639-FF46-9D5EECC06C4E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9644814"/>
              <a:ext cx="324000" cy="324000"/>
              <a:chOff x="11899058" y="10018201"/>
              <a:chExt cx="324000" cy="324000"/>
            </a:xfrm>
          </p:grpSpPr>
          <p:sp>
            <p:nvSpPr>
              <p:cNvPr id="72" name="Shape 202">
                <a:extLst>
                  <a:ext uri="{FF2B5EF4-FFF2-40B4-BE49-F238E27FC236}">
                    <a16:creationId xmlns:a16="http://schemas.microsoft.com/office/drawing/2014/main" id="{1C84213A-BDFD-88A3-269B-1AC529C337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003C23"/>
                  </a:solidFill>
                </a:endParaRPr>
              </a:p>
            </p:txBody>
          </p:sp>
          <p:sp>
            <p:nvSpPr>
              <p:cNvPr id="73" name="Text 207">
                <a:extLst>
                  <a:ext uri="{FF2B5EF4-FFF2-40B4-BE49-F238E27FC236}">
                    <a16:creationId xmlns:a16="http://schemas.microsoft.com/office/drawing/2014/main" id="{93027FEE-59A0-8CE7-1F19-3E8DDE20F79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REDACTED_00055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A842625-9E15-6CAB-5F2A-DFDFB3D1B48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563914"/>
              <a:ext cx="324000" cy="324000"/>
              <a:chOff x="11899058" y="10563914"/>
              <a:chExt cx="324000" cy="324000"/>
            </a:xfrm>
          </p:grpSpPr>
          <p:sp>
            <p:nvSpPr>
              <p:cNvPr id="70" name="Shape 210">
                <a:extLst>
                  <a:ext uri="{FF2B5EF4-FFF2-40B4-BE49-F238E27FC236}">
                    <a16:creationId xmlns:a16="http://schemas.microsoft.com/office/drawing/2014/main" id="{26331A71-C31B-CB2C-9594-B1429947C7D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563914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" name="Text 211">
                <a:extLst>
                  <a:ext uri="{FF2B5EF4-FFF2-40B4-BE49-F238E27FC236}">
                    <a16:creationId xmlns:a16="http://schemas.microsoft.com/office/drawing/2014/main" id="{39992604-6E6C-3AC0-B2A3-A06F70B5F7D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581914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REDACTED_00057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D174E42-4CAC-F8B5-5F9E-45C04A49A52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132" y="9179047"/>
              <a:ext cx="324149" cy="330216"/>
              <a:chOff x="11898909" y="9466650"/>
              <a:chExt cx="324149" cy="330216"/>
            </a:xfrm>
          </p:grpSpPr>
          <p:sp>
            <p:nvSpPr>
              <p:cNvPr id="46" name="Text 203">
                <a:extLst>
                  <a:ext uri="{FF2B5EF4-FFF2-40B4-BE49-F238E27FC236}">
                    <a16:creationId xmlns:a16="http://schemas.microsoft.com/office/drawing/2014/main" id="{40DEB4D3-EE4D-A8D5-9876-78FB273701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9472866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1"/>
                    </a:solidFill>
                  </a:rPr>
                  <a:t>REDACTED_00090</a:t>
                </a:r>
                <a:endParaRPr lang="en-US" sz="65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Shape 202">
                <a:extLst>
                  <a:ext uri="{FF2B5EF4-FFF2-40B4-BE49-F238E27FC236}">
                    <a16:creationId xmlns:a16="http://schemas.microsoft.com/office/drawing/2014/main" id="{5B263262-949C-08C7-D86E-6B1A69391E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8909" y="9466650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003C23"/>
                  </a:solidFill>
                </a:endParaRPr>
              </a:p>
            </p:txBody>
          </p:sp>
          <p:sp>
            <p:nvSpPr>
              <p:cNvPr id="48" name="Text 207">
                <a:extLst>
                  <a:ext uri="{FF2B5EF4-FFF2-40B4-BE49-F238E27FC236}">
                    <a16:creationId xmlns:a16="http://schemas.microsoft.com/office/drawing/2014/main" id="{F39BC5E0-8199-FA44-67C4-78963014700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9483706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REDACTED_00054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sp>
          <p:nvSpPr>
            <p:cNvPr id="41" name="Text 199">
              <a:extLst>
                <a:ext uri="{FF2B5EF4-FFF2-40B4-BE49-F238E27FC236}">
                  <a16:creationId xmlns:a16="http://schemas.microsoft.com/office/drawing/2014/main" id="{78C053A9-ED98-62E4-19C7-487ED60A7299}"/>
                </a:ext>
              </a:extLst>
            </p:cNvPr>
            <p:cNvSpPr>
              <a:spLocks/>
            </p:cNvSpPr>
            <p:nvPr/>
          </p:nvSpPr>
          <p:spPr>
            <a:xfrm>
              <a:off x="11913761" y="8738954"/>
              <a:ext cx="28800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chemeClr val="bg2"/>
                  </a:solidFill>
                </a:rPr>
                <a:t>REDACTED_00053</a:t>
              </a:r>
              <a:endParaRPr lang="en-US" sz="650">
                <a:solidFill>
                  <a:schemeClr val="bg2"/>
                </a:solidFill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B1C8273-EE50-C1FC-5818-56B180380F6A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104365"/>
              <a:ext cx="324000" cy="324000"/>
              <a:chOff x="11899058" y="10018201"/>
              <a:chExt cx="324000" cy="324000"/>
            </a:xfrm>
          </p:grpSpPr>
          <p:sp>
            <p:nvSpPr>
              <p:cNvPr id="44" name="Shape 202">
                <a:extLst>
                  <a:ext uri="{FF2B5EF4-FFF2-40B4-BE49-F238E27FC236}">
                    <a16:creationId xmlns:a16="http://schemas.microsoft.com/office/drawing/2014/main" id="{8F276127-A9AB-9025-97C9-2B54F0B1572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5" name="Text 207">
                <a:extLst>
                  <a:ext uri="{FF2B5EF4-FFF2-40B4-BE49-F238E27FC236}">
                    <a16:creationId xmlns:a16="http://schemas.microsoft.com/office/drawing/2014/main" id="{8FC4192F-2DA2-5290-4E5A-A6F22B4C023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REDACTED_00056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sp>
          <p:nvSpPr>
            <p:cNvPr id="43" name="Text 28">
              <a:extLst>
                <a:ext uri="{FF2B5EF4-FFF2-40B4-BE49-F238E27FC236}">
                  <a16:creationId xmlns:a16="http://schemas.microsoft.com/office/drawing/2014/main" id="{F33FD02C-B2A5-A15E-8682-FA97085D08BB}"/>
                </a:ext>
              </a:extLst>
            </p:cNvPr>
            <p:cNvSpPr>
              <a:spLocks/>
            </p:cNvSpPr>
            <p:nvPr/>
          </p:nvSpPr>
          <p:spPr>
            <a:xfrm>
              <a:off x="12487245" y="10129712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REDACTED_00049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89">
            <a:extLst>
              <a:ext uri="{FF2B5EF4-FFF2-40B4-BE49-F238E27FC236}">
                <a16:creationId xmlns:a16="http://schemas.microsoft.com/office/drawing/2014/main" id="{8BCA31C6-653D-9D43-8B01-C06E18655ABE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18679" b="-18679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3" name="Shape 13">
            <a:extLst>
              <a:ext uri="{FF2B5EF4-FFF2-40B4-BE49-F238E27FC236}">
                <a16:creationId xmlns:a16="http://schemas.microsoft.com/office/drawing/2014/main" id="{86E5B7A3-196C-38DC-3E21-AA45B31AC2C5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9" name="Shape 13">
            <a:extLst>
              <a:ext uri="{FF2B5EF4-FFF2-40B4-BE49-F238E27FC236}">
                <a16:creationId xmlns:a16="http://schemas.microsoft.com/office/drawing/2014/main" id="{B2A6A02C-080D-C0C6-C5E3-9BCDA97A3CDA}"/>
              </a:ext>
            </a:extLst>
          </p:cNvPr>
          <p:cNvSpPr/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7" name="Shape 229">
            <a:extLst>
              <a:ext uri="{FF2B5EF4-FFF2-40B4-BE49-F238E27FC236}">
                <a16:creationId xmlns:a16="http://schemas.microsoft.com/office/drawing/2014/main" id="{6D0E9F06-EBCA-6330-F675-DF63FE746A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424DB48E-E7A4-4FC6-8FB2-25F835F8E3AE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3" name="Shape 46">
            <a:extLst>
              <a:ext uri="{FF2B5EF4-FFF2-40B4-BE49-F238E27FC236}">
                <a16:creationId xmlns:a16="http://schemas.microsoft.com/office/drawing/2014/main" id="{68064C14-4920-0927-1FD4-7D6D20A855BC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3" name="Shape 46">
            <a:extLst>
              <a:ext uri="{FF2B5EF4-FFF2-40B4-BE49-F238E27FC236}">
                <a16:creationId xmlns:a16="http://schemas.microsoft.com/office/drawing/2014/main" id="{D6CC2AB8-95A2-FF19-E325-664B5734FB95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0" name="Shape 105">
            <a:extLst>
              <a:ext uri="{FF2B5EF4-FFF2-40B4-BE49-F238E27FC236}">
                <a16:creationId xmlns:a16="http://schemas.microsoft.com/office/drawing/2014/main" id="{4CDD8A78-E6A8-1AEC-D0F5-C7E72E069B3A}"/>
              </a:ext>
            </a:extLst>
          </p:cNvPr>
          <p:cNvSpPr>
            <a:spLocks/>
          </p:cNvSpPr>
          <p:nvPr/>
        </p:nvSpPr>
        <p:spPr>
          <a:xfrm>
            <a:off x="0" y="4359599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AE78D7B-172B-5A9D-5286-B76B6497C0F3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50800" dist="381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3EAAC98A-49D0-B854-4C70-86D0B1B33EC5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Inter"/>
              </a:rPr>
              <a:t>REDACTED_00192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39206DB-1A78-BB8E-3D7E-706B8A9534AE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3DEBCD6-FD10-2F51-E6AD-DACF97FEF635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REDACTED_00193</a:t>
              </a:r>
            </a:p>
          </p:txBody>
        </p:sp>
        <p:sp>
          <p:nvSpPr>
            <p:cNvPr id="101" name="Text 4">
              <a:extLst>
                <a:ext uri="{FF2B5EF4-FFF2-40B4-BE49-F238E27FC236}">
                  <a16:creationId xmlns:a16="http://schemas.microsoft.com/office/drawing/2014/main" id="{41927630-4591-B836-A7C8-4D00D19CE429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rgbClr val="93DCDC"/>
                  </a:solidFill>
                </a:rPr>
                <a:t>REDACTED_00194</a:t>
              </a:r>
              <a:endParaRPr lang="en-US" sz="700"/>
            </a:p>
          </p:txBody>
        </p:sp>
      </p:grpSp>
      <p:sp>
        <p:nvSpPr>
          <p:cNvPr id="102" name="Shape 5">
            <a:extLst>
              <a:ext uri="{FF2B5EF4-FFF2-40B4-BE49-F238E27FC236}">
                <a16:creationId xmlns:a16="http://schemas.microsoft.com/office/drawing/2014/main" id="{7C6F7C6C-1CC1-A4E2-E9EA-CC7B2043D90D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rgbClr val="003C23"/>
          </a:solidFill>
          <a:ln w="1905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3" name="Text 6">
            <a:extLst>
              <a:ext uri="{FF2B5EF4-FFF2-40B4-BE49-F238E27FC236}">
                <a16:creationId xmlns:a16="http://schemas.microsoft.com/office/drawing/2014/main" id="{AD47E751-AD2F-90C6-E4EA-7EDC627DA5ED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3DCDC"/>
                </a:solidFill>
              </a:rPr>
              <a:t>REDACTED_00195</a:t>
            </a:r>
            <a:endParaRPr lang="en-US" sz="900"/>
          </a:p>
        </p:txBody>
      </p:sp>
      <p:sp>
        <p:nvSpPr>
          <p:cNvPr id="104" name="Shape 7">
            <a:extLst>
              <a:ext uri="{FF2B5EF4-FFF2-40B4-BE49-F238E27FC236}">
                <a16:creationId xmlns:a16="http://schemas.microsoft.com/office/drawing/2014/main" id="{44A5A7CC-8B68-4B72-74D4-D5866F124E71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5" name="Text 8">
            <a:extLst>
              <a:ext uri="{FF2B5EF4-FFF2-40B4-BE49-F238E27FC236}">
                <a16:creationId xmlns:a16="http://schemas.microsoft.com/office/drawing/2014/main" id="{FD7BB909-CBEA-398A-BF83-AAF980209EC0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bg2"/>
                </a:solidFill>
              </a:rPr>
              <a:t>REDACTED_00156</a:t>
            </a:r>
          </a:p>
        </p:txBody>
      </p:sp>
      <p:sp>
        <p:nvSpPr>
          <p:cNvPr id="58" name="Shape 10">
            <a:extLst>
              <a:ext uri="{FF2B5EF4-FFF2-40B4-BE49-F238E27FC236}">
                <a16:creationId xmlns:a16="http://schemas.microsoft.com/office/drawing/2014/main" id="{551E2711-DD8D-F608-D7C4-B87EAA4C1112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3881E20-8F8D-D40B-A525-E43C46B75944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FE4D7D0C-04A6-FBCF-2388-F7E0A20E3EC3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REDACTED_00196</a:t>
            </a:r>
            <a:r>
              <a:rPr lang="en-US" sz="800" err="1">
                <a:solidFill>
                  <a:srgbClr val="1A1A1A"/>
                </a:solidFill>
              </a:rPr>
              <a:t>REDACTED_00197</a:t>
            </a:r>
            <a:r>
              <a:rPr lang="en-US" sz="800">
                <a:solidFill>
                  <a:srgbClr val="1A1A1A"/>
                </a:solidFill>
              </a:rPr>
              <a:t>REDACTED_00198</a:t>
            </a:r>
            <a:r>
              <a:rPr lang="en-US" sz="800" err="1">
                <a:solidFill>
                  <a:srgbClr val="1A1A1A"/>
                </a:solidFill>
              </a:rPr>
              <a:t>REDACTED_00199</a:t>
            </a:r>
            <a:r>
              <a:rPr lang="en-US" sz="800">
                <a:solidFill>
                  <a:srgbClr val="1A1A1A"/>
                </a:solidFill>
              </a:rPr>
              <a:t>REDACTED_00200</a:t>
            </a:r>
            <a:endParaRPr lang="en-US" sz="800"/>
          </a:p>
        </p:txBody>
      </p:sp>
      <p:grpSp>
        <p:nvGrpSpPr>
          <p:cNvPr id="247" name="Group 246"/>
          <p:cNvGrpSpPr/>
          <p:nvPr/>
        </p:nvGrpSpPr>
        <p:grpSpPr>
          <a:xfrm>
            <a:off x="9770789" y="1533598"/>
            <a:ext cx="2333207" cy="635929"/>
            <a:chOff x="10112273" y="2891965"/>
            <a:chExt cx="1920240" cy="580548"/>
          </a:xfrm>
        </p:grpSpPr>
        <p:sp>
          <p:nvSpPr>
            <p:cNvPr id="251" name="Shape 249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9" name="Text 247a"/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REDACTED_00201</a:t>
              </a:r>
            </a:p>
          </p:txBody>
        </p:sp>
        <p:sp>
          <p:nvSpPr>
            <p:cNvPr id="253" name="Text 251a"/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REDACTED_00202</a:t>
              </a:r>
            </a:p>
          </p:txBody>
        </p:sp>
        <p:sp>
          <p:nvSpPr>
            <p:cNvPr id="252" name="Shape 250"/>
            <p:cNvSpPr/>
            <p:nvPr/>
          </p:nvSpPr>
          <p:spPr>
            <a:xfrm>
              <a:off x="10198303" y="3237891"/>
              <a:ext cx="565898" cy="64008"/>
            </a:xfrm>
            <a:prstGeom prst="rect">
              <a:avLst/>
            </a:prstGeom>
            <a:solidFill>
              <a:srgbClr val="003C23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4" name="Shape 252a"/>
            <p:cNvSpPr/>
            <p:nvPr/>
          </p:nvSpPr>
          <p:spPr>
            <a:xfrm>
              <a:off x="10766005" y="3237891"/>
              <a:ext cx="91551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6" name="Text 254a"/>
            <p:cNvSpPr/>
            <p:nvPr/>
          </p:nvSpPr>
          <p:spPr>
            <a:xfrm>
              <a:off x="11700022" y="3289633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003C23"/>
                  </a:solidFill>
                  <a:latin typeface="Calibri"/>
                </a:rPr>
                <a:t>REDACTED_00203</a:t>
              </a:r>
            </a:p>
          </p:txBody>
        </p:sp>
      </p:grpSp>
      <p:sp>
        <p:nvSpPr>
          <p:cNvPr id="151" name="Shape 130">
            <a:extLst>
              <a:ext uri="{FF2B5EF4-FFF2-40B4-BE49-F238E27FC236}">
                <a16:creationId xmlns:a16="http://schemas.microsoft.com/office/drawing/2014/main" id="{1A3BB510-472E-C63F-5061-1B9CC615DE5C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604264D7-12FA-4B4A-DA1C-5D0290F65154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5" name="Picture 154" descr="A black and blue logo  AI-generated content may be incorrect.">
            <a:extLst>
              <a:ext uri="{FF2B5EF4-FFF2-40B4-BE49-F238E27FC236}">
                <a16:creationId xmlns:a16="http://schemas.microsoft.com/office/drawing/2014/main" id="{673957E7-9171-F1A3-A360-0000C8841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60" name="Text 211a">
            <a:extLst>
              <a:ext uri="{FF2B5EF4-FFF2-40B4-BE49-F238E27FC236}">
                <a16:creationId xmlns:a16="http://schemas.microsoft.com/office/drawing/2014/main" id="{291E7544-35AE-2E87-32BC-DBF722578F7E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62" name="Text 213a">
            <a:extLst>
              <a:ext uri="{FF2B5EF4-FFF2-40B4-BE49-F238E27FC236}">
                <a16:creationId xmlns:a16="http://schemas.microsoft.com/office/drawing/2014/main" id="{7BD0C965-16DA-737D-4ED8-F41651A5BB56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4" name="Text 218a">
            <a:extLst>
              <a:ext uri="{FF2B5EF4-FFF2-40B4-BE49-F238E27FC236}">
                <a16:creationId xmlns:a16="http://schemas.microsoft.com/office/drawing/2014/main" id="{53FD86E1-6F30-5DA3-B99F-4D06DA1CA270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6" name="Shape 229">
            <a:extLst>
              <a:ext uri="{FF2B5EF4-FFF2-40B4-BE49-F238E27FC236}">
                <a16:creationId xmlns:a16="http://schemas.microsoft.com/office/drawing/2014/main" id="{82425E2C-9777-1553-44DD-19621F0B4FB9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REDACTED_00204</a:t>
            </a:r>
          </a:p>
        </p:txBody>
      </p:sp>
      <p:pic>
        <p:nvPicPr>
          <p:cNvPr id="168" name="Picture 167">
            <a:extLst>
              <a:ext uri="{FF2B5EF4-FFF2-40B4-BE49-F238E27FC236}">
                <a16:creationId xmlns:a16="http://schemas.microsoft.com/office/drawing/2014/main" id="{19CC59F2-2858-9C81-7949-B4FA6D027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651" y="6208978"/>
            <a:ext cx="1852551" cy="814115"/>
          </a:xfrm>
          <a:prstGeom prst="rect">
            <a:avLst/>
          </a:prstGeom>
          <a:noFill/>
        </p:spPr>
      </p:pic>
      <p:sp>
        <p:nvSpPr>
          <p:cNvPr id="176" name="Shape 10">
            <a:extLst>
              <a:ext uri="{FF2B5EF4-FFF2-40B4-BE49-F238E27FC236}">
                <a16:creationId xmlns:a16="http://schemas.microsoft.com/office/drawing/2014/main" id="{E34C0823-58AF-21C6-FFAD-B8B7AB49C057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9" name="Text 31">
            <a:extLst>
              <a:ext uri="{FF2B5EF4-FFF2-40B4-BE49-F238E27FC236}">
                <a16:creationId xmlns:a16="http://schemas.microsoft.com/office/drawing/2014/main" id="{19731C11-42E3-0076-416D-705CB8339CAE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81" name="Shape 32">
            <a:extLst>
              <a:ext uri="{FF2B5EF4-FFF2-40B4-BE49-F238E27FC236}">
                <a16:creationId xmlns:a16="http://schemas.microsoft.com/office/drawing/2014/main" id="{FE928149-2A37-7967-730F-52982DDF72F8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3" name="Text 33">
            <a:extLst>
              <a:ext uri="{FF2B5EF4-FFF2-40B4-BE49-F238E27FC236}">
                <a16:creationId xmlns:a16="http://schemas.microsoft.com/office/drawing/2014/main" id="{4DB2A346-98B9-2F55-19D9-F6F90FBF9182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REDACTED_00205</a:t>
            </a:r>
          </a:p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>
                <a:solidFill>
                  <a:srgbClr val="444444"/>
                </a:solidFill>
              </a:rPr>
              <a:t>REDACTED_00206</a:t>
            </a: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185" name="Text 33">
            <a:extLst>
              <a:ext uri="{FF2B5EF4-FFF2-40B4-BE49-F238E27FC236}">
                <a16:creationId xmlns:a16="http://schemas.microsoft.com/office/drawing/2014/main" id="{75A8B744-9737-A1DD-71E1-1B4EF63AE977}"/>
              </a:ext>
            </a:extLst>
          </p:cNvPr>
          <p:cNvSpPr/>
          <p:nvPr/>
        </p:nvSpPr>
        <p:spPr>
          <a:xfrm>
            <a:off x="180001" y="31305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REDACTED_00207</a:t>
            </a:r>
            <a:r>
              <a:rPr lang="en-US" sz="800" err="1">
                <a:solidFill>
                  <a:srgbClr val="444444"/>
                </a:solidFill>
              </a:rPr>
              <a:t>REDACTED_00208</a:t>
            </a:r>
            <a:r>
              <a:rPr lang="en-US" sz="800">
                <a:solidFill>
                  <a:srgbClr val="444444"/>
                </a:solidFill>
              </a:rPr>
              <a:t>REDACTED_00209</a:t>
            </a:r>
            <a:endParaRPr lang="en-US" sz="800"/>
          </a:p>
        </p:txBody>
      </p:sp>
      <p:sp>
        <p:nvSpPr>
          <p:cNvPr id="187" name="Text 31">
            <a:extLst>
              <a:ext uri="{FF2B5EF4-FFF2-40B4-BE49-F238E27FC236}">
                <a16:creationId xmlns:a16="http://schemas.microsoft.com/office/drawing/2014/main" id="{1F4751F8-F018-58F3-0543-92BEF41AA526}"/>
              </a:ext>
            </a:extLst>
          </p:cNvPr>
          <p:cNvSpPr/>
          <p:nvPr/>
        </p:nvSpPr>
        <p:spPr>
          <a:xfrm>
            <a:off x="180000" y="29632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89" name="Shape 32">
            <a:extLst>
              <a:ext uri="{FF2B5EF4-FFF2-40B4-BE49-F238E27FC236}">
                <a16:creationId xmlns:a16="http://schemas.microsoft.com/office/drawing/2014/main" id="{731CD598-4831-3397-5DA2-11B7915FA28A}"/>
              </a:ext>
            </a:extLst>
          </p:cNvPr>
          <p:cNvSpPr/>
          <p:nvPr/>
        </p:nvSpPr>
        <p:spPr>
          <a:xfrm>
            <a:off x="144000" y="30821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1" name="Shape 10">
            <a:extLst>
              <a:ext uri="{FF2B5EF4-FFF2-40B4-BE49-F238E27FC236}">
                <a16:creationId xmlns:a16="http://schemas.microsoft.com/office/drawing/2014/main" id="{F763078C-A541-2DA5-2DD8-820D2A572FC7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5" name="Shape 16">
            <a:extLst>
              <a:ext uri="{FF2B5EF4-FFF2-40B4-BE49-F238E27FC236}">
                <a16:creationId xmlns:a16="http://schemas.microsoft.com/office/drawing/2014/main" id="{1A7A29DA-5EB3-396E-078B-5963A4C19A3B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REDACTED_00210</a:t>
            </a:r>
          </a:p>
        </p:txBody>
      </p:sp>
      <p:sp>
        <p:nvSpPr>
          <p:cNvPr id="197" name="Shape 16">
            <a:extLst>
              <a:ext uri="{FF2B5EF4-FFF2-40B4-BE49-F238E27FC236}">
                <a16:creationId xmlns:a16="http://schemas.microsoft.com/office/drawing/2014/main" id="{2485BA88-646A-D023-A992-2E34B0FC97DB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REDACTED_00210</a:t>
            </a:r>
          </a:p>
        </p:txBody>
      </p:sp>
      <p:sp>
        <p:nvSpPr>
          <p:cNvPr id="199" name="Shape 16">
            <a:extLst>
              <a:ext uri="{FF2B5EF4-FFF2-40B4-BE49-F238E27FC236}">
                <a16:creationId xmlns:a16="http://schemas.microsoft.com/office/drawing/2014/main" id="{04E82AE2-0148-60A5-05DD-FFB16067993D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REDACTED_00211</a:t>
            </a:r>
          </a:p>
        </p:txBody>
      </p:sp>
      <p:sp>
        <p:nvSpPr>
          <p:cNvPr id="201" name="Shape 16">
            <a:extLst>
              <a:ext uri="{FF2B5EF4-FFF2-40B4-BE49-F238E27FC236}">
                <a16:creationId xmlns:a16="http://schemas.microsoft.com/office/drawing/2014/main" id="{E5D94031-BBF1-F375-9DC1-D4714C957F05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bg2"/>
                </a:solidFill>
              </a:rPr>
              <a:t>REDACTED_00116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7B256C5A-2BB3-5E4B-14B1-B58F0AD91516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REDACTED_00078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6E8B22A5-50F2-06DD-B5E0-FB062C4FE2B0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REDACTED_00079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78A61A00-24F2-5C43-B775-195F27495E0C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REDACTED_00080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609C8091-2D75-0564-A912-0F86BBA877FF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REDACTED_00081</a:t>
            </a:r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095D616A-4C6C-B778-933A-30924BE504CC}"/>
              </a:ext>
            </a:extLst>
          </p:cNvPr>
          <p:cNvGrpSpPr/>
          <p:nvPr/>
        </p:nvGrpSpPr>
        <p:grpSpPr>
          <a:xfrm>
            <a:off x="3717780" y="1742946"/>
            <a:ext cx="3065147" cy="330976"/>
            <a:chOff x="3828681" y="1704593"/>
            <a:chExt cx="7721343" cy="433878"/>
          </a:xfrm>
        </p:grpSpPr>
        <p:sp>
          <p:nvSpPr>
            <p:cNvPr id="227" name="Shape 37">
              <a:extLst>
                <a:ext uri="{FF2B5EF4-FFF2-40B4-BE49-F238E27FC236}">
                  <a16:creationId xmlns:a16="http://schemas.microsoft.com/office/drawing/2014/main" id="{FDE5FE41-8C12-A2F3-AE86-529452916A1F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8" name="Shape 38">
              <a:extLst>
                <a:ext uri="{FF2B5EF4-FFF2-40B4-BE49-F238E27FC236}">
                  <a16:creationId xmlns:a16="http://schemas.microsoft.com/office/drawing/2014/main" id="{1AA218E0-DF52-7791-4B35-D04A5119C2D1}"/>
                </a:ext>
              </a:extLst>
            </p:cNvPr>
            <p:cNvSpPr/>
            <p:nvPr/>
          </p:nvSpPr>
          <p:spPr>
            <a:xfrm>
              <a:off x="3828681" y="1712903"/>
              <a:ext cx="90687" cy="424733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9" name="Text 39">
              <a:extLst>
                <a:ext uri="{FF2B5EF4-FFF2-40B4-BE49-F238E27FC236}">
                  <a16:creationId xmlns:a16="http://schemas.microsoft.com/office/drawing/2014/main" id="{71A957E6-2CF0-FEB1-8A90-71BB1482D038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REDACTED_00212</a:t>
              </a:r>
              <a:endParaRPr lang="en-US" sz="800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7B967517-2B12-DF75-6900-9C8370A1448E}"/>
              </a:ext>
            </a:extLst>
          </p:cNvPr>
          <p:cNvGrpSpPr/>
          <p:nvPr/>
        </p:nvGrpSpPr>
        <p:grpSpPr>
          <a:xfrm>
            <a:off x="3717780" y="2107612"/>
            <a:ext cx="3065147" cy="330976"/>
            <a:chOff x="3828681" y="1704593"/>
            <a:chExt cx="7721343" cy="433878"/>
          </a:xfrm>
        </p:grpSpPr>
        <p:sp>
          <p:nvSpPr>
            <p:cNvPr id="231" name="Shape 37">
              <a:extLst>
                <a:ext uri="{FF2B5EF4-FFF2-40B4-BE49-F238E27FC236}">
                  <a16:creationId xmlns:a16="http://schemas.microsoft.com/office/drawing/2014/main" id="{84F1AF23-AE16-A629-84C4-2755AEE24BC5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2" name="Shape 38">
              <a:extLst>
                <a:ext uri="{FF2B5EF4-FFF2-40B4-BE49-F238E27FC236}">
                  <a16:creationId xmlns:a16="http://schemas.microsoft.com/office/drawing/2014/main" id="{A8F91DA1-12D8-4C62-BA76-928349C291D8}"/>
                </a:ext>
              </a:extLst>
            </p:cNvPr>
            <p:cNvSpPr/>
            <p:nvPr/>
          </p:nvSpPr>
          <p:spPr>
            <a:xfrm>
              <a:off x="3828681" y="1712903"/>
              <a:ext cx="90687" cy="424733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Text 39">
              <a:extLst>
                <a:ext uri="{FF2B5EF4-FFF2-40B4-BE49-F238E27FC236}">
                  <a16:creationId xmlns:a16="http://schemas.microsoft.com/office/drawing/2014/main" id="{5102F63C-3518-E4C8-5189-82B4D1DE089B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REDACTED_00213</a:t>
              </a:r>
              <a:endParaRPr lang="en-US" sz="800"/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B5463497-C230-1298-ED71-29D4540F5E50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35" name="Shape 37">
              <a:extLst>
                <a:ext uri="{FF2B5EF4-FFF2-40B4-BE49-F238E27FC236}">
                  <a16:creationId xmlns:a16="http://schemas.microsoft.com/office/drawing/2014/main" id="{EAA9E1C4-8816-E48D-16D3-8CBB48D99714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6" name="Shape 38">
              <a:extLst>
                <a:ext uri="{FF2B5EF4-FFF2-40B4-BE49-F238E27FC236}">
                  <a16:creationId xmlns:a16="http://schemas.microsoft.com/office/drawing/2014/main" id="{5AC77EEC-D96D-F469-9689-28CA52C7611E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Text 39">
              <a:extLst>
                <a:ext uri="{FF2B5EF4-FFF2-40B4-BE49-F238E27FC236}">
                  <a16:creationId xmlns:a16="http://schemas.microsoft.com/office/drawing/2014/main" id="{BD000C6E-18E0-C9C5-E805-E728DB3F5DD7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REDACTED_00214</a:t>
              </a:r>
              <a:endParaRPr lang="en-US" sz="800"/>
            </a:p>
          </p:txBody>
        </p:sp>
      </p:grpSp>
      <p:sp>
        <p:nvSpPr>
          <p:cNvPr id="238" name="Shape 229">
            <a:extLst>
              <a:ext uri="{FF2B5EF4-FFF2-40B4-BE49-F238E27FC236}">
                <a16:creationId xmlns:a16="http://schemas.microsoft.com/office/drawing/2014/main" id="{BEF58C9A-DCEC-D9EC-1AEC-8C6DD7DE1E0A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REDACTED_00082</a:t>
            </a:r>
          </a:p>
        </p:txBody>
      </p:sp>
      <p:sp>
        <p:nvSpPr>
          <p:cNvPr id="240" name="Shape 46">
            <a:extLst>
              <a:ext uri="{FF2B5EF4-FFF2-40B4-BE49-F238E27FC236}">
                <a16:creationId xmlns:a16="http://schemas.microsoft.com/office/drawing/2014/main" id="{7C412C01-1A69-90C9-3481-261E5602145F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949AB5C2-C98A-4EDB-36F7-550954251D1C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9" name="Text 35">
            <a:extLst>
              <a:ext uri="{FF2B5EF4-FFF2-40B4-BE49-F238E27FC236}">
                <a16:creationId xmlns:a16="http://schemas.microsoft.com/office/drawing/2014/main" id="{66C80C0C-65DF-C891-E315-9C559230A349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71" name="Shape 36">
            <a:extLst>
              <a:ext uri="{FF2B5EF4-FFF2-40B4-BE49-F238E27FC236}">
                <a16:creationId xmlns:a16="http://schemas.microsoft.com/office/drawing/2014/main" id="{F67AECAD-A8D3-F5E0-0055-7A14F2927723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3" name="Shape 36">
            <a:extLst>
              <a:ext uri="{FF2B5EF4-FFF2-40B4-BE49-F238E27FC236}">
                <a16:creationId xmlns:a16="http://schemas.microsoft.com/office/drawing/2014/main" id="{AC3E1BAE-8542-9067-8913-E4852598DC7B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5" name="Text 35">
            <a:extLst>
              <a:ext uri="{FF2B5EF4-FFF2-40B4-BE49-F238E27FC236}">
                <a16:creationId xmlns:a16="http://schemas.microsoft.com/office/drawing/2014/main" id="{8FFB09E5-D1C4-0E98-02E4-F997E53D33CF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92E42C-A629-0558-B8FD-37644DA65AAE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003C23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REDACTED_00215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REDACTED_00216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REDACTED_00217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30A182-CB87-C884-EEED-3A22331B216C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REDACTED_00218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REDACTED_00219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REDACTED_00220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REDACTED_00221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32">
            <a:extLst>
              <a:ext uri="{FF2B5EF4-FFF2-40B4-BE49-F238E27FC236}">
                <a16:creationId xmlns:a16="http://schemas.microsoft.com/office/drawing/2014/main" id="{B183B4DC-F306-AC74-4C06-D2B1CA63B71F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35">
            <a:extLst>
              <a:ext uri="{FF2B5EF4-FFF2-40B4-BE49-F238E27FC236}">
                <a16:creationId xmlns:a16="http://schemas.microsoft.com/office/drawing/2014/main" id="{F509B1DC-F786-97AE-DFDC-5BD7B393E765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6" name="Shape 36">
            <a:extLst>
              <a:ext uri="{FF2B5EF4-FFF2-40B4-BE49-F238E27FC236}">
                <a16:creationId xmlns:a16="http://schemas.microsoft.com/office/drawing/2014/main" id="{8871DF42-48DD-6110-2780-DD70255994C1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35">
            <a:extLst>
              <a:ext uri="{FF2B5EF4-FFF2-40B4-BE49-F238E27FC236}">
                <a16:creationId xmlns:a16="http://schemas.microsoft.com/office/drawing/2014/main" id="{39760C10-2C4C-93BD-F7C4-85C1826EFF9A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10" name="Shape 36">
            <a:extLst>
              <a:ext uri="{FF2B5EF4-FFF2-40B4-BE49-F238E27FC236}">
                <a16:creationId xmlns:a16="http://schemas.microsoft.com/office/drawing/2014/main" id="{86E8F4CC-C70E-BD91-601E-09ECB2D805C5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EAEC18-999D-8649-46DA-090C69BA673D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12" name="PersonIcon">
              <a:extLst>
                <a:ext uri="{FF2B5EF4-FFF2-40B4-BE49-F238E27FC236}">
                  <a16:creationId xmlns:a16="http://schemas.microsoft.com/office/drawing/2014/main" id="{F6AD3C55-8B92-686C-94CD-D12161F102CC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 107">
              <a:extLst>
                <a:ext uri="{FF2B5EF4-FFF2-40B4-BE49-F238E27FC236}">
                  <a16:creationId xmlns:a16="http://schemas.microsoft.com/office/drawing/2014/main" id="{C19254B7-4395-EA7F-834A-8FAE3FFFDCA3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4" name="Text 108">
              <a:extLst>
                <a:ext uri="{FF2B5EF4-FFF2-40B4-BE49-F238E27FC236}">
                  <a16:creationId xmlns:a16="http://schemas.microsoft.com/office/drawing/2014/main" id="{F7709158-EBF0-B0CC-D023-F9BA2F5D4A98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REDACTED_00004</a:t>
              </a:r>
              <a:endParaRPr lang="en-US" sz="80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83CDF4-4B11-67EE-9F07-0925DF71653D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16" name="BuildingIcon">
              <a:extLst>
                <a:ext uri="{FF2B5EF4-FFF2-40B4-BE49-F238E27FC236}">
                  <a16:creationId xmlns:a16="http://schemas.microsoft.com/office/drawing/2014/main" id="{3293FD23-FA4D-91F6-F90C-00308C757175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 109">
              <a:extLst>
                <a:ext uri="{FF2B5EF4-FFF2-40B4-BE49-F238E27FC236}">
                  <a16:creationId xmlns:a16="http://schemas.microsoft.com/office/drawing/2014/main" id="{2D336B0E-2E33-A7EA-9B42-DD217917B07F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8" name="Text 110">
              <a:extLst>
                <a:ext uri="{FF2B5EF4-FFF2-40B4-BE49-F238E27FC236}">
                  <a16:creationId xmlns:a16="http://schemas.microsoft.com/office/drawing/2014/main" id="{FBFBA691-D476-2C95-C3E4-84D439D537A2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REDACTED_00006</a:t>
              </a:r>
              <a:endParaRPr lang="en-US" sz="8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1A87F2-B6C2-0182-38DF-BC612D5EB497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20" name="GradCapIcon">
              <a:extLst>
                <a:ext uri="{FF2B5EF4-FFF2-40B4-BE49-F238E27FC236}">
                  <a16:creationId xmlns:a16="http://schemas.microsoft.com/office/drawing/2014/main" id="{0BF3E7D1-BDA5-9153-351C-5EC002DDBBE3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 111">
              <a:extLst>
                <a:ext uri="{FF2B5EF4-FFF2-40B4-BE49-F238E27FC236}">
                  <a16:creationId xmlns:a16="http://schemas.microsoft.com/office/drawing/2014/main" id="{D7A773C9-32CC-2449-7404-AF9DFF2A55EF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22" name="Text 112">
              <a:extLst>
                <a:ext uri="{FF2B5EF4-FFF2-40B4-BE49-F238E27FC236}">
                  <a16:creationId xmlns:a16="http://schemas.microsoft.com/office/drawing/2014/main" id="{94BA9143-0683-9C77-F22F-33C01AD5503C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REDACTED_00008</a:t>
              </a:r>
              <a:endParaRPr lang="en-US" sz="800"/>
            </a:p>
          </p:txBody>
        </p:sp>
      </p:grpSp>
      <p:sp>
        <p:nvSpPr>
          <p:cNvPr id="5" name="Text 6">
            <a:extLst>
              <a:ext uri="{FF2B5EF4-FFF2-40B4-BE49-F238E27FC236}">
                <a16:creationId xmlns:a16="http://schemas.microsoft.com/office/drawing/2014/main" id="{AD205EFA-158E-2DF6-AB8A-D98FE23F7325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003C23"/>
                </a:solidFill>
              </a:rPr>
              <a:t>REDACTED_00038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71FB4F-53D2-CB99-7A7E-C803AF2FCF66}"/>
              </a:ext>
            </a:extLst>
          </p:cNvPr>
          <p:cNvGrpSpPr/>
          <p:nvPr/>
        </p:nvGrpSpPr>
        <p:grpSpPr>
          <a:xfrm>
            <a:off x="9986400" y="2847600"/>
            <a:ext cx="2222197" cy="3087520"/>
            <a:chOff x="11866206" y="7800394"/>
            <a:chExt cx="2222197" cy="3087520"/>
          </a:xfrm>
        </p:grpSpPr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82F30655-8827-9907-145B-44E6D29DA574}"/>
                </a:ext>
              </a:extLst>
            </p:cNvPr>
            <p:cNvSpPr>
              <a:spLocks/>
            </p:cNvSpPr>
            <p:nvPr/>
          </p:nvSpPr>
          <p:spPr>
            <a:xfrm>
              <a:off x="12487244" y="788301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444444"/>
                  </a:solidFill>
                </a:rPr>
                <a:t>REDACTED_00039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REDACTED_00222</a:t>
              </a:r>
            </a:p>
          </p:txBody>
        </p:sp>
        <p:sp>
          <p:nvSpPr>
            <p:cNvPr id="23" name="Text 12">
              <a:extLst>
                <a:ext uri="{FF2B5EF4-FFF2-40B4-BE49-F238E27FC236}">
                  <a16:creationId xmlns:a16="http://schemas.microsoft.com/office/drawing/2014/main" id="{D339C1B8-E6E2-696D-BCBA-A2573479CE0B}"/>
                </a:ext>
              </a:extLst>
            </p:cNvPr>
            <p:cNvSpPr>
              <a:spLocks/>
            </p:cNvSpPr>
            <p:nvPr/>
          </p:nvSpPr>
          <p:spPr>
            <a:xfrm>
              <a:off x="12487244" y="7926956"/>
              <a:ext cx="1601159" cy="1322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650">
                <a:solidFill>
                  <a:srgbClr val="444444"/>
                </a:solidFill>
              </a:endParaRPr>
            </a:p>
          </p:txBody>
        </p:sp>
        <p:sp>
          <p:nvSpPr>
            <p:cNvPr id="24" name="Text 15">
              <a:extLst>
                <a:ext uri="{FF2B5EF4-FFF2-40B4-BE49-F238E27FC236}">
                  <a16:creationId xmlns:a16="http://schemas.microsoft.com/office/drawing/2014/main" id="{30237523-137B-A58C-3C9C-06DC407BCADE}"/>
                </a:ext>
              </a:extLst>
            </p:cNvPr>
            <p:cNvSpPr>
              <a:spLocks/>
            </p:cNvSpPr>
            <p:nvPr/>
          </p:nvSpPr>
          <p:spPr>
            <a:xfrm>
              <a:off x="12487244" y="8276419"/>
              <a:ext cx="1440000" cy="2910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REDACTED_00083</a:t>
              </a:r>
            </a:p>
          </p:txBody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6582936B-495C-C047-7D78-BCB2E0C69D63}"/>
                </a:ext>
              </a:extLst>
            </p:cNvPr>
            <p:cNvSpPr>
              <a:spLocks/>
            </p:cNvSpPr>
            <p:nvPr/>
          </p:nvSpPr>
          <p:spPr>
            <a:xfrm>
              <a:off x="12487245" y="8802118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 b="1">
                  <a:solidFill>
                    <a:srgbClr val="444444"/>
                  </a:solidFill>
                </a:rPr>
                <a:t>REDACTED_00084</a:t>
              </a:r>
            </a:p>
            <a:p>
              <a:r>
                <a:rPr lang="en-US" sz="650" b="1">
                  <a:solidFill>
                    <a:srgbClr val="444444"/>
                  </a:solidFill>
                </a:rPr>
                <a:t>REDACTED_00188</a:t>
              </a:r>
            </a:p>
          </p:txBody>
        </p:sp>
        <p:sp>
          <p:nvSpPr>
            <p:cNvPr id="26" name="Text 23">
              <a:extLst>
                <a:ext uri="{FF2B5EF4-FFF2-40B4-BE49-F238E27FC236}">
                  <a16:creationId xmlns:a16="http://schemas.microsoft.com/office/drawing/2014/main" id="{7B481476-30BA-54AF-E8F2-05DF016EFF35}"/>
                </a:ext>
              </a:extLst>
            </p:cNvPr>
            <p:cNvSpPr>
              <a:spLocks/>
            </p:cNvSpPr>
            <p:nvPr/>
          </p:nvSpPr>
          <p:spPr>
            <a:xfrm>
              <a:off x="12487244" y="9264777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REDACTED_00223</a:t>
              </a:r>
            </a:p>
          </p:txBody>
        </p:sp>
        <p:sp>
          <p:nvSpPr>
            <p:cNvPr id="27" name="Text 28">
              <a:extLst>
                <a:ext uri="{FF2B5EF4-FFF2-40B4-BE49-F238E27FC236}">
                  <a16:creationId xmlns:a16="http://schemas.microsoft.com/office/drawing/2014/main" id="{83596A21-B2ED-194E-B0E7-D413E2FB8108}"/>
                </a:ext>
              </a:extLst>
            </p:cNvPr>
            <p:cNvSpPr>
              <a:spLocks/>
            </p:cNvSpPr>
            <p:nvPr/>
          </p:nvSpPr>
          <p:spPr>
            <a:xfrm>
              <a:off x="12487244" y="9670161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REDACTED_00224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REDACTED_00225</a:t>
              </a:r>
            </a:p>
          </p:txBody>
        </p:sp>
        <p:sp>
          <p:nvSpPr>
            <p:cNvPr id="28" name="Text 32">
              <a:extLst>
                <a:ext uri="{FF2B5EF4-FFF2-40B4-BE49-F238E27FC236}">
                  <a16:creationId xmlns:a16="http://schemas.microsoft.com/office/drawing/2014/main" id="{FAA7EEE6-576D-0CD3-6BC1-1094EE411227}"/>
                </a:ext>
              </a:extLst>
            </p:cNvPr>
            <p:cNvSpPr>
              <a:spLocks/>
            </p:cNvSpPr>
            <p:nvPr/>
          </p:nvSpPr>
          <p:spPr>
            <a:xfrm>
              <a:off x="12487244" y="1064653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REDACTED_00058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REDACTED_00226</a:t>
              </a:r>
            </a:p>
          </p:txBody>
        </p:sp>
        <p:sp>
          <p:nvSpPr>
            <p:cNvPr id="29" name="Shape 188">
              <a:extLst>
                <a:ext uri="{FF2B5EF4-FFF2-40B4-BE49-F238E27FC236}">
                  <a16:creationId xmlns:a16="http://schemas.microsoft.com/office/drawing/2014/main" id="{4D2F2143-A921-80CC-8E33-BBC2C675E3AD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2772000"/>
            </a:xfrm>
            <a:prstGeom prst="roundRect">
              <a:avLst>
                <a:gd name="adj" fmla="val 44444"/>
              </a:avLst>
            </a:prstGeom>
            <a:solidFill>
              <a:schemeClr val="bg2"/>
            </a:solidFill>
            <a:ln w="12700">
              <a:solidFill>
                <a:schemeClr val="bg2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Shape 189">
              <a:extLst>
                <a:ext uri="{FF2B5EF4-FFF2-40B4-BE49-F238E27FC236}">
                  <a16:creationId xmlns:a16="http://schemas.microsoft.com/office/drawing/2014/main" id="{983F39E6-1261-ACD1-7FC9-1AF9651B7A3F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1332000"/>
            </a:xfrm>
            <a:prstGeom prst="roundRect">
              <a:avLst>
                <a:gd name="adj" fmla="val 44444"/>
              </a:avLst>
            </a:prstGeom>
            <a:solidFill>
              <a:srgbClr val="003C23"/>
            </a:solidFill>
            <a:ln w="1270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Shape 206">
              <a:extLst>
                <a:ext uri="{FF2B5EF4-FFF2-40B4-BE49-F238E27FC236}">
                  <a16:creationId xmlns:a16="http://schemas.microsoft.com/office/drawing/2014/main" id="{24380D3A-FD94-2092-0D03-9040A4C97C3B}"/>
                </a:ext>
              </a:extLst>
            </p:cNvPr>
            <p:cNvSpPr>
              <a:spLocks/>
            </p:cNvSpPr>
            <p:nvPr/>
          </p:nvSpPr>
          <p:spPr>
            <a:xfrm>
              <a:off x="11866206" y="8683496"/>
              <a:ext cx="396000" cy="396000"/>
            </a:xfrm>
            <a:prstGeom prst="ellipse">
              <a:avLst/>
            </a:prstGeom>
            <a:solidFill>
              <a:srgbClr val="003C23"/>
            </a:solidFill>
            <a:ln w="1905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651FE2C-04DB-B15A-F335-498003565423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7800394"/>
              <a:ext cx="324000" cy="324000"/>
              <a:chOff x="11899058" y="7800394"/>
              <a:chExt cx="324000" cy="324000"/>
            </a:xfrm>
          </p:grpSpPr>
          <p:sp>
            <p:nvSpPr>
              <p:cNvPr id="54" name="Shape 190">
                <a:extLst>
                  <a:ext uri="{FF2B5EF4-FFF2-40B4-BE49-F238E27FC236}">
                    <a16:creationId xmlns:a16="http://schemas.microsoft.com/office/drawing/2014/main" id="{CD30B008-4603-1453-CBCC-0C87726E4D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55" name="Text 191">
                <a:extLst>
                  <a:ext uri="{FF2B5EF4-FFF2-40B4-BE49-F238E27FC236}">
                    <a16:creationId xmlns:a16="http://schemas.microsoft.com/office/drawing/2014/main" id="{CC41120F-0E33-4A7B-060E-CDF36FFEA5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2"/>
                    </a:solidFill>
                  </a:rPr>
                  <a:t>REDACTED_00051</a:t>
                </a:r>
                <a:endParaRPr lang="en-US" sz="65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165D78A-E0EC-F5DD-0064-93906B52C89D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8259945"/>
              <a:ext cx="324000" cy="324000"/>
              <a:chOff x="11899058" y="8352765"/>
              <a:chExt cx="324000" cy="324000"/>
            </a:xfrm>
          </p:grpSpPr>
          <p:sp>
            <p:nvSpPr>
              <p:cNvPr id="52" name="Shape 193">
                <a:extLst>
                  <a:ext uri="{FF2B5EF4-FFF2-40B4-BE49-F238E27FC236}">
                    <a16:creationId xmlns:a16="http://schemas.microsoft.com/office/drawing/2014/main" id="{280A6A0F-AA84-00BC-5B13-74BB47371DC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8352765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53" name="Text 194">
                <a:extLst>
                  <a:ext uri="{FF2B5EF4-FFF2-40B4-BE49-F238E27FC236}">
                    <a16:creationId xmlns:a16="http://schemas.microsoft.com/office/drawing/2014/main" id="{411A09D9-E709-F016-F8F7-5CDF31CD1A7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8385498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650" b="1">
                    <a:solidFill>
                      <a:schemeClr val="bg2"/>
                    </a:solidFill>
                  </a:rPr>
                  <a:t>REDACTED_00052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C3591EC-02D7-0B29-D10A-19F7715323E6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9644814"/>
              <a:ext cx="324000" cy="324000"/>
              <a:chOff x="11899058" y="10018201"/>
              <a:chExt cx="324000" cy="324000"/>
            </a:xfrm>
          </p:grpSpPr>
          <p:sp>
            <p:nvSpPr>
              <p:cNvPr id="50" name="Shape 202">
                <a:extLst>
                  <a:ext uri="{FF2B5EF4-FFF2-40B4-BE49-F238E27FC236}">
                    <a16:creationId xmlns:a16="http://schemas.microsoft.com/office/drawing/2014/main" id="{86B1E890-6B97-FF64-6AF0-5E46F6B6EE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003C23"/>
                  </a:solidFill>
                </a:endParaRPr>
              </a:p>
            </p:txBody>
          </p:sp>
          <p:sp>
            <p:nvSpPr>
              <p:cNvPr id="51" name="Text 207">
                <a:extLst>
                  <a:ext uri="{FF2B5EF4-FFF2-40B4-BE49-F238E27FC236}">
                    <a16:creationId xmlns:a16="http://schemas.microsoft.com/office/drawing/2014/main" id="{43E8F40B-61C8-A543-783B-47A891E5C19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REDACTED_00055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A7376BF-1907-3CFA-4616-F7610F8E166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563914"/>
              <a:ext cx="324000" cy="324000"/>
              <a:chOff x="11899058" y="10563914"/>
              <a:chExt cx="324000" cy="324000"/>
            </a:xfrm>
          </p:grpSpPr>
          <p:sp>
            <p:nvSpPr>
              <p:cNvPr id="48" name="Shape 210">
                <a:extLst>
                  <a:ext uri="{FF2B5EF4-FFF2-40B4-BE49-F238E27FC236}">
                    <a16:creationId xmlns:a16="http://schemas.microsoft.com/office/drawing/2014/main" id="{F6068D6D-6E49-24BE-D7E8-12FA812D1C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563914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9" name="Text 211">
                <a:extLst>
                  <a:ext uri="{FF2B5EF4-FFF2-40B4-BE49-F238E27FC236}">
                    <a16:creationId xmlns:a16="http://schemas.microsoft.com/office/drawing/2014/main" id="{692569C8-84BA-D321-028A-21340C51BBC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581914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REDACTED_00057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CDD4D88-B61A-49A5-F3C9-21508EE7E983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132" y="9179047"/>
              <a:ext cx="324149" cy="330216"/>
              <a:chOff x="11898909" y="9466650"/>
              <a:chExt cx="324149" cy="330216"/>
            </a:xfrm>
          </p:grpSpPr>
          <p:sp>
            <p:nvSpPr>
              <p:cNvPr id="45" name="Text 203">
                <a:extLst>
                  <a:ext uri="{FF2B5EF4-FFF2-40B4-BE49-F238E27FC236}">
                    <a16:creationId xmlns:a16="http://schemas.microsoft.com/office/drawing/2014/main" id="{4A099621-73AC-B315-FBF2-EC6C398DFC5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9472866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1"/>
                    </a:solidFill>
                  </a:rPr>
                  <a:t>REDACTED_00090</a:t>
                </a:r>
                <a:endParaRPr lang="en-US" sz="65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Shape 202">
                <a:extLst>
                  <a:ext uri="{FF2B5EF4-FFF2-40B4-BE49-F238E27FC236}">
                    <a16:creationId xmlns:a16="http://schemas.microsoft.com/office/drawing/2014/main" id="{E7C42C24-015B-9B06-FC91-C6D3ED5202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8909" y="9466650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003C23"/>
                  </a:solidFill>
                </a:endParaRPr>
              </a:p>
            </p:txBody>
          </p:sp>
          <p:sp>
            <p:nvSpPr>
              <p:cNvPr id="47" name="Text 207">
                <a:extLst>
                  <a:ext uri="{FF2B5EF4-FFF2-40B4-BE49-F238E27FC236}">
                    <a16:creationId xmlns:a16="http://schemas.microsoft.com/office/drawing/2014/main" id="{9BF5ED41-0D48-AD8B-858F-5CB74A9A19A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9483706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REDACTED_00054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sp>
          <p:nvSpPr>
            <p:cNvPr id="40" name="Text 199">
              <a:extLst>
                <a:ext uri="{FF2B5EF4-FFF2-40B4-BE49-F238E27FC236}">
                  <a16:creationId xmlns:a16="http://schemas.microsoft.com/office/drawing/2014/main" id="{298E9060-6050-33B0-2496-B99B17868D77}"/>
                </a:ext>
              </a:extLst>
            </p:cNvPr>
            <p:cNvSpPr>
              <a:spLocks/>
            </p:cNvSpPr>
            <p:nvPr/>
          </p:nvSpPr>
          <p:spPr>
            <a:xfrm>
              <a:off x="11913761" y="8738954"/>
              <a:ext cx="28800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chemeClr val="bg2"/>
                  </a:solidFill>
                </a:rPr>
                <a:t>REDACTED_00053</a:t>
              </a:r>
              <a:endParaRPr lang="en-US" sz="650">
                <a:solidFill>
                  <a:schemeClr val="bg2"/>
                </a:solidFill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AE59960-D166-4FDD-B6A4-8FAE45BFCDF6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104365"/>
              <a:ext cx="324000" cy="324000"/>
              <a:chOff x="11899058" y="10018201"/>
              <a:chExt cx="324000" cy="324000"/>
            </a:xfrm>
          </p:grpSpPr>
          <p:sp>
            <p:nvSpPr>
              <p:cNvPr id="43" name="Shape 202">
                <a:extLst>
                  <a:ext uri="{FF2B5EF4-FFF2-40B4-BE49-F238E27FC236}">
                    <a16:creationId xmlns:a16="http://schemas.microsoft.com/office/drawing/2014/main" id="{678F30E5-39EB-8E84-9516-0560556C6EF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4" name="Text 207">
                <a:extLst>
                  <a:ext uri="{FF2B5EF4-FFF2-40B4-BE49-F238E27FC236}">
                    <a16:creationId xmlns:a16="http://schemas.microsoft.com/office/drawing/2014/main" id="{0C3C1DE9-DFB2-9102-E7A5-1E6572226A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REDACTED_00056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sp>
          <p:nvSpPr>
            <p:cNvPr id="42" name="Text 28">
              <a:extLst>
                <a:ext uri="{FF2B5EF4-FFF2-40B4-BE49-F238E27FC236}">
                  <a16:creationId xmlns:a16="http://schemas.microsoft.com/office/drawing/2014/main" id="{897A2B0C-096A-BA40-AEE5-F7F810660917}"/>
                </a:ext>
              </a:extLst>
            </p:cNvPr>
            <p:cNvSpPr>
              <a:spLocks/>
            </p:cNvSpPr>
            <p:nvPr/>
          </p:nvSpPr>
          <p:spPr>
            <a:xfrm>
              <a:off x="12487245" y="10129712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REDACTED_00049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71074-40BD-FBB9-DD2C-7AB6D814D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89">
            <a:extLst>
              <a:ext uri="{FF2B5EF4-FFF2-40B4-BE49-F238E27FC236}">
                <a16:creationId xmlns:a16="http://schemas.microsoft.com/office/drawing/2014/main" id="{612B53C8-42A0-9C11-F3F5-F6948A938C42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18679" b="-18679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3" name="Shape 13">
            <a:extLst>
              <a:ext uri="{FF2B5EF4-FFF2-40B4-BE49-F238E27FC236}">
                <a16:creationId xmlns:a16="http://schemas.microsoft.com/office/drawing/2014/main" id="{5A335833-29D2-87DF-4263-5FE864E77993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9" name="Shape 13">
            <a:extLst>
              <a:ext uri="{FF2B5EF4-FFF2-40B4-BE49-F238E27FC236}">
                <a16:creationId xmlns:a16="http://schemas.microsoft.com/office/drawing/2014/main" id="{C4857D33-C1EA-BE96-754E-304216C5D054}"/>
              </a:ext>
            </a:extLst>
          </p:cNvPr>
          <p:cNvSpPr/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7" name="Shape 229">
            <a:extLst>
              <a:ext uri="{FF2B5EF4-FFF2-40B4-BE49-F238E27FC236}">
                <a16:creationId xmlns:a16="http://schemas.microsoft.com/office/drawing/2014/main" id="{EB7FA094-E404-FD59-2102-DFE6D3E4BA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41A9C35D-EC76-3A28-AD2A-EEB70BF16054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3" name="Shape 46">
            <a:extLst>
              <a:ext uri="{FF2B5EF4-FFF2-40B4-BE49-F238E27FC236}">
                <a16:creationId xmlns:a16="http://schemas.microsoft.com/office/drawing/2014/main" id="{A2751AF3-EF6A-9BF2-CD76-358E9A207341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3" name="Shape 46">
            <a:extLst>
              <a:ext uri="{FF2B5EF4-FFF2-40B4-BE49-F238E27FC236}">
                <a16:creationId xmlns:a16="http://schemas.microsoft.com/office/drawing/2014/main" id="{0B71D0CE-3C71-9D52-CC69-0DB89F0A3F57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4ECF939-9E8E-EE15-5123-9BC31E7D9A6E}"/>
              </a:ext>
            </a:extLst>
          </p:cNvPr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0" name="Shape 105">
            <a:extLst>
              <a:ext uri="{FF2B5EF4-FFF2-40B4-BE49-F238E27FC236}">
                <a16:creationId xmlns:a16="http://schemas.microsoft.com/office/drawing/2014/main" id="{899D95AE-8BC6-C4F5-C330-D749374D847F}"/>
              </a:ext>
            </a:extLst>
          </p:cNvPr>
          <p:cNvSpPr>
            <a:spLocks/>
          </p:cNvSpPr>
          <p:nvPr/>
        </p:nvSpPr>
        <p:spPr>
          <a:xfrm>
            <a:off x="0" y="4359599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BA0D966-6D31-4291-69B8-6E92F5D7F494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50800" dist="381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1B20BFB2-3BE0-9ABD-9B40-B96C086EE5DD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Inter"/>
              </a:rPr>
              <a:t>REDACTED_00192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BA238B4-DAF2-17EC-DEF1-03487D90E250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A0A869C-4491-95EE-10FD-AAFE07EA9A4E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REDACTED_00193</a:t>
              </a:r>
            </a:p>
          </p:txBody>
        </p:sp>
        <p:sp>
          <p:nvSpPr>
            <p:cNvPr id="101" name="Text 4">
              <a:extLst>
                <a:ext uri="{FF2B5EF4-FFF2-40B4-BE49-F238E27FC236}">
                  <a16:creationId xmlns:a16="http://schemas.microsoft.com/office/drawing/2014/main" id="{C49538AD-8233-19E6-E47D-19590908F335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rgbClr val="93DCDC"/>
                  </a:solidFill>
                </a:rPr>
                <a:t>REDACTED_00194</a:t>
              </a:r>
              <a:endParaRPr lang="en-US" sz="700"/>
            </a:p>
          </p:txBody>
        </p:sp>
      </p:grpSp>
      <p:sp>
        <p:nvSpPr>
          <p:cNvPr id="102" name="Shape 5">
            <a:extLst>
              <a:ext uri="{FF2B5EF4-FFF2-40B4-BE49-F238E27FC236}">
                <a16:creationId xmlns:a16="http://schemas.microsoft.com/office/drawing/2014/main" id="{AC757E80-CEE1-8695-1D3B-396ACFE2CB70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rgbClr val="003C23"/>
          </a:solidFill>
          <a:ln w="1905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3" name="Text 6">
            <a:extLst>
              <a:ext uri="{FF2B5EF4-FFF2-40B4-BE49-F238E27FC236}">
                <a16:creationId xmlns:a16="http://schemas.microsoft.com/office/drawing/2014/main" id="{BBFBA654-E646-CCF1-48C6-0FEE5195EAAE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3DCDC"/>
                </a:solidFill>
              </a:rPr>
              <a:t>REDACTED_00195</a:t>
            </a:r>
            <a:endParaRPr lang="en-US" sz="900"/>
          </a:p>
        </p:txBody>
      </p:sp>
      <p:sp>
        <p:nvSpPr>
          <p:cNvPr id="104" name="Shape 7">
            <a:extLst>
              <a:ext uri="{FF2B5EF4-FFF2-40B4-BE49-F238E27FC236}">
                <a16:creationId xmlns:a16="http://schemas.microsoft.com/office/drawing/2014/main" id="{2A76CCF6-5B50-4D57-46F4-438717E68959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5" name="Text 8">
            <a:extLst>
              <a:ext uri="{FF2B5EF4-FFF2-40B4-BE49-F238E27FC236}">
                <a16:creationId xmlns:a16="http://schemas.microsoft.com/office/drawing/2014/main" id="{99F563F3-200D-46B5-808C-8858E845C6CA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bg2"/>
                </a:solidFill>
              </a:rPr>
              <a:t>REDACTED_00156</a:t>
            </a:r>
          </a:p>
        </p:txBody>
      </p:sp>
      <p:sp>
        <p:nvSpPr>
          <p:cNvPr id="58" name="Shape 10">
            <a:extLst>
              <a:ext uri="{FF2B5EF4-FFF2-40B4-BE49-F238E27FC236}">
                <a16:creationId xmlns:a16="http://schemas.microsoft.com/office/drawing/2014/main" id="{3CD6437E-38FD-0CE0-3BE0-DD559965CC39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BA337A98-8054-473A-C2A1-13149E478154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0ABE2ED4-5417-1E3D-61E0-3BED28D6E302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REDACTED_00196</a:t>
            </a:r>
            <a:r>
              <a:rPr lang="en-US" sz="800" err="1">
                <a:solidFill>
                  <a:srgbClr val="1A1A1A"/>
                </a:solidFill>
              </a:rPr>
              <a:t>REDACTED_00197</a:t>
            </a:r>
            <a:r>
              <a:rPr lang="en-US" sz="800">
                <a:solidFill>
                  <a:srgbClr val="1A1A1A"/>
                </a:solidFill>
              </a:rPr>
              <a:t>REDACTED_00198</a:t>
            </a:r>
            <a:r>
              <a:rPr lang="en-US" sz="800" err="1">
                <a:solidFill>
                  <a:srgbClr val="1A1A1A"/>
                </a:solidFill>
              </a:rPr>
              <a:t>REDACTED_00227</a:t>
            </a:r>
            <a:r>
              <a:rPr lang="en-US" sz="800">
                <a:solidFill>
                  <a:srgbClr val="1A1A1A"/>
                </a:solidFill>
              </a:rPr>
              <a:t>REDACTED_00228</a:t>
            </a:r>
            <a:endParaRPr lang="en-US" sz="800"/>
          </a:p>
        </p:txBody>
      </p: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1DD25B78-5E17-4D47-E274-81458565BD2D}"/>
              </a:ext>
            </a:extLst>
          </p:cNvPr>
          <p:cNvGrpSpPr/>
          <p:nvPr/>
        </p:nvGrpSpPr>
        <p:grpSpPr>
          <a:xfrm>
            <a:off x="9770789" y="1533598"/>
            <a:ext cx="2333207" cy="635929"/>
            <a:chOff x="10112273" y="2891965"/>
            <a:chExt cx="1920240" cy="580548"/>
          </a:xfrm>
        </p:grpSpPr>
        <p:sp>
          <p:nvSpPr>
            <p:cNvPr id="251" name="Shape 249">
              <a:extLst>
                <a:ext uri="{FF2B5EF4-FFF2-40B4-BE49-F238E27FC236}">
                  <a16:creationId xmlns:a16="http://schemas.microsoft.com/office/drawing/2014/main" id="{8C7BCDAE-53BC-EAEF-5124-F12476FADDAC}"/>
                </a:ext>
              </a:extLst>
            </p:cNvPr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9" name="Text 247a">
              <a:extLst>
                <a:ext uri="{FF2B5EF4-FFF2-40B4-BE49-F238E27FC236}">
                  <a16:creationId xmlns:a16="http://schemas.microsoft.com/office/drawing/2014/main" id="{C8C7A660-21C4-8602-18B5-85031FE4C28A}"/>
                </a:ext>
              </a:extLst>
            </p:cNvPr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REDACTED_00201</a:t>
              </a:r>
            </a:p>
          </p:txBody>
        </p:sp>
        <p:sp>
          <p:nvSpPr>
            <p:cNvPr id="253" name="Text 251a">
              <a:extLst>
                <a:ext uri="{FF2B5EF4-FFF2-40B4-BE49-F238E27FC236}">
                  <a16:creationId xmlns:a16="http://schemas.microsoft.com/office/drawing/2014/main" id="{35EC3B3B-6244-D091-90E4-88E9593EAD56}"/>
                </a:ext>
              </a:extLst>
            </p:cNvPr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REDACTED_00202</a:t>
              </a:r>
            </a:p>
          </p:txBody>
        </p:sp>
        <p:sp>
          <p:nvSpPr>
            <p:cNvPr id="252" name="Shape 250">
              <a:extLst>
                <a:ext uri="{FF2B5EF4-FFF2-40B4-BE49-F238E27FC236}">
                  <a16:creationId xmlns:a16="http://schemas.microsoft.com/office/drawing/2014/main" id="{72038370-AFDE-C4C1-2D2C-DAC27A729B29}"/>
                </a:ext>
              </a:extLst>
            </p:cNvPr>
            <p:cNvSpPr/>
            <p:nvPr/>
          </p:nvSpPr>
          <p:spPr>
            <a:xfrm>
              <a:off x="10198303" y="3237891"/>
              <a:ext cx="565898" cy="64008"/>
            </a:xfrm>
            <a:prstGeom prst="rect">
              <a:avLst/>
            </a:prstGeom>
            <a:solidFill>
              <a:srgbClr val="003C23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4" name="Shape 252a">
              <a:extLst>
                <a:ext uri="{FF2B5EF4-FFF2-40B4-BE49-F238E27FC236}">
                  <a16:creationId xmlns:a16="http://schemas.microsoft.com/office/drawing/2014/main" id="{B27D3C52-3548-BF25-E8B8-F890B21873FF}"/>
                </a:ext>
              </a:extLst>
            </p:cNvPr>
            <p:cNvSpPr/>
            <p:nvPr/>
          </p:nvSpPr>
          <p:spPr>
            <a:xfrm>
              <a:off x="10766005" y="3237891"/>
              <a:ext cx="91551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6" name="Text 254a">
              <a:extLst>
                <a:ext uri="{FF2B5EF4-FFF2-40B4-BE49-F238E27FC236}">
                  <a16:creationId xmlns:a16="http://schemas.microsoft.com/office/drawing/2014/main" id="{C4BBBB24-1233-0EE7-AD0E-B024FF9DAAF8}"/>
                </a:ext>
              </a:extLst>
            </p:cNvPr>
            <p:cNvSpPr/>
            <p:nvPr/>
          </p:nvSpPr>
          <p:spPr>
            <a:xfrm>
              <a:off x="11700022" y="3289633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003C23"/>
                  </a:solidFill>
                  <a:latin typeface="Calibri"/>
                </a:rPr>
                <a:t>REDACTED_00203</a:t>
              </a:r>
            </a:p>
          </p:txBody>
        </p:sp>
      </p:grpSp>
      <p:sp>
        <p:nvSpPr>
          <p:cNvPr id="151" name="Shape 130">
            <a:extLst>
              <a:ext uri="{FF2B5EF4-FFF2-40B4-BE49-F238E27FC236}">
                <a16:creationId xmlns:a16="http://schemas.microsoft.com/office/drawing/2014/main" id="{A7167743-1C8B-DB34-1542-2DCC84D0F44E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F2434A0-B329-C3B2-F80B-AA1B16C5F55D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5" name="Picture 154" descr="A black and blue logo  AI-generated content may be incorrect.">
            <a:extLst>
              <a:ext uri="{FF2B5EF4-FFF2-40B4-BE49-F238E27FC236}">
                <a16:creationId xmlns:a16="http://schemas.microsoft.com/office/drawing/2014/main" id="{BAD36709-5673-32BB-0505-DE1D73E7A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60" name="Text 211a">
            <a:extLst>
              <a:ext uri="{FF2B5EF4-FFF2-40B4-BE49-F238E27FC236}">
                <a16:creationId xmlns:a16="http://schemas.microsoft.com/office/drawing/2014/main" id="{CD751F1A-BB54-2CB7-CF38-ABF78C56F57F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62" name="Text 213a">
            <a:extLst>
              <a:ext uri="{FF2B5EF4-FFF2-40B4-BE49-F238E27FC236}">
                <a16:creationId xmlns:a16="http://schemas.microsoft.com/office/drawing/2014/main" id="{8EB1A95C-F448-AFC8-B2D6-B094339C9B59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4" name="Text 218a">
            <a:extLst>
              <a:ext uri="{FF2B5EF4-FFF2-40B4-BE49-F238E27FC236}">
                <a16:creationId xmlns:a16="http://schemas.microsoft.com/office/drawing/2014/main" id="{7560AB36-2C81-4071-C0E1-B978455B36FA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6" name="Shape 229">
            <a:extLst>
              <a:ext uri="{FF2B5EF4-FFF2-40B4-BE49-F238E27FC236}">
                <a16:creationId xmlns:a16="http://schemas.microsoft.com/office/drawing/2014/main" id="{52C03929-E66B-4A2D-DE76-29254E9FDCEC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REDACTED_00204</a:t>
            </a:r>
          </a:p>
        </p:txBody>
      </p:sp>
      <p:pic>
        <p:nvPicPr>
          <p:cNvPr id="168" name="Picture 167">
            <a:extLst>
              <a:ext uri="{FF2B5EF4-FFF2-40B4-BE49-F238E27FC236}">
                <a16:creationId xmlns:a16="http://schemas.microsoft.com/office/drawing/2014/main" id="{E810EE98-3311-EF78-C0EA-7E3C018775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651" y="6208978"/>
            <a:ext cx="1852551" cy="814115"/>
          </a:xfrm>
          <a:prstGeom prst="rect">
            <a:avLst/>
          </a:prstGeom>
          <a:noFill/>
        </p:spPr>
      </p:pic>
      <p:sp>
        <p:nvSpPr>
          <p:cNvPr id="176" name="Shape 10">
            <a:extLst>
              <a:ext uri="{FF2B5EF4-FFF2-40B4-BE49-F238E27FC236}">
                <a16:creationId xmlns:a16="http://schemas.microsoft.com/office/drawing/2014/main" id="{8B9D161C-8311-60D6-17A7-3579CAA5751C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9" name="Text 31">
            <a:extLst>
              <a:ext uri="{FF2B5EF4-FFF2-40B4-BE49-F238E27FC236}">
                <a16:creationId xmlns:a16="http://schemas.microsoft.com/office/drawing/2014/main" id="{05C13F05-0DF9-B35F-A1D6-E1384FCE0FC0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81" name="Shape 32">
            <a:extLst>
              <a:ext uri="{FF2B5EF4-FFF2-40B4-BE49-F238E27FC236}">
                <a16:creationId xmlns:a16="http://schemas.microsoft.com/office/drawing/2014/main" id="{0330AAB4-A96F-5275-D902-4CF5E24BC29D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3" name="Text 33">
            <a:extLst>
              <a:ext uri="{FF2B5EF4-FFF2-40B4-BE49-F238E27FC236}">
                <a16:creationId xmlns:a16="http://schemas.microsoft.com/office/drawing/2014/main" id="{563E785E-F30D-F5A0-8F6A-B988EBB68170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REDACTED_00205</a:t>
            </a:r>
          </a:p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>
                <a:solidFill>
                  <a:srgbClr val="444444"/>
                </a:solidFill>
              </a:rPr>
              <a:t>REDACTED_00206</a:t>
            </a: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185" name="Text 33">
            <a:extLst>
              <a:ext uri="{FF2B5EF4-FFF2-40B4-BE49-F238E27FC236}">
                <a16:creationId xmlns:a16="http://schemas.microsoft.com/office/drawing/2014/main" id="{4D3DA944-60CF-6295-8717-D8F6CB7BC51E}"/>
              </a:ext>
            </a:extLst>
          </p:cNvPr>
          <p:cNvSpPr/>
          <p:nvPr/>
        </p:nvSpPr>
        <p:spPr>
          <a:xfrm>
            <a:off x="180001" y="31305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REDACTED_00207</a:t>
            </a:r>
            <a:r>
              <a:rPr lang="en-US" sz="800" err="1">
                <a:solidFill>
                  <a:srgbClr val="444444"/>
                </a:solidFill>
              </a:rPr>
              <a:t>REDACTED_00208</a:t>
            </a:r>
            <a:r>
              <a:rPr lang="en-US" sz="800">
                <a:solidFill>
                  <a:srgbClr val="444444"/>
                </a:solidFill>
              </a:rPr>
              <a:t>REDACTED_00209</a:t>
            </a:r>
            <a:endParaRPr lang="en-US" sz="800"/>
          </a:p>
        </p:txBody>
      </p:sp>
      <p:sp>
        <p:nvSpPr>
          <p:cNvPr id="187" name="Text 31">
            <a:extLst>
              <a:ext uri="{FF2B5EF4-FFF2-40B4-BE49-F238E27FC236}">
                <a16:creationId xmlns:a16="http://schemas.microsoft.com/office/drawing/2014/main" id="{89318D6F-64D9-6A8C-F609-772A5BE9C946}"/>
              </a:ext>
            </a:extLst>
          </p:cNvPr>
          <p:cNvSpPr/>
          <p:nvPr/>
        </p:nvSpPr>
        <p:spPr>
          <a:xfrm>
            <a:off x="180000" y="29632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89" name="Shape 32">
            <a:extLst>
              <a:ext uri="{FF2B5EF4-FFF2-40B4-BE49-F238E27FC236}">
                <a16:creationId xmlns:a16="http://schemas.microsoft.com/office/drawing/2014/main" id="{46E786D9-AD70-34EA-FF43-C871C492D8F4}"/>
              </a:ext>
            </a:extLst>
          </p:cNvPr>
          <p:cNvSpPr/>
          <p:nvPr/>
        </p:nvSpPr>
        <p:spPr>
          <a:xfrm>
            <a:off x="144000" y="30821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1" name="Shape 10">
            <a:extLst>
              <a:ext uri="{FF2B5EF4-FFF2-40B4-BE49-F238E27FC236}">
                <a16:creationId xmlns:a16="http://schemas.microsoft.com/office/drawing/2014/main" id="{107F0282-A481-CDD5-CA29-503E0B1AAB89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5" name="Shape 16">
            <a:extLst>
              <a:ext uri="{FF2B5EF4-FFF2-40B4-BE49-F238E27FC236}">
                <a16:creationId xmlns:a16="http://schemas.microsoft.com/office/drawing/2014/main" id="{5E7E8CDD-9E04-DD0D-F79D-2B5B71024C42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REDACTED_00210</a:t>
            </a:r>
          </a:p>
        </p:txBody>
      </p:sp>
      <p:sp>
        <p:nvSpPr>
          <p:cNvPr id="197" name="Shape 16">
            <a:extLst>
              <a:ext uri="{FF2B5EF4-FFF2-40B4-BE49-F238E27FC236}">
                <a16:creationId xmlns:a16="http://schemas.microsoft.com/office/drawing/2014/main" id="{3E0B7F45-3684-4C74-D370-33FC8E5C7D92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REDACTED_00210</a:t>
            </a:r>
          </a:p>
        </p:txBody>
      </p:sp>
      <p:sp>
        <p:nvSpPr>
          <p:cNvPr id="199" name="Shape 16">
            <a:extLst>
              <a:ext uri="{FF2B5EF4-FFF2-40B4-BE49-F238E27FC236}">
                <a16:creationId xmlns:a16="http://schemas.microsoft.com/office/drawing/2014/main" id="{88E6B929-653F-516F-F054-A4281BB87D41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REDACTED_00211</a:t>
            </a:r>
          </a:p>
        </p:txBody>
      </p:sp>
      <p:sp>
        <p:nvSpPr>
          <p:cNvPr id="201" name="Shape 16">
            <a:extLst>
              <a:ext uri="{FF2B5EF4-FFF2-40B4-BE49-F238E27FC236}">
                <a16:creationId xmlns:a16="http://schemas.microsoft.com/office/drawing/2014/main" id="{2B0C8E09-44C0-7079-9191-F2BD3D72A242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bg2"/>
                </a:solidFill>
              </a:rPr>
              <a:t>REDACTED_00116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521CCC57-AEF8-18C7-3F32-77D967F5C036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REDACTED_00078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1505D7D5-E7F3-B21D-92C5-0341019C254E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REDACTED_00079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297A206-8B1D-99AE-68C4-FD251BF68A67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REDACTED_00080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19180EF8-D0BE-399D-F022-E577ABC238F4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REDACTED_00081</a:t>
            </a:r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0AA4A1FB-BD29-9674-CB08-F1F03FD34EE4}"/>
              </a:ext>
            </a:extLst>
          </p:cNvPr>
          <p:cNvGrpSpPr/>
          <p:nvPr/>
        </p:nvGrpSpPr>
        <p:grpSpPr>
          <a:xfrm>
            <a:off x="3717780" y="1742945"/>
            <a:ext cx="3065147" cy="330976"/>
            <a:chOff x="3828681" y="1704593"/>
            <a:chExt cx="7721343" cy="433878"/>
          </a:xfrm>
        </p:grpSpPr>
        <p:sp>
          <p:nvSpPr>
            <p:cNvPr id="227" name="Shape 37">
              <a:extLst>
                <a:ext uri="{FF2B5EF4-FFF2-40B4-BE49-F238E27FC236}">
                  <a16:creationId xmlns:a16="http://schemas.microsoft.com/office/drawing/2014/main" id="{ABD5C5B8-8D89-99D2-E550-B471C6CC3E05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8" name="Shape 38">
              <a:extLst>
                <a:ext uri="{FF2B5EF4-FFF2-40B4-BE49-F238E27FC236}">
                  <a16:creationId xmlns:a16="http://schemas.microsoft.com/office/drawing/2014/main" id="{9DF8C893-46D6-18B2-4458-6CA862862DF9}"/>
                </a:ext>
              </a:extLst>
            </p:cNvPr>
            <p:cNvSpPr/>
            <p:nvPr/>
          </p:nvSpPr>
          <p:spPr>
            <a:xfrm>
              <a:off x="3828681" y="1712903"/>
              <a:ext cx="90687" cy="424733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9" name="Text 39">
              <a:extLst>
                <a:ext uri="{FF2B5EF4-FFF2-40B4-BE49-F238E27FC236}">
                  <a16:creationId xmlns:a16="http://schemas.microsoft.com/office/drawing/2014/main" id="{023F5667-0B03-F175-FE13-CE1E522F0138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REDACTED_00212</a:t>
              </a:r>
              <a:endParaRPr lang="en-US" sz="800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73B82FC0-0FE9-A63F-E756-EC6C0A736B0E}"/>
              </a:ext>
            </a:extLst>
          </p:cNvPr>
          <p:cNvGrpSpPr/>
          <p:nvPr/>
        </p:nvGrpSpPr>
        <p:grpSpPr>
          <a:xfrm>
            <a:off x="3717780" y="2107611"/>
            <a:ext cx="3065147" cy="330976"/>
            <a:chOff x="3828681" y="1704593"/>
            <a:chExt cx="7721343" cy="433878"/>
          </a:xfrm>
        </p:grpSpPr>
        <p:sp>
          <p:nvSpPr>
            <p:cNvPr id="231" name="Shape 37">
              <a:extLst>
                <a:ext uri="{FF2B5EF4-FFF2-40B4-BE49-F238E27FC236}">
                  <a16:creationId xmlns:a16="http://schemas.microsoft.com/office/drawing/2014/main" id="{1AF614C1-B48C-4D5F-C6F2-18E632CB5974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2" name="Shape 38">
              <a:extLst>
                <a:ext uri="{FF2B5EF4-FFF2-40B4-BE49-F238E27FC236}">
                  <a16:creationId xmlns:a16="http://schemas.microsoft.com/office/drawing/2014/main" id="{9F82361C-4551-011A-9F77-45E51B3C17EF}"/>
                </a:ext>
              </a:extLst>
            </p:cNvPr>
            <p:cNvSpPr/>
            <p:nvPr/>
          </p:nvSpPr>
          <p:spPr>
            <a:xfrm>
              <a:off x="3828681" y="1712903"/>
              <a:ext cx="90687" cy="424733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Text 39">
              <a:extLst>
                <a:ext uri="{FF2B5EF4-FFF2-40B4-BE49-F238E27FC236}">
                  <a16:creationId xmlns:a16="http://schemas.microsoft.com/office/drawing/2014/main" id="{13CE6F5A-407F-D6D1-0420-87FA0CC6A344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REDACTED_00213</a:t>
              </a:r>
              <a:endParaRPr lang="en-US" sz="800"/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400058F-E979-39EC-7813-196C0DC4C6EF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35" name="Shape 37">
              <a:extLst>
                <a:ext uri="{FF2B5EF4-FFF2-40B4-BE49-F238E27FC236}">
                  <a16:creationId xmlns:a16="http://schemas.microsoft.com/office/drawing/2014/main" id="{F137A04D-4DF0-1A98-F031-ADDBDE359C85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6" name="Shape 38">
              <a:extLst>
                <a:ext uri="{FF2B5EF4-FFF2-40B4-BE49-F238E27FC236}">
                  <a16:creationId xmlns:a16="http://schemas.microsoft.com/office/drawing/2014/main" id="{CEB0FA22-54FF-BCCF-A9E2-CE66E58D3C34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Text 39">
              <a:extLst>
                <a:ext uri="{FF2B5EF4-FFF2-40B4-BE49-F238E27FC236}">
                  <a16:creationId xmlns:a16="http://schemas.microsoft.com/office/drawing/2014/main" id="{896D4BCB-F5BF-3E6B-C7F5-F3177050F385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REDACTED_00214</a:t>
              </a:r>
              <a:endParaRPr lang="en-US" sz="800"/>
            </a:p>
          </p:txBody>
        </p:sp>
      </p:grpSp>
      <p:sp>
        <p:nvSpPr>
          <p:cNvPr id="238" name="Shape 229">
            <a:extLst>
              <a:ext uri="{FF2B5EF4-FFF2-40B4-BE49-F238E27FC236}">
                <a16:creationId xmlns:a16="http://schemas.microsoft.com/office/drawing/2014/main" id="{E0265EF1-D1FC-D6E9-AE45-F6FA77DAAD26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REDACTED_00082</a:t>
            </a:r>
          </a:p>
        </p:txBody>
      </p:sp>
      <p:sp>
        <p:nvSpPr>
          <p:cNvPr id="240" name="Shape 46">
            <a:extLst>
              <a:ext uri="{FF2B5EF4-FFF2-40B4-BE49-F238E27FC236}">
                <a16:creationId xmlns:a16="http://schemas.microsoft.com/office/drawing/2014/main" id="{6DB1D951-F5F0-7DF5-E655-B64E594F64CB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21688F3-F0C5-C9B1-C2E6-3CCBF64604FC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9" name="Text 35">
            <a:extLst>
              <a:ext uri="{FF2B5EF4-FFF2-40B4-BE49-F238E27FC236}">
                <a16:creationId xmlns:a16="http://schemas.microsoft.com/office/drawing/2014/main" id="{422AFD82-4A57-C7B5-1B07-D690C3A6A837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71" name="Shape 36">
            <a:extLst>
              <a:ext uri="{FF2B5EF4-FFF2-40B4-BE49-F238E27FC236}">
                <a16:creationId xmlns:a16="http://schemas.microsoft.com/office/drawing/2014/main" id="{C6FD2E97-2855-3A7F-024D-69776A74FD91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3" name="Shape 36">
            <a:extLst>
              <a:ext uri="{FF2B5EF4-FFF2-40B4-BE49-F238E27FC236}">
                <a16:creationId xmlns:a16="http://schemas.microsoft.com/office/drawing/2014/main" id="{21AAC3C9-5D92-8B90-521B-87E89E92138C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5" name="Text 35">
            <a:extLst>
              <a:ext uri="{FF2B5EF4-FFF2-40B4-BE49-F238E27FC236}">
                <a16:creationId xmlns:a16="http://schemas.microsoft.com/office/drawing/2014/main" id="{A9E7A4FF-5395-E7BD-045D-C30843BD16F3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63585B-BBA4-A4AE-6B9D-CEE14299C7B6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>
                <a:solidFill>
                  <a:srgbClr val="003C23"/>
                </a:solidFill>
              </a:rPr>
              <a:t>REDACTED_00229</a:t>
            </a:r>
          </a:p>
          <a:p>
            <a:r>
              <a:rPr lang="en-US" sz="800">
                <a:solidFill>
                  <a:srgbClr val="444444"/>
                </a:solidFill>
                <a:highlight>
                  <a:srgbClr val="FFFF00"/>
                </a:highlight>
              </a:rPr>
              <a:t>REDACTED_00230</a:t>
            </a:r>
          </a:p>
          <a:p>
            <a:r>
              <a:rPr lang="en-US" sz="800">
                <a:solidFill>
                  <a:srgbClr val="444444"/>
                </a:solidFill>
                <a:highlight>
                  <a:srgbClr val="FFFF00"/>
                </a:highlight>
              </a:rPr>
              <a:t>REDACTED_00231</a:t>
            </a:r>
            <a:endParaRPr lang="en-AU" sz="800">
              <a:solidFill>
                <a:srgbClr val="444444"/>
              </a:solidFill>
              <a:highlight>
                <a:srgbClr val="FFFF00"/>
              </a:highligh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62FA04-14D2-6599-4B7E-5E2F48C63C2B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REDACTED_00218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REDACTED_00219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REDACTED_00220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REDACTED_00221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32">
            <a:extLst>
              <a:ext uri="{FF2B5EF4-FFF2-40B4-BE49-F238E27FC236}">
                <a16:creationId xmlns:a16="http://schemas.microsoft.com/office/drawing/2014/main" id="{A2B37417-7E93-DEA4-2867-AC3CB74B7B09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35">
            <a:extLst>
              <a:ext uri="{FF2B5EF4-FFF2-40B4-BE49-F238E27FC236}">
                <a16:creationId xmlns:a16="http://schemas.microsoft.com/office/drawing/2014/main" id="{05DF16AD-6530-6FEF-88C5-23632F0863B9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6" name="Shape 36">
            <a:extLst>
              <a:ext uri="{FF2B5EF4-FFF2-40B4-BE49-F238E27FC236}">
                <a16:creationId xmlns:a16="http://schemas.microsoft.com/office/drawing/2014/main" id="{A3935E9C-28AA-6A0C-1F3A-341827022B07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35">
            <a:extLst>
              <a:ext uri="{FF2B5EF4-FFF2-40B4-BE49-F238E27FC236}">
                <a16:creationId xmlns:a16="http://schemas.microsoft.com/office/drawing/2014/main" id="{76D2AF76-B785-20E2-67BE-E71062E01690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10" name="Shape 36">
            <a:extLst>
              <a:ext uri="{FF2B5EF4-FFF2-40B4-BE49-F238E27FC236}">
                <a16:creationId xmlns:a16="http://schemas.microsoft.com/office/drawing/2014/main" id="{FEA63119-1BA8-1BC0-4D6F-2368271C9879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79E92D5-FD73-CB7D-D10B-14A18CE24326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12" name="PersonIcon">
              <a:extLst>
                <a:ext uri="{FF2B5EF4-FFF2-40B4-BE49-F238E27FC236}">
                  <a16:creationId xmlns:a16="http://schemas.microsoft.com/office/drawing/2014/main" id="{8E4829C3-3AFE-0665-69FD-1EB119A620B6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 107">
              <a:extLst>
                <a:ext uri="{FF2B5EF4-FFF2-40B4-BE49-F238E27FC236}">
                  <a16:creationId xmlns:a16="http://schemas.microsoft.com/office/drawing/2014/main" id="{909681A8-49D2-81EB-25C9-1E2FC3FEED83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4" name="Text 108">
              <a:extLst>
                <a:ext uri="{FF2B5EF4-FFF2-40B4-BE49-F238E27FC236}">
                  <a16:creationId xmlns:a16="http://schemas.microsoft.com/office/drawing/2014/main" id="{3D4DC36D-FC55-8EC6-133B-49EFE0087826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REDACTED_00004</a:t>
              </a:r>
              <a:endParaRPr lang="en-US" sz="80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19E751-4E6A-3585-0638-18A518496DF2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16" name="BuildingIcon">
              <a:extLst>
                <a:ext uri="{FF2B5EF4-FFF2-40B4-BE49-F238E27FC236}">
                  <a16:creationId xmlns:a16="http://schemas.microsoft.com/office/drawing/2014/main" id="{F872FA4B-5E1C-8279-700C-ECB1BD9DF089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 109">
              <a:extLst>
                <a:ext uri="{FF2B5EF4-FFF2-40B4-BE49-F238E27FC236}">
                  <a16:creationId xmlns:a16="http://schemas.microsoft.com/office/drawing/2014/main" id="{C69A2000-7462-E588-663D-4B1BAA4640B5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8" name="Text 110">
              <a:extLst>
                <a:ext uri="{FF2B5EF4-FFF2-40B4-BE49-F238E27FC236}">
                  <a16:creationId xmlns:a16="http://schemas.microsoft.com/office/drawing/2014/main" id="{81E105A2-01CF-30B0-B6E8-D4093E32F742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REDACTED_00006</a:t>
              </a:r>
              <a:endParaRPr lang="en-US" sz="8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4F6F0D4-DB4A-4A22-40ED-77AF61D80DEF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20" name="GradCapIcon">
              <a:extLst>
                <a:ext uri="{FF2B5EF4-FFF2-40B4-BE49-F238E27FC236}">
                  <a16:creationId xmlns:a16="http://schemas.microsoft.com/office/drawing/2014/main" id="{318F8C73-F122-877E-AB29-1B1E472A40F4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 111">
              <a:extLst>
                <a:ext uri="{FF2B5EF4-FFF2-40B4-BE49-F238E27FC236}">
                  <a16:creationId xmlns:a16="http://schemas.microsoft.com/office/drawing/2014/main" id="{56E155D6-2FE7-242A-8154-4E15A93C3D64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22" name="Text 112">
              <a:extLst>
                <a:ext uri="{FF2B5EF4-FFF2-40B4-BE49-F238E27FC236}">
                  <a16:creationId xmlns:a16="http://schemas.microsoft.com/office/drawing/2014/main" id="{AF02148C-15B5-57E3-75B0-5545C8D0D5BF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REDACTED_00008</a:t>
              </a:r>
              <a:endParaRPr lang="en-US" sz="800"/>
            </a:p>
          </p:txBody>
        </p:sp>
      </p:grpSp>
      <p:sp>
        <p:nvSpPr>
          <p:cNvPr id="5" name="Text 6">
            <a:extLst>
              <a:ext uri="{FF2B5EF4-FFF2-40B4-BE49-F238E27FC236}">
                <a16:creationId xmlns:a16="http://schemas.microsoft.com/office/drawing/2014/main" id="{8A7B6A07-7BA0-727B-1BE7-61E59548EF9A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003C23"/>
                </a:solidFill>
              </a:rPr>
              <a:t>REDACTED_00038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2BD3DD-3637-7C1E-19D0-640D0D24EFEA}"/>
              </a:ext>
            </a:extLst>
          </p:cNvPr>
          <p:cNvGrpSpPr/>
          <p:nvPr/>
        </p:nvGrpSpPr>
        <p:grpSpPr>
          <a:xfrm>
            <a:off x="9986400" y="2847600"/>
            <a:ext cx="2222197" cy="3087520"/>
            <a:chOff x="11866206" y="7800394"/>
            <a:chExt cx="2222197" cy="3087520"/>
          </a:xfrm>
        </p:grpSpPr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B372F91F-4893-7295-06CA-8389BDECBABB}"/>
                </a:ext>
              </a:extLst>
            </p:cNvPr>
            <p:cNvSpPr>
              <a:spLocks/>
            </p:cNvSpPr>
            <p:nvPr/>
          </p:nvSpPr>
          <p:spPr>
            <a:xfrm>
              <a:off x="12487244" y="788301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444444"/>
                  </a:solidFill>
                </a:rPr>
                <a:t>REDACTED_00039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REDACTED_00222</a:t>
              </a:r>
            </a:p>
          </p:txBody>
        </p:sp>
        <p:sp>
          <p:nvSpPr>
            <p:cNvPr id="23" name="Text 12">
              <a:extLst>
                <a:ext uri="{FF2B5EF4-FFF2-40B4-BE49-F238E27FC236}">
                  <a16:creationId xmlns:a16="http://schemas.microsoft.com/office/drawing/2014/main" id="{B14EB972-9FEA-7984-E734-B589AE8BC7EF}"/>
                </a:ext>
              </a:extLst>
            </p:cNvPr>
            <p:cNvSpPr>
              <a:spLocks/>
            </p:cNvSpPr>
            <p:nvPr/>
          </p:nvSpPr>
          <p:spPr>
            <a:xfrm>
              <a:off x="12487244" y="7926956"/>
              <a:ext cx="1601159" cy="1322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650">
                <a:solidFill>
                  <a:srgbClr val="444444"/>
                </a:solidFill>
              </a:endParaRPr>
            </a:p>
          </p:txBody>
        </p:sp>
        <p:sp>
          <p:nvSpPr>
            <p:cNvPr id="24" name="Text 15">
              <a:extLst>
                <a:ext uri="{FF2B5EF4-FFF2-40B4-BE49-F238E27FC236}">
                  <a16:creationId xmlns:a16="http://schemas.microsoft.com/office/drawing/2014/main" id="{94E76D84-9F2E-23F9-A147-1673688C8B93}"/>
                </a:ext>
              </a:extLst>
            </p:cNvPr>
            <p:cNvSpPr>
              <a:spLocks/>
            </p:cNvSpPr>
            <p:nvPr/>
          </p:nvSpPr>
          <p:spPr>
            <a:xfrm>
              <a:off x="12487244" y="8276419"/>
              <a:ext cx="1440000" cy="2910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REDACTED_00083</a:t>
              </a:r>
            </a:p>
          </p:txBody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774100F6-F6E8-9B12-BED5-A1B870259532}"/>
                </a:ext>
              </a:extLst>
            </p:cNvPr>
            <p:cNvSpPr>
              <a:spLocks/>
            </p:cNvSpPr>
            <p:nvPr/>
          </p:nvSpPr>
          <p:spPr>
            <a:xfrm>
              <a:off x="12487245" y="8802118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 b="1">
                  <a:solidFill>
                    <a:srgbClr val="444444"/>
                  </a:solidFill>
                </a:rPr>
                <a:t>REDACTED_00084</a:t>
              </a:r>
            </a:p>
            <a:p>
              <a:r>
                <a:rPr lang="en-US" sz="650" b="1">
                  <a:solidFill>
                    <a:srgbClr val="444444"/>
                  </a:solidFill>
                </a:rPr>
                <a:t>REDACTED_00188</a:t>
              </a:r>
            </a:p>
          </p:txBody>
        </p:sp>
        <p:sp>
          <p:nvSpPr>
            <p:cNvPr id="26" name="Text 23">
              <a:extLst>
                <a:ext uri="{FF2B5EF4-FFF2-40B4-BE49-F238E27FC236}">
                  <a16:creationId xmlns:a16="http://schemas.microsoft.com/office/drawing/2014/main" id="{1614E183-9ADB-590D-61E5-A7E88093E50C}"/>
                </a:ext>
              </a:extLst>
            </p:cNvPr>
            <p:cNvSpPr>
              <a:spLocks/>
            </p:cNvSpPr>
            <p:nvPr/>
          </p:nvSpPr>
          <p:spPr>
            <a:xfrm>
              <a:off x="12487244" y="9264777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REDACTED_00223</a:t>
              </a:r>
            </a:p>
          </p:txBody>
        </p:sp>
        <p:sp>
          <p:nvSpPr>
            <p:cNvPr id="27" name="Text 28">
              <a:extLst>
                <a:ext uri="{FF2B5EF4-FFF2-40B4-BE49-F238E27FC236}">
                  <a16:creationId xmlns:a16="http://schemas.microsoft.com/office/drawing/2014/main" id="{3EA35D02-FFA5-A3FE-DB03-237D81B61AD1}"/>
                </a:ext>
              </a:extLst>
            </p:cNvPr>
            <p:cNvSpPr>
              <a:spLocks/>
            </p:cNvSpPr>
            <p:nvPr/>
          </p:nvSpPr>
          <p:spPr>
            <a:xfrm>
              <a:off x="12487244" y="9670161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REDACTED_00224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REDACTED_00225</a:t>
              </a:r>
            </a:p>
          </p:txBody>
        </p:sp>
        <p:sp>
          <p:nvSpPr>
            <p:cNvPr id="28" name="Text 32">
              <a:extLst>
                <a:ext uri="{FF2B5EF4-FFF2-40B4-BE49-F238E27FC236}">
                  <a16:creationId xmlns:a16="http://schemas.microsoft.com/office/drawing/2014/main" id="{E3228ECF-0593-3E20-B1F5-B2EC1075C0C0}"/>
                </a:ext>
              </a:extLst>
            </p:cNvPr>
            <p:cNvSpPr>
              <a:spLocks/>
            </p:cNvSpPr>
            <p:nvPr/>
          </p:nvSpPr>
          <p:spPr>
            <a:xfrm>
              <a:off x="12487244" y="1064653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REDACTED_00058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REDACTED_00226</a:t>
              </a:r>
            </a:p>
          </p:txBody>
        </p:sp>
        <p:sp>
          <p:nvSpPr>
            <p:cNvPr id="29" name="Shape 188">
              <a:extLst>
                <a:ext uri="{FF2B5EF4-FFF2-40B4-BE49-F238E27FC236}">
                  <a16:creationId xmlns:a16="http://schemas.microsoft.com/office/drawing/2014/main" id="{01B5AE37-C0B4-F423-225F-2908327B11DC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2772000"/>
            </a:xfrm>
            <a:prstGeom prst="roundRect">
              <a:avLst>
                <a:gd name="adj" fmla="val 44444"/>
              </a:avLst>
            </a:prstGeom>
            <a:solidFill>
              <a:schemeClr val="bg2"/>
            </a:solidFill>
            <a:ln w="12700">
              <a:solidFill>
                <a:schemeClr val="bg2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Shape 189">
              <a:extLst>
                <a:ext uri="{FF2B5EF4-FFF2-40B4-BE49-F238E27FC236}">
                  <a16:creationId xmlns:a16="http://schemas.microsoft.com/office/drawing/2014/main" id="{C0273D7F-56E3-C48E-4036-A7C9FF2320AE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1332000"/>
            </a:xfrm>
            <a:prstGeom prst="roundRect">
              <a:avLst>
                <a:gd name="adj" fmla="val 44444"/>
              </a:avLst>
            </a:prstGeom>
            <a:solidFill>
              <a:srgbClr val="003C23"/>
            </a:solidFill>
            <a:ln w="1270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Shape 206">
              <a:extLst>
                <a:ext uri="{FF2B5EF4-FFF2-40B4-BE49-F238E27FC236}">
                  <a16:creationId xmlns:a16="http://schemas.microsoft.com/office/drawing/2014/main" id="{AB357878-F45F-4927-A1A8-2C2C6C5B7AE0}"/>
                </a:ext>
              </a:extLst>
            </p:cNvPr>
            <p:cNvSpPr>
              <a:spLocks/>
            </p:cNvSpPr>
            <p:nvPr/>
          </p:nvSpPr>
          <p:spPr>
            <a:xfrm>
              <a:off x="11866206" y="8683496"/>
              <a:ext cx="396000" cy="396000"/>
            </a:xfrm>
            <a:prstGeom prst="ellipse">
              <a:avLst/>
            </a:prstGeom>
            <a:solidFill>
              <a:srgbClr val="003C23"/>
            </a:solidFill>
            <a:ln w="1905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C6C15A-D86F-786E-8E5C-1E3134C9A72D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7800394"/>
              <a:ext cx="324000" cy="324000"/>
              <a:chOff x="11899058" y="7800394"/>
              <a:chExt cx="324000" cy="324000"/>
            </a:xfrm>
          </p:grpSpPr>
          <p:sp>
            <p:nvSpPr>
              <p:cNvPr id="54" name="Shape 190">
                <a:extLst>
                  <a:ext uri="{FF2B5EF4-FFF2-40B4-BE49-F238E27FC236}">
                    <a16:creationId xmlns:a16="http://schemas.microsoft.com/office/drawing/2014/main" id="{73C45159-AA85-47EB-BD87-D0DF432F2B7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55" name="Text 191">
                <a:extLst>
                  <a:ext uri="{FF2B5EF4-FFF2-40B4-BE49-F238E27FC236}">
                    <a16:creationId xmlns:a16="http://schemas.microsoft.com/office/drawing/2014/main" id="{B46E5754-7948-B5D9-13E0-90305615ACE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2"/>
                    </a:solidFill>
                  </a:rPr>
                  <a:t>REDACTED_00051</a:t>
                </a:r>
                <a:endParaRPr lang="en-US" sz="65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AF74B3E-20D2-7411-C2EB-1EB6A15FF31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8259945"/>
              <a:ext cx="324000" cy="324000"/>
              <a:chOff x="11899058" y="8352765"/>
              <a:chExt cx="324000" cy="324000"/>
            </a:xfrm>
          </p:grpSpPr>
          <p:sp>
            <p:nvSpPr>
              <p:cNvPr id="52" name="Shape 193">
                <a:extLst>
                  <a:ext uri="{FF2B5EF4-FFF2-40B4-BE49-F238E27FC236}">
                    <a16:creationId xmlns:a16="http://schemas.microsoft.com/office/drawing/2014/main" id="{CC745395-E05A-75A4-6304-777655F7E96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8352765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53" name="Text 194">
                <a:extLst>
                  <a:ext uri="{FF2B5EF4-FFF2-40B4-BE49-F238E27FC236}">
                    <a16:creationId xmlns:a16="http://schemas.microsoft.com/office/drawing/2014/main" id="{675B9D84-0684-FB62-A636-98A80EB5C63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8385498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650" b="1">
                    <a:solidFill>
                      <a:schemeClr val="bg2"/>
                    </a:solidFill>
                  </a:rPr>
                  <a:t>REDACTED_00052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5427B7C-E7CA-7801-9E3F-D4A58EABE9A5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9644814"/>
              <a:ext cx="324000" cy="324000"/>
              <a:chOff x="11899058" y="10018201"/>
              <a:chExt cx="324000" cy="324000"/>
            </a:xfrm>
          </p:grpSpPr>
          <p:sp>
            <p:nvSpPr>
              <p:cNvPr id="50" name="Shape 202">
                <a:extLst>
                  <a:ext uri="{FF2B5EF4-FFF2-40B4-BE49-F238E27FC236}">
                    <a16:creationId xmlns:a16="http://schemas.microsoft.com/office/drawing/2014/main" id="{DA68E3E1-B5E9-EECB-E1E8-5E1B66EA0D9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003C23"/>
                  </a:solidFill>
                </a:endParaRPr>
              </a:p>
            </p:txBody>
          </p:sp>
          <p:sp>
            <p:nvSpPr>
              <p:cNvPr id="51" name="Text 207">
                <a:extLst>
                  <a:ext uri="{FF2B5EF4-FFF2-40B4-BE49-F238E27FC236}">
                    <a16:creationId xmlns:a16="http://schemas.microsoft.com/office/drawing/2014/main" id="{F5AECD1F-1013-B53A-80F7-F011570BC40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REDACTED_00055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33E3938-A25D-B282-A0CE-AFAC3F98549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563914"/>
              <a:ext cx="324000" cy="324000"/>
              <a:chOff x="11899058" y="10563914"/>
              <a:chExt cx="324000" cy="324000"/>
            </a:xfrm>
          </p:grpSpPr>
          <p:sp>
            <p:nvSpPr>
              <p:cNvPr id="48" name="Shape 210">
                <a:extLst>
                  <a:ext uri="{FF2B5EF4-FFF2-40B4-BE49-F238E27FC236}">
                    <a16:creationId xmlns:a16="http://schemas.microsoft.com/office/drawing/2014/main" id="{13A7213E-2756-176A-57F6-E09BE3B67AA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563914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9" name="Text 211">
                <a:extLst>
                  <a:ext uri="{FF2B5EF4-FFF2-40B4-BE49-F238E27FC236}">
                    <a16:creationId xmlns:a16="http://schemas.microsoft.com/office/drawing/2014/main" id="{A9D1929E-D528-8846-2F3D-7017173B875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581914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REDACTED_00057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8CFAA88-5157-EADE-6FB6-EA1F65F2A7A1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132" y="9179047"/>
              <a:ext cx="324149" cy="330216"/>
              <a:chOff x="11898909" y="9466650"/>
              <a:chExt cx="324149" cy="330216"/>
            </a:xfrm>
          </p:grpSpPr>
          <p:sp>
            <p:nvSpPr>
              <p:cNvPr id="45" name="Text 203">
                <a:extLst>
                  <a:ext uri="{FF2B5EF4-FFF2-40B4-BE49-F238E27FC236}">
                    <a16:creationId xmlns:a16="http://schemas.microsoft.com/office/drawing/2014/main" id="{110C4D1D-0B11-E08F-9DE7-5FB4542A02A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9472866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1"/>
                    </a:solidFill>
                  </a:rPr>
                  <a:t>REDACTED_00090</a:t>
                </a:r>
                <a:endParaRPr lang="en-US" sz="65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Shape 202">
                <a:extLst>
                  <a:ext uri="{FF2B5EF4-FFF2-40B4-BE49-F238E27FC236}">
                    <a16:creationId xmlns:a16="http://schemas.microsoft.com/office/drawing/2014/main" id="{B5CBE77D-4CAD-D1E4-CBDE-B6806FB21B8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8909" y="9466650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003C23"/>
                  </a:solidFill>
                </a:endParaRPr>
              </a:p>
            </p:txBody>
          </p:sp>
          <p:sp>
            <p:nvSpPr>
              <p:cNvPr id="47" name="Text 207">
                <a:extLst>
                  <a:ext uri="{FF2B5EF4-FFF2-40B4-BE49-F238E27FC236}">
                    <a16:creationId xmlns:a16="http://schemas.microsoft.com/office/drawing/2014/main" id="{46E5EAFF-7972-8DD6-DBE1-5366E40697E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9483706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REDACTED_00054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sp>
          <p:nvSpPr>
            <p:cNvPr id="40" name="Text 199">
              <a:extLst>
                <a:ext uri="{FF2B5EF4-FFF2-40B4-BE49-F238E27FC236}">
                  <a16:creationId xmlns:a16="http://schemas.microsoft.com/office/drawing/2014/main" id="{F9C5D21C-49C4-A796-34D0-88898AB5409F}"/>
                </a:ext>
              </a:extLst>
            </p:cNvPr>
            <p:cNvSpPr>
              <a:spLocks/>
            </p:cNvSpPr>
            <p:nvPr/>
          </p:nvSpPr>
          <p:spPr>
            <a:xfrm>
              <a:off x="11913761" y="8738954"/>
              <a:ext cx="28800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chemeClr val="bg2"/>
                  </a:solidFill>
                </a:rPr>
                <a:t>REDACTED_00053</a:t>
              </a:r>
              <a:endParaRPr lang="en-US" sz="650">
                <a:solidFill>
                  <a:schemeClr val="bg2"/>
                </a:solidFill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01FBC3E-C074-634F-9B4F-13011D4668E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104365"/>
              <a:ext cx="324000" cy="324000"/>
              <a:chOff x="11899058" y="10018201"/>
              <a:chExt cx="324000" cy="324000"/>
            </a:xfrm>
          </p:grpSpPr>
          <p:sp>
            <p:nvSpPr>
              <p:cNvPr id="43" name="Shape 202">
                <a:extLst>
                  <a:ext uri="{FF2B5EF4-FFF2-40B4-BE49-F238E27FC236}">
                    <a16:creationId xmlns:a16="http://schemas.microsoft.com/office/drawing/2014/main" id="{3C00BFB0-56AD-54E5-46C9-3EF1DC6FD48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4" name="Text 207">
                <a:extLst>
                  <a:ext uri="{FF2B5EF4-FFF2-40B4-BE49-F238E27FC236}">
                    <a16:creationId xmlns:a16="http://schemas.microsoft.com/office/drawing/2014/main" id="{945D34E4-1920-4F08-2BCA-CBB206B1730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REDACTED_00056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sp>
          <p:nvSpPr>
            <p:cNvPr id="42" name="Text 28">
              <a:extLst>
                <a:ext uri="{FF2B5EF4-FFF2-40B4-BE49-F238E27FC236}">
                  <a16:creationId xmlns:a16="http://schemas.microsoft.com/office/drawing/2014/main" id="{E318FFFD-2D45-F2C7-DE95-C7D007870383}"/>
                </a:ext>
              </a:extLst>
            </p:cNvPr>
            <p:cNvSpPr>
              <a:spLocks/>
            </p:cNvSpPr>
            <p:nvPr/>
          </p:nvSpPr>
          <p:spPr>
            <a:xfrm>
              <a:off x="12487245" y="10129712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REDACTED_00049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2832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89">
            <a:extLst>
              <a:ext uri="{FF2B5EF4-FFF2-40B4-BE49-F238E27FC236}">
                <a16:creationId xmlns:a16="http://schemas.microsoft.com/office/drawing/2014/main" id="{777EF833-58B1-C83B-0576-11D2A38059B2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18679" b="-18679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1" name="Shape 13">
            <a:extLst>
              <a:ext uri="{FF2B5EF4-FFF2-40B4-BE49-F238E27FC236}">
                <a16:creationId xmlns:a16="http://schemas.microsoft.com/office/drawing/2014/main" id="{D40F6CCC-7CC6-B41B-2EB0-F761689CEA70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5" name="Shape 13">
            <a:extLst>
              <a:ext uri="{FF2B5EF4-FFF2-40B4-BE49-F238E27FC236}">
                <a16:creationId xmlns:a16="http://schemas.microsoft.com/office/drawing/2014/main" id="{4924A8F9-507A-FD0A-3CDE-32CDACD0C4BF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5" name="Shape 229">
            <a:extLst>
              <a:ext uri="{FF2B5EF4-FFF2-40B4-BE49-F238E27FC236}">
                <a16:creationId xmlns:a16="http://schemas.microsoft.com/office/drawing/2014/main" id="{B0921479-2195-4FE1-7415-AC67C25C1C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1" name="Shape 46">
            <a:extLst>
              <a:ext uri="{FF2B5EF4-FFF2-40B4-BE49-F238E27FC236}">
                <a16:creationId xmlns:a16="http://schemas.microsoft.com/office/drawing/2014/main" id="{EFB1B597-3A4A-73AA-97AC-39B53B3A799E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B0D617AC-2907-6138-4702-3194C181DAD4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8" name="Shape 105">
            <a:extLst>
              <a:ext uri="{FF2B5EF4-FFF2-40B4-BE49-F238E27FC236}">
                <a16:creationId xmlns:a16="http://schemas.microsoft.com/office/drawing/2014/main" id="{0F4615BD-BBA8-8270-26A3-5A838E5012C9}"/>
              </a:ext>
            </a:extLst>
          </p:cNvPr>
          <p:cNvSpPr>
            <a:spLocks/>
          </p:cNvSpPr>
          <p:nvPr/>
        </p:nvSpPr>
        <p:spPr>
          <a:xfrm>
            <a:off x="0" y="4359599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1" name="Shape 46">
            <a:extLst>
              <a:ext uri="{FF2B5EF4-FFF2-40B4-BE49-F238E27FC236}">
                <a16:creationId xmlns:a16="http://schemas.microsoft.com/office/drawing/2014/main" id="{CE9214C4-7CBE-0F47-D40B-CF4BBFA6665A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8" name="Shape 46">
            <a:extLst>
              <a:ext uri="{FF2B5EF4-FFF2-40B4-BE49-F238E27FC236}">
                <a16:creationId xmlns:a16="http://schemas.microsoft.com/office/drawing/2014/main" id="{61FA7763-1EB1-BA74-32F1-39364A18FADE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D178034-8403-4D46-0D49-97295FB644EF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50800" dist="381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Text 2">
            <a:extLst>
              <a:ext uri="{FF2B5EF4-FFF2-40B4-BE49-F238E27FC236}">
                <a16:creationId xmlns:a16="http://schemas.microsoft.com/office/drawing/2014/main" id="{048AE197-94E3-DEFE-50A5-68AB22AAF46B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Inter"/>
              </a:rPr>
              <a:t>REDACTED_00232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5CEC78C-FBE1-3E2F-488B-BA13527615E7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4A1B87F-A38A-CC58-D34F-5BE705DEB3C9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r>
                <a:rPr lang="en-US" sz="1400" b="1">
                  <a:solidFill>
                    <a:srgbClr val="FFFFFF"/>
                  </a:solidFill>
                </a:rPr>
                <a:t>REDACTED_00233</a:t>
              </a:r>
              <a:endParaRPr lang="en-US" sz="1400"/>
            </a:p>
          </p:txBody>
        </p:sp>
        <p:sp>
          <p:nvSpPr>
            <p:cNvPr id="100" name="Text 4">
              <a:extLst>
                <a:ext uri="{FF2B5EF4-FFF2-40B4-BE49-F238E27FC236}">
                  <a16:creationId xmlns:a16="http://schemas.microsoft.com/office/drawing/2014/main" id="{E02B2A01-CA35-EAD9-9515-C9157AB7837E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rgbClr val="93DCDC"/>
                  </a:solidFill>
                </a:rPr>
                <a:t>REDACTED_00234</a:t>
              </a:r>
              <a:endParaRPr lang="en-US" sz="700"/>
            </a:p>
          </p:txBody>
        </p:sp>
      </p:grpSp>
      <p:sp>
        <p:nvSpPr>
          <p:cNvPr id="101" name="Shape 5">
            <a:extLst>
              <a:ext uri="{FF2B5EF4-FFF2-40B4-BE49-F238E27FC236}">
                <a16:creationId xmlns:a16="http://schemas.microsoft.com/office/drawing/2014/main" id="{0B3C419C-DD12-C88E-0065-D6B0DAAD0975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rgbClr val="003C23"/>
          </a:solidFill>
          <a:ln w="1905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2" name="Text 6">
            <a:extLst>
              <a:ext uri="{FF2B5EF4-FFF2-40B4-BE49-F238E27FC236}">
                <a16:creationId xmlns:a16="http://schemas.microsoft.com/office/drawing/2014/main" id="{FA820C4D-BD81-4DD5-86AB-2043073BC148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3DCDC"/>
                </a:solidFill>
              </a:rPr>
              <a:t>REDACTED_00235</a:t>
            </a:r>
            <a:endParaRPr lang="en-US" sz="900"/>
          </a:p>
        </p:txBody>
      </p:sp>
      <p:sp>
        <p:nvSpPr>
          <p:cNvPr id="103" name="Shape 7">
            <a:extLst>
              <a:ext uri="{FF2B5EF4-FFF2-40B4-BE49-F238E27FC236}">
                <a16:creationId xmlns:a16="http://schemas.microsoft.com/office/drawing/2014/main" id="{CE700915-F7FD-2F0E-7592-0C98809588D1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4" name="Text 8">
            <a:extLst>
              <a:ext uri="{FF2B5EF4-FFF2-40B4-BE49-F238E27FC236}">
                <a16:creationId xmlns:a16="http://schemas.microsoft.com/office/drawing/2014/main" id="{3B0127D4-01DD-9440-C7C3-FACB7930B065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bg2"/>
                </a:solidFill>
              </a:rPr>
              <a:t>REDACTED_00156</a:t>
            </a:r>
          </a:p>
        </p:txBody>
      </p:sp>
      <p:sp>
        <p:nvSpPr>
          <p:cNvPr id="84" name="Shape 10">
            <a:extLst>
              <a:ext uri="{FF2B5EF4-FFF2-40B4-BE49-F238E27FC236}">
                <a16:creationId xmlns:a16="http://schemas.microsoft.com/office/drawing/2014/main" id="{DD74D299-045E-36FA-4AA2-FDAA67564734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35A75B68-65F4-7B6D-BE0E-E0A388C6AE8B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90" name="Text 12">
            <a:extLst>
              <a:ext uri="{FF2B5EF4-FFF2-40B4-BE49-F238E27FC236}">
                <a16:creationId xmlns:a16="http://schemas.microsoft.com/office/drawing/2014/main" id="{2246E881-44CA-1076-5BB1-64BA278FB391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REDACTED_00236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REDACTED_00237</a:t>
            </a:r>
          </a:p>
        </p:txBody>
      </p:sp>
      <p:grpSp>
        <p:nvGrpSpPr>
          <p:cNvPr id="246" name="Group 245"/>
          <p:cNvGrpSpPr/>
          <p:nvPr/>
        </p:nvGrpSpPr>
        <p:grpSpPr>
          <a:xfrm>
            <a:off x="9770789" y="1533598"/>
            <a:ext cx="2333207" cy="635929"/>
            <a:chOff x="10112273" y="2891965"/>
            <a:chExt cx="1920240" cy="580548"/>
          </a:xfrm>
        </p:grpSpPr>
        <p:sp>
          <p:nvSpPr>
            <p:cNvPr id="250" name="Shape 248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8" name="Text 246a"/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REDACTED_00238</a:t>
              </a:r>
            </a:p>
          </p:txBody>
        </p:sp>
        <p:sp>
          <p:nvSpPr>
            <p:cNvPr id="252" name="Text 250a"/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REDACTED_00239</a:t>
              </a:r>
            </a:p>
          </p:txBody>
        </p:sp>
        <p:sp>
          <p:nvSpPr>
            <p:cNvPr id="251" name="Shape 249"/>
            <p:cNvSpPr/>
            <p:nvPr/>
          </p:nvSpPr>
          <p:spPr>
            <a:xfrm>
              <a:off x="10198302" y="3237891"/>
              <a:ext cx="1093279" cy="64008"/>
            </a:xfrm>
            <a:prstGeom prst="rect">
              <a:avLst/>
            </a:prstGeom>
            <a:solidFill>
              <a:srgbClr val="003C23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3" name="Shape 251a"/>
            <p:cNvSpPr/>
            <p:nvPr/>
          </p:nvSpPr>
          <p:spPr>
            <a:xfrm>
              <a:off x="11306628" y="3237891"/>
              <a:ext cx="388129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5" name="Text 253a"/>
            <p:cNvSpPr/>
            <p:nvPr/>
          </p:nvSpPr>
          <p:spPr>
            <a:xfrm>
              <a:off x="11700022" y="3289633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003C23"/>
                  </a:solidFill>
                  <a:latin typeface="Calibri"/>
                </a:rPr>
                <a:t>REDACTED_00240</a:t>
              </a:r>
            </a:p>
          </p:txBody>
        </p:sp>
      </p:grpSp>
      <p:sp>
        <p:nvSpPr>
          <p:cNvPr id="144" name="Shape 130">
            <a:extLst>
              <a:ext uri="{FF2B5EF4-FFF2-40B4-BE49-F238E27FC236}">
                <a16:creationId xmlns:a16="http://schemas.microsoft.com/office/drawing/2014/main" id="{8D60C224-D84D-86EC-7C55-AE8965B01334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A6C20C52-81D0-4B53-BA8A-4434F5A84B81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2" name="Picture 151" descr="A black and blue logo  AI-generated content may be incorrect.">
            <a:extLst>
              <a:ext uri="{FF2B5EF4-FFF2-40B4-BE49-F238E27FC236}">
                <a16:creationId xmlns:a16="http://schemas.microsoft.com/office/drawing/2014/main" id="{9EC246D0-870B-E520-0988-5C0C7C3F5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57" name="Text 211a">
            <a:extLst>
              <a:ext uri="{FF2B5EF4-FFF2-40B4-BE49-F238E27FC236}">
                <a16:creationId xmlns:a16="http://schemas.microsoft.com/office/drawing/2014/main" id="{4222B857-B169-7465-8EFB-0F4C126EBEE0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59" name="Text 213a">
            <a:extLst>
              <a:ext uri="{FF2B5EF4-FFF2-40B4-BE49-F238E27FC236}">
                <a16:creationId xmlns:a16="http://schemas.microsoft.com/office/drawing/2014/main" id="{3AC494B2-03F3-B6EE-7490-77087AAF90C2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1" name="Text 218a">
            <a:extLst>
              <a:ext uri="{FF2B5EF4-FFF2-40B4-BE49-F238E27FC236}">
                <a16:creationId xmlns:a16="http://schemas.microsoft.com/office/drawing/2014/main" id="{A0FCA9A8-9780-5FDB-F989-9FD204F108A9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3" name="Shape 229">
            <a:extLst>
              <a:ext uri="{FF2B5EF4-FFF2-40B4-BE49-F238E27FC236}">
                <a16:creationId xmlns:a16="http://schemas.microsoft.com/office/drawing/2014/main" id="{54FFB559-3FF8-63E0-A673-09F6C370EF15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REDACTED_00241</a:t>
            </a: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0D1B56AF-DEDF-CBD2-91A7-3313DF641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651" y="6208978"/>
            <a:ext cx="1852551" cy="814115"/>
          </a:xfrm>
          <a:prstGeom prst="rect">
            <a:avLst/>
          </a:prstGeom>
          <a:noFill/>
        </p:spPr>
      </p:pic>
      <p:sp>
        <p:nvSpPr>
          <p:cNvPr id="174" name="Shape 10">
            <a:extLst>
              <a:ext uri="{FF2B5EF4-FFF2-40B4-BE49-F238E27FC236}">
                <a16:creationId xmlns:a16="http://schemas.microsoft.com/office/drawing/2014/main" id="{952CC175-5B55-C3FC-1829-745380C43BF1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7" name="Text 31">
            <a:extLst>
              <a:ext uri="{FF2B5EF4-FFF2-40B4-BE49-F238E27FC236}">
                <a16:creationId xmlns:a16="http://schemas.microsoft.com/office/drawing/2014/main" id="{5B01A835-A07C-9F7F-9971-6209A0C6EA8C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79" name="Shape 32">
            <a:extLst>
              <a:ext uri="{FF2B5EF4-FFF2-40B4-BE49-F238E27FC236}">
                <a16:creationId xmlns:a16="http://schemas.microsoft.com/office/drawing/2014/main" id="{4AD1791E-D6F6-400C-1B3E-E0FB487CD70E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1" name="Text 33">
            <a:extLst>
              <a:ext uri="{FF2B5EF4-FFF2-40B4-BE49-F238E27FC236}">
                <a16:creationId xmlns:a16="http://schemas.microsoft.com/office/drawing/2014/main" id="{C6057C57-DF00-59BB-4CB9-D882E394B4E0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REDACTED_00242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183" name="Text 33">
            <a:extLst>
              <a:ext uri="{FF2B5EF4-FFF2-40B4-BE49-F238E27FC236}">
                <a16:creationId xmlns:a16="http://schemas.microsoft.com/office/drawing/2014/main" id="{586560F5-B034-A621-2058-BCE42E51EC9F}"/>
              </a:ext>
            </a:extLst>
          </p:cNvPr>
          <p:cNvSpPr/>
          <p:nvPr/>
        </p:nvSpPr>
        <p:spPr>
          <a:xfrm>
            <a:off x="180001" y="2760871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REDACTED_00243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REDACTED_00244</a:t>
            </a:r>
            <a:endParaRPr lang="en-US" sz="800"/>
          </a:p>
        </p:txBody>
      </p:sp>
      <p:sp>
        <p:nvSpPr>
          <p:cNvPr id="185" name="Text 31">
            <a:extLst>
              <a:ext uri="{FF2B5EF4-FFF2-40B4-BE49-F238E27FC236}">
                <a16:creationId xmlns:a16="http://schemas.microsoft.com/office/drawing/2014/main" id="{FE8C914A-28CE-FF87-DC98-07A25833267E}"/>
              </a:ext>
            </a:extLst>
          </p:cNvPr>
          <p:cNvSpPr/>
          <p:nvPr/>
        </p:nvSpPr>
        <p:spPr>
          <a:xfrm>
            <a:off x="180000" y="2593618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87" name="Shape 32">
            <a:extLst>
              <a:ext uri="{FF2B5EF4-FFF2-40B4-BE49-F238E27FC236}">
                <a16:creationId xmlns:a16="http://schemas.microsoft.com/office/drawing/2014/main" id="{A89EAC5B-8643-66C7-97B7-85FE17A7621D}"/>
              </a:ext>
            </a:extLst>
          </p:cNvPr>
          <p:cNvSpPr/>
          <p:nvPr/>
        </p:nvSpPr>
        <p:spPr>
          <a:xfrm>
            <a:off x="144000" y="2712490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9" name="Shape 10">
            <a:extLst>
              <a:ext uri="{FF2B5EF4-FFF2-40B4-BE49-F238E27FC236}">
                <a16:creationId xmlns:a16="http://schemas.microsoft.com/office/drawing/2014/main" id="{DECCE467-4ED3-B4B9-704A-E592AE8D4EF9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3" name="Shape 16">
            <a:extLst>
              <a:ext uri="{FF2B5EF4-FFF2-40B4-BE49-F238E27FC236}">
                <a16:creationId xmlns:a16="http://schemas.microsoft.com/office/drawing/2014/main" id="{90DDFC83-2E4C-F3CD-5A31-C9C1AFF9CCB5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850" b="1">
                <a:solidFill>
                  <a:srgbClr val="003C23"/>
                </a:solidFill>
              </a:rPr>
              <a:t>REDACTED_00245</a:t>
            </a:r>
            <a:endParaRPr lang="en-US" sz="850"/>
          </a:p>
        </p:txBody>
      </p:sp>
      <p:sp>
        <p:nvSpPr>
          <p:cNvPr id="195" name="Shape 16">
            <a:extLst>
              <a:ext uri="{FF2B5EF4-FFF2-40B4-BE49-F238E27FC236}">
                <a16:creationId xmlns:a16="http://schemas.microsoft.com/office/drawing/2014/main" id="{840B520B-C644-7781-B0C7-691BD36B1E65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REDACTED_00245</a:t>
            </a:r>
          </a:p>
        </p:txBody>
      </p:sp>
      <p:sp>
        <p:nvSpPr>
          <p:cNvPr id="197" name="Shape 16">
            <a:extLst>
              <a:ext uri="{FF2B5EF4-FFF2-40B4-BE49-F238E27FC236}">
                <a16:creationId xmlns:a16="http://schemas.microsoft.com/office/drawing/2014/main" id="{305A07BB-4355-F947-B4F2-F39CF1B55FDB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REDACTED_00246</a:t>
            </a:r>
          </a:p>
        </p:txBody>
      </p:sp>
      <p:sp>
        <p:nvSpPr>
          <p:cNvPr id="199" name="Shape 16">
            <a:extLst>
              <a:ext uri="{FF2B5EF4-FFF2-40B4-BE49-F238E27FC236}">
                <a16:creationId xmlns:a16="http://schemas.microsoft.com/office/drawing/2014/main" id="{4D079737-43CE-1E85-2349-FAC3348F7850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bg2"/>
                </a:solidFill>
              </a:rPr>
              <a:t>REDACTED_00247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415E4317-BBE1-9659-88B4-C58649CBFD7E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REDACTED_00078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E3706D54-8613-922F-D7DF-2E61F41C737C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REDACTED_00079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AD9504E-8FC0-28D3-36BC-427D04A18172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REDACTED_00080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0DF780AB-35B0-1996-C50E-84B61FF3D65B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REDACTED_00081</a:t>
            </a: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8E1EF2FC-B14B-834D-97A7-9FDEFBBABC18}"/>
              </a:ext>
            </a:extLst>
          </p:cNvPr>
          <p:cNvGrpSpPr/>
          <p:nvPr/>
        </p:nvGrpSpPr>
        <p:grpSpPr>
          <a:xfrm>
            <a:off x="3717780" y="1742945"/>
            <a:ext cx="3065147" cy="330976"/>
            <a:chOff x="3828681" y="1704593"/>
            <a:chExt cx="7721343" cy="433878"/>
          </a:xfrm>
        </p:grpSpPr>
        <p:sp>
          <p:nvSpPr>
            <p:cNvPr id="225" name="Shape 37">
              <a:extLst>
                <a:ext uri="{FF2B5EF4-FFF2-40B4-BE49-F238E27FC236}">
                  <a16:creationId xmlns:a16="http://schemas.microsoft.com/office/drawing/2014/main" id="{DB5C567E-7DBD-5065-3406-0D5DEA30C07B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6" name="Shape 38">
              <a:extLst>
                <a:ext uri="{FF2B5EF4-FFF2-40B4-BE49-F238E27FC236}">
                  <a16:creationId xmlns:a16="http://schemas.microsoft.com/office/drawing/2014/main" id="{F62A81C5-E757-3E6C-A7A0-A7B3731A6AC1}"/>
                </a:ext>
              </a:extLst>
            </p:cNvPr>
            <p:cNvSpPr/>
            <p:nvPr/>
          </p:nvSpPr>
          <p:spPr>
            <a:xfrm>
              <a:off x="3828681" y="1712901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7" name="Text 39">
              <a:extLst>
                <a:ext uri="{FF2B5EF4-FFF2-40B4-BE49-F238E27FC236}">
                  <a16:creationId xmlns:a16="http://schemas.microsoft.com/office/drawing/2014/main" id="{8FBBFC98-E832-874D-C521-DD1406B781EF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REDACTED_00248</a:t>
              </a:r>
              <a:endParaRPr lang="en-US" sz="80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30A24C34-8DD8-EC3A-C139-7BCDC4A07A62}"/>
              </a:ext>
            </a:extLst>
          </p:cNvPr>
          <p:cNvGrpSpPr/>
          <p:nvPr/>
        </p:nvGrpSpPr>
        <p:grpSpPr>
          <a:xfrm>
            <a:off x="3717780" y="2107611"/>
            <a:ext cx="3065147" cy="330976"/>
            <a:chOff x="3828681" y="1704593"/>
            <a:chExt cx="7721343" cy="433878"/>
          </a:xfrm>
        </p:grpSpPr>
        <p:sp>
          <p:nvSpPr>
            <p:cNvPr id="229" name="Shape 37">
              <a:extLst>
                <a:ext uri="{FF2B5EF4-FFF2-40B4-BE49-F238E27FC236}">
                  <a16:creationId xmlns:a16="http://schemas.microsoft.com/office/drawing/2014/main" id="{0A7D6841-690B-F272-8A3C-C3C0B0F14B8C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0" name="Shape 38">
              <a:extLst>
                <a:ext uri="{FF2B5EF4-FFF2-40B4-BE49-F238E27FC236}">
                  <a16:creationId xmlns:a16="http://schemas.microsoft.com/office/drawing/2014/main" id="{3E101AE1-EEF4-E282-FB26-73A799456ACC}"/>
                </a:ext>
              </a:extLst>
            </p:cNvPr>
            <p:cNvSpPr/>
            <p:nvPr/>
          </p:nvSpPr>
          <p:spPr>
            <a:xfrm>
              <a:off x="3828681" y="1712901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1" name="Text 39">
              <a:extLst>
                <a:ext uri="{FF2B5EF4-FFF2-40B4-BE49-F238E27FC236}">
                  <a16:creationId xmlns:a16="http://schemas.microsoft.com/office/drawing/2014/main" id="{F7189680-05D4-3FBB-138A-F51C062AFB38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REDACTED_00249</a:t>
              </a:r>
              <a:endParaRPr lang="en-US" sz="800"/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930E1C59-B75C-1ACF-95E0-2EC8AB039C1D}"/>
              </a:ext>
            </a:extLst>
          </p:cNvPr>
          <p:cNvGrpSpPr/>
          <p:nvPr/>
        </p:nvGrpSpPr>
        <p:grpSpPr>
          <a:xfrm>
            <a:off x="3717780" y="2472282"/>
            <a:ext cx="3065147" cy="336563"/>
            <a:chOff x="3828681" y="1696973"/>
            <a:chExt cx="7721343" cy="449116"/>
          </a:xfrm>
        </p:grpSpPr>
        <p:sp>
          <p:nvSpPr>
            <p:cNvPr id="233" name="Shape 37">
              <a:extLst>
                <a:ext uri="{FF2B5EF4-FFF2-40B4-BE49-F238E27FC236}">
                  <a16:creationId xmlns:a16="http://schemas.microsoft.com/office/drawing/2014/main" id="{EE2E229E-2D68-B729-0835-49F40A81BEFF}"/>
                </a:ext>
              </a:extLst>
            </p:cNvPr>
            <p:cNvSpPr/>
            <p:nvPr/>
          </p:nvSpPr>
          <p:spPr>
            <a:xfrm>
              <a:off x="3828684" y="1713737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4" name="Shape 38">
              <a:extLst>
                <a:ext uri="{FF2B5EF4-FFF2-40B4-BE49-F238E27FC236}">
                  <a16:creationId xmlns:a16="http://schemas.microsoft.com/office/drawing/2014/main" id="{BE5D80CB-35A4-7A79-E1F6-666A57387C8B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5" name="Text 39">
              <a:extLst>
                <a:ext uri="{FF2B5EF4-FFF2-40B4-BE49-F238E27FC236}">
                  <a16:creationId xmlns:a16="http://schemas.microsoft.com/office/drawing/2014/main" id="{4E91CFB6-A784-92BF-C8F4-CC81A9713E87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REDACTED_00250</a:t>
              </a:r>
              <a:endParaRPr lang="en-US" sz="800"/>
            </a:p>
          </p:txBody>
        </p:sp>
      </p:grpSp>
      <p:sp>
        <p:nvSpPr>
          <p:cNvPr id="236" name="Shape 229">
            <a:extLst>
              <a:ext uri="{FF2B5EF4-FFF2-40B4-BE49-F238E27FC236}">
                <a16:creationId xmlns:a16="http://schemas.microsoft.com/office/drawing/2014/main" id="{DC01C94A-0DCA-740A-FC55-5AA9A92C85AA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REDACTED_00082</a:t>
            </a:r>
          </a:p>
        </p:txBody>
      </p:sp>
      <p:sp>
        <p:nvSpPr>
          <p:cNvPr id="267" name="Text 35">
            <a:extLst>
              <a:ext uri="{FF2B5EF4-FFF2-40B4-BE49-F238E27FC236}">
                <a16:creationId xmlns:a16="http://schemas.microsoft.com/office/drawing/2014/main" id="{9CE111A0-25EA-C095-A8E9-8EE4C22683FC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69" name="Shape 36">
            <a:extLst>
              <a:ext uri="{FF2B5EF4-FFF2-40B4-BE49-F238E27FC236}">
                <a16:creationId xmlns:a16="http://schemas.microsoft.com/office/drawing/2014/main" id="{A23296C2-242D-E292-A89B-518A7976B0C1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1" name="Shape 36">
            <a:extLst>
              <a:ext uri="{FF2B5EF4-FFF2-40B4-BE49-F238E27FC236}">
                <a16:creationId xmlns:a16="http://schemas.microsoft.com/office/drawing/2014/main" id="{7F08ECAB-A96A-D1AC-1FF4-765E74AF8074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3" name="Text 35">
            <a:extLst>
              <a:ext uri="{FF2B5EF4-FFF2-40B4-BE49-F238E27FC236}">
                <a16:creationId xmlns:a16="http://schemas.microsoft.com/office/drawing/2014/main" id="{76C3CECF-B177-38DA-C9F4-61A6DD9F9A6C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031AB5-EFE5-08A8-EA29-AADFAFCE14D8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003C23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REDACTED_00251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REDACTED_00252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REDACTED_00253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2F25B3-38A7-B0C7-04B8-036B47EB0374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REDACTED_00254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REDACTED_00255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REDACTED_00256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REDACTED_00257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32">
            <a:extLst>
              <a:ext uri="{FF2B5EF4-FFF2-40B4-BE49-F238E27FC236}">
                <a16:creationId xmlns:a16="http://schemas.microsoft.com/office/drawing/2014/main" id="{1832181B-6785-4AFE-52E8-2F25975C6F9A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35">
            <a:extLst>
              <a:ext uri="{FF2B5EF4-FFF2-40B4-BE49-F238E27FC236}">
                <a16:creationId xmlns:a16="http://schemas.microsoft.com/office/drawing/2014/main" id="{76FD14A3-67D7-82A7-7B7E-57DADD938159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6" name="Shape 36">
            <a:extLst>
              <a:ext uri="{FF2B5EF4-FFF2-40B4-BE49-F238E27FC236}">
                <a16:creationId xmlns:a16="http://schemas.microsoft.com/office/drawing/2014/main" id="{F1357258-1BF6-C32A-9AA8-2AAA7D4F1B9B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35">
            <a:extLst>
              <a:ext uri="{FF2B5EF4-FFF2-40B4-BE49-F238E27FC236}">
                <a16:creationId xmlns:a16="http://schemas.microsoft.com/office/drawing/2014/main" id="{27E54DAD-F9E6-5CFB-8F11-EB7F6732AFC6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10" name="Shape 36">
            <a:extLst>
              <a:ext uri="{FF2B5EF4-FFF2-40B4-BE49-F238E27FC236}">
                <a16:creationId xmlns:a16="http://schemas.microsoft.com/office/drawing/2014/main" id="{827FF8B2-CEA6-1E38-1F83-6F8354494D96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36">
            <a:extLst>
              <a:ext uri="{FF2B5EF4-FFF2-40B4-BE49-F238E27FC236}">
                <a16:creationId xmlns:a16="http://schemas.microsoft.com/office/drawing/2014/main" id="{8C54F8A5-CDD2-B5F9-825E-A0F0665F83A9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36">
            <a:extLst>
              <a:ext uri="{FF2B5EF4-FFF2-40B4-BE49-F238E27FC236}">
                <a16:creationId xmlns:a16="http://schemas.microsoft.com/office/drawing/2014/main" id="{7CBBEB2C-0CF4-181B-2D86-5B3609E1300C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D257EF1-1570-7B16-72BC-8B85515B6DD6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14" name="PersonIcon">
              <a:extLst>
                <a:ext uri="{FF2B5EF4-FFF2-40B4-BE49-F238E27FC236}">
                  <a16:creationId xmlns:a16="http://schemas.microsoft.com/office/drawing/2014/main" id="{5F1EB5AF-A1FA-7D0B-3FCF-B5CD915E9440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 107">
              <a:extLst>
                <a:ext uri="{FF2B5EF4-FFF2-40B4-BE49-F238E27FC236}">
                  <a16:creationId xmlns:a16="http://schemas.microsoft.com/office/drawing/2014/main" id="{BA9ACEBE-7189-17B5-971F-3D24F0A578DE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6" name="Text 108">
              <a:extLst>
                <a:ext uri="{FF2B5EF4-FFF2-40B4-BE49-F238E27FC236}">
                  <a16:creationId xmlns:a16="http://schemas.microsoft.com/office/drawing/2014/main" id="{1035B66A-C4C7-FC75-94A2-45CCD5A1996D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REDACTED_00004</a:t>
              </a:r>
              <a:endParaRPr lang="en-US" sz="80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082B86E-088E-8A6A-8AFC-689AB3E7F3AA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18" name="BuildingIcon">
              <a:extLst>
                <a:ext uri="{FF2B5EF4-FFF2-40B4-BE49-F238E27FC236}">
                  <a16:creationId xmlns:a16="http://schemas.microsoft.com/office/drawing/2014/main" id="{B319358A-D9CA-669B-02A3-6B2128109728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Text 109">
              <a:extLst>
                <a:ext uri="{FF2B5EF4-FFF2-40B4-BE49-F238E27FC236}">
                  <a16:creationId xmlns:a16="http://schemas.microsoft.com/office/drawing/2014/main" id="{EEF4B20E-E886-18D2-75D5-6BA6977185F6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20" name="Text 110">
              <a:extLst>
                <a:ext uri="{FF2B5EF4-FFF2-40B4-BE49-F238E27FC236}">
                  <a16:creationId xmlns:a16="http://schemas.microsoft.com/office/drawing/2014/main" id="{C04C2EDB-A4A0-563A-7F10-5E326DDA5D8C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REDACTED_00136</a:t>
              </a:r>
              <a:endParaRPr lang="en-US" sz="80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BF5894F-B61E-7C07-8EEF-EA5914D94570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22" name="GradCapIcon">
              <a:extLst>
                <a:ext uri="{FF2B5EF4-FFF2-40B4-BE49-F238E27FC236}">
                  <a16:creationId xmlns:a16="http://schemas.microsoft.com/office/drawing/2014/main" id="{FA2E5489-8DFD-AB43-27E9-11768B4FEAEE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 111">
              <a:extLst>
                <a:ext uri="{FF2B5EF4-FFF2-40B4-BE49-F238E27FC236}">
                  <a16:creationId xmlns:a16="http://schemas.microsoft.com/office/drawing/2014/main" id="{E4C6280A-3A1F-90D4-6890-5EE02713A57B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24" name="Text 112">
              <a:extLst>
                <a:ext uri="{FF2B5EF4-FFF2-40B4-BE49-F238E27FC236}">
                  <a16:creationId xmlns:a16="http://schemas.microsoft.com/office/drawing/2014/main" id="{CB4EBECF-00F1-BF5F-53A0-1480B96B4757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REDACTED_00258</a:t>
              </a:r>
              <a:endParaRPr lang="en-US" sz="80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F9131EF-ABEA-60FD-4864-7519D5B007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19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0A6586-407D-D29C-7A46-72F9889C2D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800" y="4413600"/>
            <a:ext cx="1315738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19000"/>
              </a:prst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B58F7D8-2C24-A218-3DC7-FD1364F718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6000" y="4413600"/>
            <a:ext cx="1485671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19000"/>
              </a:prst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556AB56-D901-3E6E-A956-2E0362291E8A}"/>
              </a:ext>
            </a:extLst>
          </p:cNvPr>
          <p:cNvSpPr txBox="1"/>
          <p:nvPr/>
        </p:nvSpPr>
        <p:spPr>
          <a:xfrm>
            <a:off x="2088000" y="4636261"/>
            <a:ext cx="3266425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47625" marR="0" lvl="0" indent="-47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REDACTED_00259</a:t>
            </a:r>
          </a:p>
          <a:p>
            <a:pPr marL="47625" marR="0" lvl="0" indent="-47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REDACTED_00260</a:t>
            </a:r>
            <a:r>
              <a:rPr lang="en-US" sz="800" err="1">
                <a:solidFill>
                  <a:srgbClr val="444444"/>
                </a:solidFill>
                <a:latin typeface="Calibri" panose="020F0502020204030204"/>
              </a:rPr>
              <a:t>REDACTED_00261</a:t>
            </a: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REDACTED_00262</a:t>
            </a:r>
          </a:p>
          <a:p>
            <a:pPr marL="47625" marR="0" lvl="0" indent="-47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REDACTED_00263</a:t>
            </a: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D48A841-00CA-A79C-A1AF-34835E62F483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003C23"/>
                </a:solidFill>
              </a:rPr>
              <a:t>REDACTED_00038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A9574B-383A-5428-BAD0-0FF15A14FA54}"/>
              </a:ext>
            </a:extLst>
          </p:cNvPr>
          <p:cNvGrpSpPr/>
          <p:nvPr/>
        </p:nvGrpSpPr>
        <p:grpSpPr>
          <a:xfrm>
            <a:off x="9986400" y="2847600"/>
            <a:ext cx="2222197" cy="3087520"/>
            <a:chOff x="11866206" y="7800394"/>
            <a:chExt cx="2222197" cy="3087520"/>
          </a:xfrm>
        </p:grpSpPr>
        <p:sp>
          <p:nvSpPr>
            <p:cNvPr id="25" name="Text 11">
              <a:extLst>
                <a:ext uri="{FF2B5EF4-FFF2-40B4-BE49-F238E27FC236}">
                  <a16:creationId xmlns:a16="http://schemas.microsoft.com/office/drawing/2014/main" id="{D65E63D0-113A-83C0-F593-18A19CE9F5CD}"/>
                </a:ext>
              </a:extLst>
            </p:cNvPr>
            <p:cNvSpPr>
              <a:spLocks/>
            </p:cNvSpPr>
            <p:nvPr/>
          </p:nvSpPr>
          <p:spPr>
            <a:xfrm>
              <a:off x="12487244" y="788301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444444"/>
                  </a:solidFill>
                </a:rPr>
                <a:t>REDACTED_00039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REDACTED_00264</a:t>
              </a:r>
            </a:p>
          </p:txBody>
        </p:sp>
        <p:sp>
          <p:nvSpPr>
            <p:cNvPr id="26" name="Text 12">
              <a:extLst>
                <a:ext uri="{FF2B5EF4-FFF2-40B4-BE49-F238E27FC236}">
                  <a16:creationId xmlns:a16="http://schemas.microsoft.com/office/drawing/2014/main" id="{7507E826-5FA8-6E9C-D394-36DF2AE30008}"/>
                </a:ext>
              </a:extLst>
            </p:cNvPr>
            <p:cNvSpPr>
              <a:spLocks/>
            </p:cNvSpPr>
            <p:nvPr/>
          </p:nvSpPr>
          <p:spPr>
            <a:xfrm>
              <a:off x="12487244" y="7926956"/>
              <a:ext cx="1601159" cy="1322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650">
                <a:solidFill>
                  <a:srgbClr val="444444"/>
                </a:solidFill>
              </a:endParaRPr>
            </a:p>
          </p:txBody>
        </p:sp>
        <p:sp>
          <p:nvSpPr>
            <p:cNvPr id="27" name="Text 15">
              <a:extLst>
                <a:ext uri="{FF2B5EF4-FFF2-40B4-BE49-F238E27FC236}">
                  <a16:creationId xmlns:a16="http://schemas.microsoft.com/office/drawing/2014/main" id="{F4ADF5A1-45CD-0E24-64BA-350F7D648731}"/>
                </a:ext>
              </a:extLst>
            </p:cNvPr>
            <p:cNvSpPr>
              <a:spLocks/>
            </p:cNvSpPr>
            <p:nvPr/>
          </p:nvSpPr>
          <p:spPr>
            <a:xfrm>
              <a:off x="12487244" y="8276419"/>
              <a:ext cx="1440000" cy="2910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REDACTED_00083</a:t>
              </a:r>
            </a:p>
          </p:txBody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81F74778-A640-C859-FAC0-12F3378D442C}"/>
                </a:ext>
              </a:extLst>
            </p:cNvPr>
            <p:cNvSpPr>
              <a:spLocks/>
            </p:cNvSpPr>
            <p:nvPr/>
          </p:nvSpPr>
          <p:spPr>
            <a:xfrm>
              <a:off x="12487245" y="8802118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REDACTED_00084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REDACTED_00265</a:t>
              </a:r>
            </a:p>
          </p:txBody>
        </p:sp>
        <p:sp>
          <p:nvSpPr>
            <p:cNvPr id="31" name="Text 23">
              <a:extLst>
                <a:ext uri="{FF2B5EF4-FFF2-40B4-BE49-F238E27FC236}">
                  <a16:creationId xmlns:a16="http://schemas.microsoft.com/office/drawing/2014/main" id="{6238AB82-07BB-4140-A08A-6E35966E7365}"/>
                </a:ext>
              </a:extLst>
            </p:cNvPr>
            <p:cNvSpPr>
              <a:spLocks/>
            </p:cNvSpPr>
            <p:nvPr/>
          </p:nvSpPr>
          <p:spPr>
            <a:xfrm>
              <a:off x="12487244" y="9264777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 b="1">
                  <a:solidFill>
                    <a:srgbClr val="444444"/>
                  </a:solidFill>
                </a:rPr>
                <a:t>REDACTED_00266</a:t>
              </a:r>
            </a:p>
          </p:txBody>
        </p:sp>
        <p:sp>
          <p:nvSpPr>
            <p:cNvPr id="33" name="Text 28">
              <a:extLst>
                <a:ext uri="{FF2B5EF4-FFF2-40B4-BE49-F238E27FC236}">
                  <a16:creationId xmlns:a16="http://schemas.microsoft.com/office/drawing/2014/main" id="{5196E9A2-50FE-D35F-17F2-684EC95A8EDA}"/>
                </a:ext>
              </a:extLst>
            </p:cNvPr>
            <p:cNvSpPr>
              <a:spLocks/>
            </p:cNvSpPr>
            <p:nvPr/>
          </p:nvSpPr>
          <p:spPr>
            <a:xfrm>
              <a:off x="12487244" y="9670161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REDACTED_00267</a:t>
              </a:r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5EC37DE9-2645-FBBB-E670-8A734EB39E35}"/>
                </a:ext>
              </a:extLst>
            </p:cNvPr>
            <p:cNvSpPr>
              <a:spLocks/>
            </p:cNvSpPr>
            <p:nvPr/>
          </p:nvSpPr>
          <p:spPr>
            <a:xfrm>
              <a:off x="12487244" y="1064653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REDACTED_00058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REDACTED_00268</a:t>
              </a:r>
            </a:p>
          </p:txBody>
        </p:sp>
        <p:sp>
          <p:nvSpPr>
            <p:cNvPr id="35" name="Shape 188">
              <a:extLst>
                <a:ext uri="{FF2B5EF4-FFF2-40B4-BE49-F238E27FC236}">
                  <a16:creationId xmlns:a16="http://schemas.microsoft.com/office/drawing/2014/main" id="{5893922C-6BE4-CF8D-F71A-14034761E5CB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2772000"/>
            </a:xfrm>
            <a:prstGeom prst="roundRect">
              <a:avLst>
                <a:gd name="adj" fmla="val 44444"/>
              </a:avLst>
            </a:prstGeom>
            <a:solidFill>
              <a:schemeClr val="bg2"/>
            </a:solidFill>
            <a:ln w="12700">
              <a:solidFill>
                <a:schemeClr val="bg2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Shape 189">
              <a:extLst>
                <a:ext uri="{FF2B5EF4-FFF2-40B4-BE49-F238E27FC236}">
                  <a16:creationId xmlns:a16="http://schemas.microsoft.com/office/drawing/2014/main" id="{A5BD5F7A-87D5-E222-B7CC-D3A67EA9E901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1332000"/>
            </a:xfrm>
            <a:prstGeom prst="roundRect">
              <a:avLst>
                <a:gd name="adj" fmla="val 44444"/>
              </a:avLst>
            </a:prstGeom>
            <a:solidFill>
              <a:srgbClr val="003C23"/>
            </a:solidFill>
            <a:ln w="1270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Shape 206">
              <a:extLst>
                <a:ext uri="{FF2B5EF4-FFF2-40B4-BE49-F238E27FC236}">
                  <a16:creationId xmlns:a16="http://schemas.microsoft.com/office/drawing/2014/main" id="{6F208AEE-B121-368F-F33A-0A77FAC84CC7}"/>
                </a:ext>
              </a:extLst>
            </p:cNvPr>
            <p:cNvSpPr>
              <a:spLocks/>
            </p:cNvSpPr>
            <p:nvPr/>
          </p:nvSpPr>
          <p:spPr>
            <a:xfrm>
              <a:off x="11866206" y="9140696"/>
              <a:ext cx="396000" cy="396000"/>
            </a:xfrm>
            <a:prstGeom prst="ellipse">
              <a:avLst/>
            </a:prstGeom>
            <a:solidFill>
              <a:srgbClr val="003C23"/>
            </a:solidFill>
            <a:ln w="1905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64EFB3B-CEB6-C040-2DA9-244A6B6637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7800394"/>
              <a:ext cx="324000" cy="324000"/>
              <a:chOff x="11899058" y="7800394"/>
              <a:chExt cx="324000" cy="324000"/>
            </a:xfrm>
          </p:grpSpPr>
          <p:sp>
            <p:nvSpPr>
              <p:cNvPr id="77" name="Shape 190">
                <a:extLst>
                  <a:ext uri="{FF2B5EF4-FFF2-40B4-BE49-F238E27FC236}">
                    <a16:creationId xmlns:a16="http://schemas.microsoft.com/office/drawing/2014/main" id="{341DC7B7-49C1-1C41-24BB-49A5CE4CD60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78" name="Text 191">
                <a:extLst>
                  <a:ext uri="{FF2B5EF4-FFF2-40B4-BE49-F238E27FC236}">
                    <a16:creationId xmlns:a16="http://schemas.microsoft.com/office/drawing/2014/main" id="{EE96E366-B8EA-FF09-8EE3-D26234892D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2"/>
                    </a:solidFill>
                  </a:rPr>
                  <a:t>REDACTED_00051</a:t>
                </a:r>
                <a:endParaRPr lang="en-US" sz="65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1C251C7-7207-B3E0-5C1E-C3097A38AB0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8259945"/>
              <a:ext cx="324000" cy="324000"/>
              <a:chOff x="11899058" y="8352765"/>
              <a:chExt cx="324000" cy="324000"/>
            </a:xfrm>
          </p:grpSpPr>
          <p:sp>
            <p:nvSpPr>
              <p:cNvPr id="75" name="Shape 193">
                <a:extLst>
                  <a:ext uri="{FF2B5EF4-FFF2-40B4-BE49-F238E27FC236}">
                    <a16:creationId xmlns:a16="http://schemas.microsoft.com/office/drawing/2014/main" id="{4927C88F-BA7D-A304-AD81-323049A96C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8352765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76" name="Text 194">
                <a:extLst>
                  <a:ext uri="{FF2B5EF4-FFF2-40B4-BE49-F238E27FC236}">
                    <a16:creationId xmlns:a16="http://schemas.microsoft.com/office/drawing/2014/main" id="{E3C5E69E-C06B-C377-7276-EC4B7AC5F99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8385498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650" b="1">
                    <a:solidFill>
                      <a:schemeClr val="bg2"/>
                    </a:solidFill>
                  </a:rPr>
                  <a:t>REDACTED_00052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6E835F5-64E4-EE55-BDD1-72BD24EB9FF0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9644814"/>
              <a:ext cx="324000" cy="324000"/>
              <a:chOff x="11899058" y="10018201"/>
              <a:chExt cx="324000" cy="324000"/>
            </a:xfrm>
          </p:grpSpPr>
          <p:sp>
            <p:nvSpPr>
              <p:cNvPr id="73" name="Shape 202">
                <a:extLst>
                  <a:ext uri="{FF2B5EF4-FFF2-40B4-BE49-F238E27FC236}">
                    <a16:creationId xmlns:a16="http://schemas.microsoft.com/office/drawing/2014/main" id="{B7B67AA2-64CC-533B-298A-9EDE50BD18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003C23"/>
                  </a:solidFill>
                </a:endParaRPr>
              </a:p>
            </p:txBody>
          </p:sp>
          <p:sp>
            <p:nvSpPr>
              <p:cNvPr id="74" name="Text 207">
                <a:extLst>
                  <a:ext uri="{FF2B5EF4-FFF2-40B4-BE49-F238E27FC236}">
                    <a16:creationId xmlns:a16="http://schemas.microsoft.com/office/drawing/2014/main" id="{396D1D37-16A1-C1BB-BE95-08C5FCA6379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REDACTED_00055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C3BE274-E732-4E43-D42A-D8B680DA60DC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563914"/>
              <a:ext cx="324000" cy="324000"/>
              <a:chOff x="11899058" y="10563914"/>
              <a:chExt cx="324000" cy="324000"/>
            </a:xfrm>
          </p:grpSpPr>
          <p:sp>
            <p:nvSpPr>
              <p:cNvPr id="71" name="Shape 210">
                <a:extLst>
                  <a:ext uri="{FF2B5EF4-FFF2-40B4-BE49-F238E27FC236}">
                    <a16:creationId xmlns:a16="http://schemas.microsoft.com/office/drawing/2014/main" id="{30471B0B-5275-A34E-2497-B73EAECEF4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563914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" name="Text 211">
                <a:extLst>
                  <a:ext uri="{FF2B5EF4-FFF2-40B4-BE49-F238E27FC236}">
                    <a16:creationId xmlns:a16="http://schemas.microsoft.com/office/drawing/2014/main" id="{75885CA7-F1AF-9AF4-3388-D791C3C9383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581914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REDACTED_00057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D158A94-8D14-AEE9-0DE2-105955BE8C1D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81" y="8727279"/>
              <a:ext cx="328555" cy="781984"/>
              <a:chOff x="11899058" y="9014882"/>
              <a:chExt cx="328555" cy="781984"/>
            </a:xfrm>
          </p:grpSpPr>
          <p:sp>
            <p:nvSpPr>
              <p:cNvPr id="50" name="Shape 202">
                <a:extLst>
                  <a:ext uri="{FF2B5EF4-FFF2-40B4-BE49-F238E27FC236}">
                    <a16:creationId xmlns:a16="http://schemas.microsoft.com/office/drawing/2014/main" id="{7CE4D714-E7EB-FA3F-29BC-532A1EC77D3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03613" y="9014882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48" name="Text 203">
                <a:extLst>
                  <a:ext uri="{FF2B5EF4-FFF2-40B4-BE49-F238E27FC236}">
                    <a16:creationId xmlns:a16="http://schemas.microsoft.com/office/drawing/2014/main" id="{9110B2C2-A32D-14D8-10F2-CB3CB9A83FC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9472866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1"/>
                    </a:solidFill>
                  </a:rPr>
                  <a:t>REDACTED_00054</a:t>
                </a:r>
                <a:endParaRPr lang="en-US" sz="65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F719B30-A758-1CC9-1BDF-6D14B0378E2D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104365"/>
              <a:ext cx="324000" cy="324000"/>
              <a:chOff x="11899058" y="10018201"/>
              <a:chExt cx="324000" cy="324000"/>
            </a:xfrm>
          </p:grpSpPr>
          <p:sp>
            <p:nvSpPr>
              <p:cNvPr id="46" name="Shape 202">
                <a:extLst>
                  <a:ext uri="{FF2B5EF4-FFF2-40B4-BE49-F238E27FC236}">
                    <a16:creationId xmlns:a16="http://schemas.microsoft.com/office/drawing/2014/main" id="{8AA4C30E-767F-03E0-AAF7-C7AEE31D9E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7" name="Text 207">
                <a:extLst>
                  <a:ext uri="{FF2B5EF4-FFF2-40B4-BE49-F238E27FC236}">
                    <a16:creationId xmlns:a16="http://schemas.microsoft.com/office/drawing/2014/main" id="{BB0EDED5-044D-23DD-D9D9-40482AB9484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REDACTED_00056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sp>
          <p:nvSpPr>
            <p:cNvPr id="45" name="Text 28">
              <a:extLst>
                <a:ext uri="{FF2B5EF4-FFF2-40B4-BE49-F238E27FC236}">
                  <a16:creationId xmlns:a16="http://schemas.microsoft.com/office/drawing/2014/main" id="{B4C5E9F5-FB04-7383-F4D5-196A4C40E005}"/>
                </a:ext>
              </a:extLst>
            </p:cNvPr>
            <p:cNvSpPr>
              <a:spLocks/>
            </p:cNvSpPr>
            <p:nvPr/>
          </p:nvSpPr>
          <p:spPr>
            <a:xfrm>
              <a:off x="12487245" y="10129712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REDACTED_00049</a:t>
              </a:r>
            </a:p>
          </p:txBody>
        </p:sp>
        <p:sp>
          <p:nvSpPr>
            <p:cNvPr id="43" name="Text 199">
              <a:extLst>
                <a:ext uri="{FF2B5EF4-FFF2-40B4-BE49-F238E27FC236}">
                  <a16:creationId xmlns:a16="http://schemas.microsoft.com/office/drawing/2014/main" id="{80FD9B80-1CB0-5507-8316-724DE6A1056B}"/>
                </a:ext>
              </a:extLst>
            </p:cNvPr>
            <p:cNvSpPr>
              <a:spLocks/>
            </p:cNvSpPr>
            <p:nvPr/>
          </p:nvSpPr>
          <p:spPr>
            <a:xfrm>
              <a:off x="11913761" y="8738954"/>
              <a:ext cx="28800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chemeClr val="bg2"/>
                  </a:solidFill>
                </a:rPr>
                <a:t>REDACTED_00053</a:t>
              </a:r>
              <a:endParaRPr lang="en-US" sz="650">
                <a:solidFill>
                  <a:schemeClr val="bg2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89">
            <a:extLst>
              <a:ext uri="{FF2B5EF4-FFF2-40B4-BE49-F238E27FC236}">
                <a16:creationId xmlns:a16="http://schemas.microsoft.com/office/drawing/2014/main" id="{3A230FBC-0036-5AB4-111D-DA3110A0C7CA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7948" b="-7948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4" name="Shape 13">
            <a:extLst>
              <a:ext uri="{FF2B5EF4-FFF2-40B4-BE49-F238E27FC236}">
                <a16:creationId xmlns:a16="http://schemas.microsoft.com/office/drawing/2014/main" id="{2797E1D4-3FE6-44B4-F121-45B8A3785AA6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7" name="Shape 13">
            <a:extLst>
              <a:ext uri="{FF2B5EF4-FFF2-40B4-BE49-F238E27FC236}">
                <a16:creationId xmlns:a16="http://schemas.microsoft.com/office/drawing/2014/main" id="{D5E7634F-E506-06F6-A89E-92D60B25F808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4" name="Shape 229">
            <a:extLst>
              <a:ext uri="{FF2B5EF4-FFF2-40B4-BE49-F238E27FC236}">
                <a16:creationId xmlns:a16="http://schemas.microsoft.com/office/drawing/2014/main" id="{42371848-E395-E117-6C07-FD8C703DFE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7" name="Shape 9">
            <a:extLst>
              <a:ext uri="{FF2B5EF4-FFF2-40B4-BE49-F238E27FC236}">
                <a16:creationId xmlns:a16="http://schemas.microsoft.com/office/drawing/2014/main" id="{F58EFD71-C9A3-03B4-CA4C-26C427198582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6" name="Shape 46">
            <a:extLst>
              <a:ext uri="{FF2B5EF4-FFF2-40B4-BE49-F238E27FC236}">
                <a16:creationId xmlns:a16="http://schemas.microsoft.com/office/drawing/2014/main" id="{1B6F4321-28D6-D56A-2E38-894F2122A7B9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1" name="Shape 105">
            <a:extLst>
              <a:ext uri="{FF2B5EF4-FFF2-40B4-BE49-F238E27FC236}">
                <a16:creationId xmlns:a16="http://schemas.microsoft.com/office/drawing/2014/main" id="{02B67385-70CD-0A7B-BC56-CF5BBDA4C5AF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FF7255F-0CF3-F1DF-7343-95BFB140B148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50800" dist="381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2A3FBFEE-1F4C-60FC-62F4-9CF67DB287B9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Inter"/>
              </a:rPr>
              <a:t>REDACTED_00269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2D8A54E-90C6-ED8A-48C0-035B96AB82F5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0C4B210-F5D5-EB0F-387A-7632C7B16BD0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r>
                <a:rPr lang="en-US" sz="1400" b="1">
                  <a:solidFill>
                    <a:srgbClr val="FFFFFF"/>
                  </a:solidFill>
                </a:rPr>
                <a:t>REDACTED_00270</a:t>
              </a:r>
              <a:endParaRPr lang="en-US" sz="1400"/>
            </a:p>
          </p:txBody>
        </p:sp>
        <p:sp>
          <p:nvSpPr>
            <p:cNvPr id="59" name="Text 4">
              <a:extLst>
                <a:ext uri="{FF2B5EF4-FFF2-40B4-BE49-F238E27FC236}">
                  <a16:creationId xmlns:a16="http://schemas.microsoft.com/office/drawing/2014/main" id="{A93C439E-D9BB-CB36-6223-62086CBC3F27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rgbClr val="93DCDC"/>
                  </a:solidFill>
                </a:rPr>
                <a:t>REDACTED_00271</a:t>
              </a:r>
              <a:endParaRPr lang="en-US" sz="700"/>
            </a:p>
          </p:txBody>
        </p:sp>
      </p:grpSp>
      <p:sp>
        <p:nvSpPr>
          <p:cNvPr id="61" name="Shape 5">
            <a:extLst>
              <a:ext uri="{FF2B5EF4-FFF2-40B4-BE49-F238E27FC236}">
                <a16:creationId xmlns:a16="http://schemas.microsoft.com/office/drawing/2014/main" id="{BFCA3B40-91D3-3E03-2EAB-3EAA6412BDD6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rgbClr val="003C23"/>
          </a:solidFill>
          <a:ln w="1905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95D0ADBD-51D1-D95B-22D6-C4773852262C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3DCDC"/>
                </a:solidFill>
              </a:rPr>
              <a:t>REDACTED_00272</a:t>
            </a:r>
            <a:endParaRPr lang="en-US" sz="900"/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92E9E843-0E1A-383E-0CC8-9EEC5331B128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4" name="Text 8">
            <a:extLst>
              <a:ext uri="{FF2B5EF4-FFF2-40B4-BE49-F238E27FC236}">
                <a16:creationId xmlns:a16="http://schemas.microsoft.com/office/drawing/2014/main" id="{FB0DB5EC-46A5-8042-C529-44BB54F63FD8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bg2"/>
                </a:solidFill>
              </a:rPr>
              <a:t>REDACTED_00156</a:t>
            </a:r>
          </a:p>
        </p:txBody>
      </p:sp>
      <p:sp>
        <p:nvSpPr>
          <p:cNvPr id="100" name="Shape 10">
            <a:extLst>
              <a:ext uri="{FF2B5EF4-FFF2-40B4-BE49-F238E27FC236}">
                <a16:creationId xmlns:a16="http://schemas.microsoft.com/office/drawing/2014/main" id="{6AD023FC-0FEA-62A1-E6F1-270F946FD85F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2" name="Text 11">
            <a:extLst>
              <a:ext uri="{FF2B5EF4-FFF2-40B4-BE49-F238E27FC236}">
                <a16:creationId xmlns:a16="http://schemas.microsoft.com/office/drawing/2014/main" id="{0703C41A-DDEC-5934-E275-BA2C4A47645F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04" name="Text 12">
            <a:extLst>
              <a:ext uri="{FF2B5EF4-FFF2-40B4-BE49-F238E27FC236}">
                <a16:creationId xmlns:a16="http://schemas.microsoft.com/office/drawing/2014/main" id="{F3E2BCE4-65DC-3976-48BC-1DD9E35BC7DA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REDACTED_00273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REDACTED_00274</a:t>
            </a:r>
            <a:endParaRPr lang="en-US" sz="800"/>
          </a:p>
        </p:txBody>
      </p:sp>
      <p:grpSp>
        <p:nvGrpSpPr>
          <p:cNvPr id="247" name="Group 246"/>
          <p:cNvGrpSpPr/>
          <p:nvPr/>
        </p:nvGrpSpPr>
        <p:grpSpPr>
          <a:xfrm>
            <a:off x="9770789" y="1533603"/>
            <a:ext cx="2333207" cy="635924"/>
            <a:chOff x="10112273" y="2891968"/>
            <a:chExt cx="1920240" cy="580543"/>
          </a:xfrm>
        </p:grpSpPr>
        <p:sp>
          <p:nvSpPr>
            <p:cNvPr id="251" name="Shape 249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9" name="Text 247a"/>
            <p:cNvSpPr/>
            <p:nvPr/>
          </p:nvSpPr>
          <p:spPr>
            <a:xfrm>
              <a:off x="10870434" y="2891968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REDACTED_00275</a:t>
              </a:r>
            </a:p>
          </p:txBody>
        </p:sp>
        <p:sp>
          <p:nvSpPr>
            <p:cNvPr id="253" name="Text 251a"/>
            <p:cNvSpPr/>
            <p:nvPr/>
          </p:nvSpPr>
          <p:spPr>
            <a:xfrm>
              <a:off x="10870434" y="3026712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REDACTED_00276</a:t>
              </a:r>
            </a:p>
          </p:txBody>
        </p:sp>
        <p:sp>
          <p:nvSpPr>
            <p:cNvPr id="252" name="Shape 250"/>
            <p:cNvSpPr/>
            <p:nvPr/>
          </p:nvSpPr>
          <p:spPr>
            <a:xfrm>
              <a:off x="10198302" y="3237891"/>
              <a:ext cx="642931" cy="64008"/>
            </a:xfrm>
            <a:prstGeom prst="rect">
              <a:avLst/>
            </a:prstGeom>
            <a:solidFill>
              <a:srgbClr val="003C23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4" name="Shape 252a"/>
            <p:cNvSpPr/>
            <p:nvPr/>
          </p:nvSpPr>
          <p:spPr>
            <a:xfrm>
              <a:off x="10857489" y="3237891"/>
              <a:ext cx="838477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6" name="Text 254a"/>
            <p:cNvSpPr/>
            <p:nvPr/>
          </p:nvSpPr>
          <p:spPr>
            <a:xfrm>
              <a:off x="11700022" y="3289631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003C23"/>
                  </a:solidFill>
                  <a:latin typeface="Calibri"/>
                </a:rPr>
                <a:t>REDACTED_00277</a:t>
              </a:r>
            </a:p>
          </p:txBody>
        </p:sp>
      </p:grpSp>
      <p:sp>
        <p:nvSpPr>
          <p:cNvPr id="151" name="Shape 130">
            <a:extLst>
              <a:ext uri="{FF2B5EF4-FFF2-40B4-BE49-F238E27FC236}">
                <a16:creationId xmlns:a16="http://schemas.microsoft.com/office/drawing/2014/main" id="{34FBED4D-5344-4788-42D4-22E95FFA329D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C022BD6-2376-C80B-CB30-3BF193D4DC64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5" name="Picture 154" descr="A black and blue logo  AI-generated content may be incorrect.">
            <a:extLst>
              <a:ext uri="{FF2B5EF4-FFF2-40B4-BE49-F238E27FC236}">
                <a16:creationId xmlns:a16="http://schemas.microsoft.com/office/drawing/2014/main" id="{EDA4133D-96D9-6781-335E-0E869F13A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60" name="Text 211a">
            <a:extLst>
              <a:ext uri="{FF2B5EF4-FFF2-40B4-BE49-F238E27FC236}">
                <a16:creationId xmlns:a16="http://schemas.microsoft.com/office/drawing/2014/main" id="{188FFCA9-4B7E-BCD1-E3AD-0052523E5AAE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62" name="Text 213a">
            <a:extLst>
              <a:ext uri="{FF2B5EF4-FFF2-40B4-BE49-F238E27FC236}">
                <a16:creationId xmlns:a16="http://schemas.microsoft.com/office/drawing/2014/main" id="{A1F6F980-95D4-00E5-AAD2-D4555B85825C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4" name="Text 218a">
            <a:extLst>
              <a:ext uri="{FF2B5EF4-FFF2-40B4-BE49-F238E27FC236}">
                <a16:creationId xmlns:a16="http://schemas.microsoft.com/office/drawing/2014/main" id="{B9CBBF76-7968-B8FA-80FA-BBA4B7B88835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6" name="Shape 229">
            <a:extLst>
              <a:ext uri="{FF2B5EF4-FFF2-40B4-BE49-F238E27FC236}">
                <a16:creationId xmlns:a16="http://schemas.microsoft.com/office/drawing/2014/main" id="{E1BC7DD5-44C4-42DB-AF77-12AC7CCB6B5C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REDACTED_00278</a:t>
            </a:r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C4AC1790-C83F-FF21-A219-66BC83230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651" y="6208978"/>
            <a:ext cx="1852551" cy="814115"/>
          </a:xfrm>
          <a:prstGeom prst="rect">
            <a:avLst/>
          </a:prstGeom>
          <a:noFill/>
        </p:spPr>
      </p:pic>
      <p:sp>
        <p:nvSpPr>
          <p:cNvPr id="177" name="Shape 10">
            <a:extLst>
              <a:ext uri="{FF2B5EF4-FFF2-40B4-BE49-F238E27FC236}">
                <a16:creationId xmlns:a16="http://schemas.microsoft.com/office/drawing/2014/main" id="{AB7B1B7A-0002-BF9F-371A-EE2B8485BC23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0" name="Text 31">
            <a:extLst>
              <a:ext uri="{FF2B5EF4-FFF2-40B4-BE49-F238E27FC236}">
                <a16:creationId xmlns:a16="http://schemas.microsoft.com/office/drawing/2014/main" id="{F7096B1B-0AAF-5F90-A1FD-69716DD8E261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82" name="Shape 32">
            <a:extLst>
              <a:ext uri="{FF2B5EF4-FFF2-40B4-BE49-F238E27FC236}">
                <a16:creationId xmlns:a16="http://schemas.microsoft.com/office/drawing/2014/main" id="{50960F47-9A38-2E32-4A15-146C3B7DCD2B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4" name="Text 33">
            <a:extLst>
              <a:ext uri="{FF2B5EF4-FFF2-40B4-BE49-F238E27FC236}">
                <a16:creationId xmlns:a16="http://schemas.microsoft.com/office/drawing/2014/main" id="{AEFFD3D1-F456-BD17-16C3-0923B1B7DDB9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REDACTED_00279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186" name="Text 33">
            <a:extLst>
              <a:ext uri="{FF2B5EF4-FFF2-40B4-BE49-F238E27FC236}">
                <a16:creationId xmlns:a16="http://schemas.microsoft.com/office/drawing/2014/main" id="{C58BCA15-1319-3131-2F92-9B4B27EC42FE}"/>
              </a:ext>
            </a:extLst>
          </p:cNvPr>
          <p:cNvSpPr/>
          <p:nvPr/>
        </p:nvSpPr>
        <p:spPr>
          <a:xfrm>
            <a:off x="180001" y="2855798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REDACTED_00280</a:t>
            </a:r>
          </a:p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>
                <a:solidFill>
                  <a:srgbClr val="444444"/>
                </a:solidFill>
              </a:rPr>
              <a:t>REDACTED_00281</a:t>
            </a:r>
            <a:endParaRPr lang="en-US" sz="800"/>
          </a:p>
        </p:txBody>
      </p:sp>
      <p:sp>
        <p:nvSpPr>
          <p:cNvPr id="188" name="Text 31">
            <a:extLst>
              <a:ext uri="{FF2B5EF4-FFF2-40B4-BE49-F238E27FC236}">
                <a16:creationId xmlns:a16="http://schemas.microsoft.com/office/drawing/2014/main" id="{796B4920-1D82-F676-CDAF-B211C282C128}"/>
              </a:ext>
            </a:extLst>
          </p:cNvPr>
          <p:cNvSpPr/>
          <p:nvPr/>
        </p:nvSpPr>
        <p:spPr>
          <a:xfrm>
            <a:off x="180000" y="2688545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90" name="Shape 32">
            <a:extLst>
              <a:ext uri="{FF2B5EF4-FFF2-40B4-BE49-F238E27FC236}">
                <a16:creationId xmlns:a16="http://schemas.microsoft.com/office/drawing/2014/main" id="{7CFE62E4-9D98-1433-CE1C-B98804F187F7}"/>
              </a:ext>
            </a:extLst>
          </p:cNvPr>
          <p:cNvSpPr/>
          <p:nvPr/>
        </p:nvSpPr>
        <p:spPr>
          <a:xfrm>
            <a:off x="144000" y="2807417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2" name="Shape 10">
            <a:extLst>
              <a:ext uri="{FF2B5EF4-FFF2-40B4-BE49-F238E27FC236}">
                <a16:creationId xmlns:a16="http://schemas.microsoft.com/office/drawing/2014/main" id="{9E19425D-97A2-31E8-5640-9E1D8DA012B3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6" name="Shape 16">
            <a:extLst>
              <a:ext uri="{FF2B5EF4-FFF2-40B4-BE49-F238E27FC236}">
                <a16:creationId xmlns:a16="http://schemas.microsoft.com/office/drawing/2014/main" id="{36AABFE9-45D4-6E39-59A0-515FA538305D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REDACTED_00282</a:t>
            </a:r>
          </a:p>
        </p:txBody>
      </p:sp>
      <p:sp>
        <p:nvSpPr>
          <p:cNvPr id="198" name="Shape 16">
            <a:extLst>
              <a:ext uri="{FF2B5EF4-FFF2-40B4-BE49-F238E27FC236}">
                <a16:creationId xmlns:a16="http://schemas.microsoft.com/office/drawing/2014/main" id="{CC5BEBA0-51AD-76B8-DAA3-8BA4976C82FC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REDACTED_00282</a:t>
            </a:r>
          </a:p>
        </p:txBody>
      </p:sp>
      <p:sp>
        <p:nvSpPr>
          <p:cNvPr id="200" name="Shape 16">
            <a:extLst>
              <a:ext uri="{FF2B5EF4-FFF2-40B4-BE49-F238E27FC236}">
                <a16:creationId xmlns:a16="http://schemas.microsoft.com/office/drawing/2014/main" id="{1B592E3B-A095-7DC3-15E9-C5DA2E4F971A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REDACTED_00283</a:t>
            </a:r>
          </a:p>
        </p:txBody>
      </p:sp>
      <p:sp>
        <p:nvSpPr>
          <p:cNvPr id="202" name="Shape 16">
            <a:extLst>
              <a:ext uri="{FF2B5EF4-FFF2-40B4-BE49-F238E27FC236}">
                <a16:creationId xmlns:a16="http://schemas.microsoft.com/office/drawing/2014/main" id="{01A33D05-12C3-F54E-184E-BC54AF99F02A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bg2"/>
                </a:solidFill>
              </a:rPr>
              <a:t>REDACTED_00284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B80E34A-EC0C-45F5-481A-DE45E5ECDDFC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REDACTED_00078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36F72BE0-6204-3BED-0AC8-EAC554B7C817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REDACTED_00079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0CEC5052-BE58-8610-722C-9D19003AFF20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REDACTED_00080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4326E411-C26B-1620-3FB5-18244E0D68C4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REDACTED_00081</a:t>
            </a:r>
          </a:p>
        </p:txBody>
      </p:sp>
      <p:sp>
        <p:nvSpPr>
          <p:cNvPr id="224" name="Shape 46">
            <a:extLst>
              <a:ext uri="{FF2B5EF4-FFF2-40B4-BE49-F238E27FC236}">
                <a16:creationId xmlns:a16="http://schemas.microsoft.com/office/drawing/2014/main" id="{CFACD516-97D8-A94F-3519-14A5EEA29027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D0929E17-0F9D-68BF-0E15-1E0FCF9C470E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28" name="Shape 37">
              <a:extLst>
                <a:ext uri="{FF2B5EF4-FFF2-40B4-BE49-F238E27FC236}">
                  <a16:creationId xmlns:a16="http://schemas.microsoft.com/office/drawing/2014/main" id="{4EDE02B3-35F2-C712-F817-79C00BCE00B0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9" name="Shape 38">
              <a:extLst>
                <a:ext uri="{FF2B5EF4-FFF2-40B4-BE49-F238E27FC236}">
                  <a16:creationId xmlns:a16="http://schemas.microsoft.com/office/drawing/2014/main" id="{4AABE7F5-6219-F073-6C03-65E4328D2D86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0" name="Text 39">
              <a:extLst>
                <a:ext uri="{FF2B5EF4-FFF2-40B4-BE49-F238E27FC236}">
                  <a16:creationId xmlns:a16="http://schemas.microsoft.com/office/drawing/2014/main" id="{BDE08442-2566-07D2-3B25-3CA08510B5DA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REDACTED_00285</a:t>
              </a:r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74D11F1D-A1A0-F8D9-C285-6EB0ED148C09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32" name="Shape 37">
              <a:extLst>
                <a:ext uri="{FF2B5EF4-FFF2-40B4-BE49-F238E27FC236}">
                  <a16:creationId xmlns:a16="http://schemas.microsoft.com/office/drawing/2014/main" id="{5F3B4179-732B-99DF-D8FB-8C5A2E0ACAB5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Shape 38">
              <a:extLst>
                <a:ext uri="{FF2B5EF4-FFF2-40B4-BE49-F238E27FC236}">
                  <a16:creationId xmlns:a16="http://schemas.microsoft.com/office/drawing/2014/main" id="{906B4293-5A5B-D624-D74F-B8D7DA30E7A1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4" name="Text 39">
              <a:extLst>
                <a:ext uri="{FF2B5EF4-FFF2-40B4-BE49-F238E27FC236}">
                  <a16:creationId xmlns:a16="http://schemas.microsoft.com/office/drawing/2014/main" id="{86241D65-1EF2-F7BB-63C8-0A7B9DCFE70B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REDACTED_00286</a:t>
              </a:r>
              <a:endParaRPr lang="en-US" sz="800"/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68771236-A323-8AD5-2F8C-38401E063A94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36" name="Shape 37">
              <a:extLst>
                <a:ext uri="{FF2B5EF4-FFF2-40B4-BE49-F238E27FC236}">
                  <a16:creationId xmlns:a16="http://schemas.microsoft.com/office/drawing/2014/main" id="{BC6E74F7-0A59-2EC7-A3E2-EC306890D31A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Shape 38">
              <a:extLst>
                <a:ext uri="{FF2B5EF4-FFF2-40B4-BE49-F238E27FC236}">
                  <a16:creationId xmlns:a16="http://schemas.microsoft.com/office/drawing/2014/main" id="{04B65A48-66CE-4BE3-7190-8976A273A815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8" name="Text 39">
              <a:extLst>
                <a:ext uri="{FF2B5EF4-FFF2-40B4-BE49-F238E27FC236}">
                  <a16:creationId xmlns:a16="http://schemas.microsoft.com/office/drawing/2014/main" id="{E16267C2-63F1-2DBC-32AE-8805F04DACDC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REDACTED_00287</a:t>
              </a:r>
              <a:endParaRPr lang="en-US" sz="800"/>
            </a:p>
          </p:txBody>
        </p:sp>
      </p:grpSp>
      <p:sp>
        <p:nvSpPr>
          <p:cNvPr id="239" name="Shape 229">
            <a:extLst>
              <a:ext uri="{FF2B5EF4-FFF2-40B4-BE49-F238E27FC236}">
                <a16:creationId xmlns:a16="http://schemas.microsoft.com/office/drawing/2014/main" id="{BB843AA9-52A0-C83B-1BE9-91976CE02016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REDACTED_00082</a:t>
            </a:r>
          </a:p>
        </p:txBody>
      </p:sp>
      <p:sp>
        <p:nvSpPr>
          <p:cNvPr id="241" name="Shape 46">
            <a:extLst>
              <a:ext uri="{FF2B5EF4-FFF2-40B4-BE49-F238E27FC236}">
                <a16:creationId xmlns:a16="http://schemas.microsoft.com/office/drawing/2014/main" id="{4D54B42A-CD8E-02D0-2231-551CE8D8521B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2" name="Text 35">
            <a:extLst>
              <a:ext uri="{FF2B5EF4-FFF2-40B4-BE49-F238E27FC236}">
                <a16:creationId xmlns:a16="http://schemas.microsoft.com/office/drawing/2014/main" id="{23D31456-3211-CFDA-2F30-5DA3B6F06540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74" name="Shape 36">
            <a:extLst>
              <a:ext uri="{FF2B5EF4-FFF2-40B4-BE49-F238E27FC236}">
                <a16:creationId xmlns:a16="http://schemas.microsoft.com/office/drawing/2014/main" id="{ED0B7AA4-ADEB-B2F2-5143-D3B20598E34F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6" name="Shape 36">
            <a:extLst>
              <a:ext uri="{FF2B5EF4-FFF2-40B4-BE49-F238E27FC236}">
                <a16:creationId xmlns:a16="http://schemas.microsoft.com/office/drawing/2014/main" id="{F838FB14-11A1-B4EE-DD31-C4CAC8854BFF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8" name="Text 35">
            <a:extLst>
              <a:ext uri="{FF2B5EF4-FFF2-40B4-BE49-F238E27FC236}">
                <a16:creationId xmlns:a16="http://schemas.microsoft.com/office/drawing/2014/main" id="{21DAB3A7-DFB7-E76C-C855-5C5F1A104B9A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A501E8-5B6C-3338-8B81-CB8AACB4AD7C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003C23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REDACTED_00288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REDACTED_00289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REDACTED_00290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B30ED1-1D95-3981-68A7-F938EB640337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REDACTED_00291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REDACTED_00292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REDACTED_00293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REDACTED_00294</a:t>
            </a:r>
          </a:p>
        </p:txBody>
      </p:sp>
      <p:sp>
        <p:nvSpPr>
          <p:cNvPr id="50" name="Shape 32">
            <a:extLst>
              <a:ext uri="{FF2B5EF4-FFF2-40B4-BE49-F238E27FC236}">
                <a16:creationId xmlns:a16="http://schemas.microsoft.com/office/drawing/2014/main" id="{6D9B2EF8-D53C-BBEE-6052-883CC9228849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35">
            <a:extLst>
              <a:ext uri="{FF2B5EF4-FFF2-40B4-BE49-F238E27FC236}">
                <a16:creationId xmlns:a16="http://schemas.microsoft.com/office/drawing/2014/main" id="{B426F2B3-A23C-9A06-B26D-93FA523C23A4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5" name="Shape 36">
            <a:extLst>
              <a:ext uri="{FF2B5EF4-FFF2-40B4-BE49-F238E27FC236}">
                <a16:creationId xmlns:a16="http://schemas.microsoft.com/office/drawing/2014/main" id="{08448677-8076-EFD1-90EC-D3E1B2E7B07A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5">
            <a:extLst>
              <a:ext uri="{FF2B5EF4-FFF2-40B4-BE49-F238E27FC236}">
                <a16:creationId xmlns:a16="http://schemas.microsoft.com/office/drawing/2014/main" id="{E1B647B6-951D-0B28-9E3C-53C29D5A4E5A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9" name="Shape 36">
            <a:extLst>
              <a:ext uri="{FF2B5EF4-FFF2-40B4-BE49-F238E27FC236}">
                <a16:creationId xmlns:a16="http://schemas.microsoft.com/office/drawing/2014/main" id="{A941B2F1-2DB1-BF8F-09CF-E2AB7FD54C04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2B14EEC-BBED-64A4-3CCB-956CA6B9EF8A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11" name="PersonIcon">
              <a:extLst>
                <a:ext uri="{FF2B5EF4-FFF2-40B4-BE49-F238E27FC236}">
                  <a16:creationId xmlns:a16="http://schemas.microsoft.com/office/drawing/2014/main" id="{D1B7F3F6-C853-E0F1-C224-97AF2CEF2BD8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 107">
              <a:extLst>
                <a:ext uri="{FF2B5EF4-FFF2-40B4-BE49-F238E27FC236}">
                  <a16:creationId xmlns:a16="http://schemas.microsoft.com/office/drawing/2014/main" id="{B74E7170-DB39-F90C-D8FC-3BBD59888043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3" name="Text 108">
              <a:extLst>
                <a:ext uri="{FF2B5EF4-FFF2-40B4-BE49-F238E27FC236}">
                  <a16:creationId xmlns:a16="http://schemas.microsoft.com/office/drawing/2014/main" id="{1CA69E10-0EB9-4C1C-7C5C-C55B2FE8A5DC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REDACTED_00004</a:t>
              </a:r>
              <a:endParaRPr lang="en-US" sz="80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2D6CF4A-68BA-04E2-1D65-35650BA0DC64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15" name="BuildingIcon">
              <a:extLst>
                <a:ext uri="{FF2B5EF4-FFF2-40B4-BE49-F238E27FC236}">
                  <a16:creationId xmlns:a16="http://schemas.microsoft.com/office/drawing/2014/main" id="{656DAF65-93CD-7D8E-BAD8-1494EA62CEED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 109">
              <a:extLst>
                <a:ext uri="{FF2B5EF4-FFF2-40B4-BE49-F238E27FC236}">
                  <a16:creationId xmlns:a16="http://schemas.microsoft.com/office/drawing/2014/main" id="{46F3744B-AE93-1C6D-147E-65B6CFF223DB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7" name="Text 110">
              <a:extLst>
                <a:ext uri="{FF2B5EF4-FFF2-40B4-BE49-F238E27FC236}">
                  <a16:creationId xmlns:a16="http://schemas.microsoft.com/office/drawing/2014/main" id="{B54CBD47-5E5A-39BE-FEA4-B759A613C683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REDACTED_00006</a:t>
              </a:r>
              <a:endParaRPr lang="en-US" sz="8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A22D34-E1B6-F0F7-8045-198A205903A5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19" name="GradCapIcon">
              <a:extLst>
                <a:ext uri="{FF2B5EF4-FFF2-40B4-BE49-F238E27FC236}">
                  <a16:creationId xmlns:a16="http://schemas.microsoft.com/office/drawing/2014/main" id="{DF5E34BD-712F-A390-2615-BCFCADB2E905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 111">
              <a:extLst>
                <a:ext uri="{FF2B5EF4-FFF2-40B4-BE49-F238E27FC236}">
                  <a16:creationId xmlns:a16="http://schemas.microsoft.com/office/drawing/2014/main" id="{BFE86E42-2A80-2CB8-1D24-223F28E82895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21" name="Text 112">
              <a:extLst>
                <a:ext uri="{FF2B5EF4-FFF2-40B4-BE49-F238E27FC236}">
                  <a16:creationId xmlns:a16="http://schemas.microsoft.com/office/drawing/2014/main" id="{7E7AA67B-46F3-19AF-AC8C-FC162A33D7E9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REDACTED_00258</a:t>
              </a:r>
              <a:endParaRPr lang="en-US" sz="800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98E6AD53-0A8F-CFE0-F2D3-2F67FE77FF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800" y="4413600"/>
            <a:ext cx="1315738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19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DC1C04-F695-899C-6CA3-F910DBA3A0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6000" y="4413600"/>
            <a:ext cx="1315738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19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041B764-CA54-C1AE-F634-D89805BB0A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19000"/>
              </a:prstClr>
            </a:outerShdw>
          </a:effec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5F53E60-A46F-61D9-2851-5E6A50759235}"/>
              </a:ext>
            </a:extLst>
          </p:cNvPr>
          <p:cNvSpPr txBox="1"/>
          <p:nvPr/>
        </p:nvSpPr>
        <p:spPr>
          <a:xfrm>
            <a:off x="2088000" y="4636261"/>
            <a:ext cx="3266425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47625" marR="0" lvl="0" indent="-47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REDACTED_00295</a:t>
            </a:r>
          </a:p>
          <a:p>
            <a:pPr marL="47625" marR="0" lvl="0" indent="-47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REDACTED_00296</a:t>
            </a:r>
          </a:p>
          <a:p>
            <a:pPr marL="47625" marR="0" lvl="0" indent="-47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REDACTED_00297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1283DA51-88C5-EF3C-DB87-B4958F23E708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003C23"/>
                </a:solidFill>
              </a:rPr>
              <a:t>REDACTED_00038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1D97BC-9E51-98CE-1078-D83C6A47E254}"/>
              </a:ext>
            </a:extLst>
          </p:cNvPr>
          <p:cNvGrpSpPr/>
          <p:nvPr/>
        </p:nvGrpSpPr>
        <p:grpSpPr>
          <a:xfrm>
            <a:off x="9986400" y="2847600"/>
            <a:ext cx="2222197" cy="3087520"/>
            <a:chOff x="11866206" y="7800394"/>
            <a:chExt cx="2222197" cy="3087520"/>
          </a:xfrm>
        </p:grpSpPr>
        <p:sp>
          <p:nvSpPr>
            <p:cNvPr id="6" name="Text 11">
              <a:extLst>
                <a:ext uri="{FF2B5EF4-FFF2-40B4-BE49-F238E27FC236}">
                  <a16:creationId xmlns:a16="http://schemas.microsoft.com/office/drawing/2014/main" id="{D9B64DF9-BA6F-AA03-F42F-83F3CE29B0E3}"/>
                </a:ext>
              </a:extLst>
            </p:cNvPr>
            <p:cNvSpPr>
              <a:spLocks/>
            </p:cNvSpPr>
            <p:nvPr/>
          </p:nvSpPr>
          <p:spPr>
            <a:xfrm>
              <a:off x="12487244" y="788301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444444"/>
                  </a:solidFill>
                </a:rPr>
                <a:t>REDACTED_00039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REDACTED_00298</a:t>
              </a:r>
            </a:p>
          </p:txBody>
        </p:sp>
        <p:sp>
          <p:nvSpPr>
            <p:cNvPr id="8" name="Text 12">
              <a:extLst>
                <a:ext uri="{FF2B5EF4-FFF2-40B4-BE49-F238E27FC236}">
                  <a16:creationId xmlns:a16="http://schemas.microsoft.com/office/drawing/2014/main" id="{E8A86AF2-7554-539E-4B40-CCB3ED5B7CE9}"/>
                </a:ext>
              </a:extLst>
            </p:cNvPr>
            <p:cNvSpPr>
              <a:spLocks/>
            </p:cNvSpPr>
            <p:nvPr/>
          </p:nvSpPr>
          <p:spPr>
            <a:xfrm>
              <a:off x="12487244" y="7926956"/>
              <a:ext cx="1601159" cy="1322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650">
                <a:solidFill>
                  <a:srgbClr val="444444"/>
                </a:solidFill>
              </a:endParaRPr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5360E520-01DB-E9CD-FBFA-93CFAA080495}"/>
                </a:ext>
              </a:extLst>
            </p:cNvPr>
            <p:cNvSpPr>
              <a:spLocks/>
            </p:cNvSpPr>
            <p:nvPr/>
          </p:nvSpPr>
          <p:spPr>
            <a:xfrm>
              <a:off x="12487244" y="8276419"/>
              <a:ext cx="1440000" cy="2910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REDACTED_00083</a:t>
              </a:r>
            </a:p>
          </p:txBody>
        </p:sp>
        <p:sp>
          <p:nvSpPr>
            <p:cNvPr id="24" name="Text 19">
              <a:extLst>
                <a:ext uri="{FF2B5EF4-FFF2-40B4-BE49-F238E27FC236}">
                  <a16:creationId xmlns:a16="http://schemas.microsoft.com/office/drawing/2014/main" id="{E64D1919-D1A0-BA21-A8EB-870F04F28386}"/>
                </a:ext>
              </a:extLst>
            </p:cNvPr>
            <p:cNvSpPr>
              <a:spLocks/>
            </p:cNvSpPr>
            <p:nvPr/>
          </p:nvSpPr>
          <p:spPr>
            <a:xfrm>
              <a:off x="12487245" y="8802118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 b="1">
                  <a:solidFill>
                    <a:srgbClr val="444444"/>
                  </a:solidFill>
                </a:rPr>
                <a:t>REDACTED_00084</a:t>
              </a:r>
            </a:p>
            <a:p>
              <a:r>
                <a:rPr lang="en-US" sz="650" b="1">
                  <a:solidFill>
                    <a:srgbClr val="444444"/>
                  </a:solidFill>
                </a:rPr>
                <a:t>REDACTED_00299</a:t>
              </a: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7E1DB9C9-67A3-3FD0-A990-B38A033C56B2}"/>
                </a:ext>
              </a:extLst>
            </p:cNvPr>
            <p:cNvSpPr>
              <a:spLocks/>
            </p:cNvSpPr>
            <p:nvPr/>
          </p:nvSpPr>
          <p:spPr>
            <a:xfrm>
              <a:off x="12487244" y="9264777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REDACTED_00300</a:t>
              </a:r>
            </a:p>
          </p:txBody>
        </p:sp>
        <p:sp>
          <p:nvSpPr>
            <p:cNvPr id="28" name="Text 28">
              <a:extLst>
                <a:ext uri="{FF2B5EF4-FFF2-40B4-BE49-F238E27FC236}">
                  <a16:creationId xmlns:a16="http://schemas.microsoft.com/office/drawing/2014/main" id="{3DD33DF2-8496-68EB-8596-54AF534DDF51}"/>
                </a:ext>
              </a:extLst>
            </p:cNvPr>
            <p:cNvSpPr>
              <a:spLocks/>
            </p:cNvSpPr>
            <p:nvPr/>
          </p:nvSpPr>
          <p:spPr>
            <a:xfrm>
              <a:off x="12487244" y="9670161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REDACTED_00301</a:t>
              </a:r>
            </a:p>
          </p:txBody>
        </p:sp>
        <p:sp>
          <p:nvSpPr>
            <p:cNvPr id="29" name="Text 32">
              <a:extLst>
                <a:ext uri="{FF2B5EF4-FFF2-40B4-BE49-F238E27FC236}">
                  <a16:creationId xmlns:a16="http://schemas.microsoft.com/office/drawing/2014/main" id="{E0801BAD-6C12-A2C9-D9DE-BF369476F684}"/>
                </a:ext>
              </a:extLst>
            </p:cNvPr>
            <p:cNvSpPr>
              <a:spLocks/>
            </p:cNvSpPr>
            <p:nvPr/>
          </p:nvSpPr>
          <p:spPr>
            <a:xfrm>
              <a:off x="12487244" y="1064653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REDACTED_00058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REDACTED_00226</a:t>
              </a:r>
            </a:p>
          </p:txBody>
        </p:sp>
        <p:sp>
          <p:nvSpPr>
            <p:cNvPr id="30" name="Shape 188">
              <a:extLst>
                <a:ext uri="{FF2B5EF4-FFF2-40B4-BE49-F238E27FC236}">
                  <a16:creationId xmlns:a16="http://schemas.microsoft.com/office/drawing/2014/main" id="{120E52C4-9B09-3E8C-5AFA-F5EE8B971BF4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2772000"/>
            </a:xfrm>
            <a:prstGeom prst="roundRect">
              <a:avLst>
                <a:gd name="adj" fmla="val 44444"/>
              </a:avLst>
            </a:prstGeom>
            <a:solidFill>
              <a:schemeClr val="bg2"/>
            </a:solidFill>
            <a:ln w="12700">
              <a:solidFill>
                <a:schemeClr val="bg2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Shape 189">
              <a:extLst>
                <a:ext uri="{FF2B5EF4-FFF2-40B4-BE49-F238E27FC236}">
                  <a16:creationId xmlns:a16="http://schemas.microsoft.com/office/drawing/2014/main" id="{84B6BB24-8D43-B6F3-AF34-7C1CAA9834F3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1332000"/>
            </a:xfrm>
            <a:prstGeom prst="roundRect">
              <a:avLst>
                <a:gd name="adj" fmla="val 44444"/>
              </a:avLst>
            </a:prstGeom>
            <a:solidFill>
              <a:srgbClr val="003C23"/>
            </a:solidFill>
            <a:ln w="1270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Shape 206">
              <a:extLst>
                <a:ext uri="{FF2B5EF4-FFF2-40B4-BE49-F238E27FC236}">
                  <a16:creationId xmlns:a16="http://schemas.microsoft.com/office/drawing/2014/main" id="{C9562787-C8AC-9ACA-2713-5CDA757F9B75}"/>
                </a:ext>
              </a:extLst>
            </p:cNvPr>
            <p:cNvSpPr>
              <a:spLocks/>
            </p:cNvSpPr>
            <p:nvPr/>
          </p:nvSpPr>
          <p:spPr>
            <a:xfrm>
              <a:off x="11866206" y="8683496"/>
              <a:ext cx="396000" cy="396000"/>
            </a:xfrm>
            <a:prstGeom prst="ellipse">
              <a:avLst/>
            </a:prstGeom>
            <a:solidFill>
              <a:srgbClr val="003C23"/>
            </a:solidFill>
            <a:ln w="1905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4E23AB2-81C8-E539-AF08-4B2B4B8BC10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7800394"/>
              <a:ext cx="324000" cy="324000"/>
              <a:chOff x="11899058" y="7800394"/>
              <a:chExt cx="324000" cy="324000"/>
            </a:xfrm>
          </p:grpSpPr>
          <p:sp>
            <p:nvSpPr>
              <p:cNvPr id="70" name="Shape 190">
                <a:extLst>
                  <a:ext uri="{FF2B5EF4-FFF2-40B4-BE49-F238E27FC236}">
                    <a16:creationId xmlns:a16="http://schemas.microsoft.com/office/drawing/2014/main" id="{5B821E14-F55D-F455-48AE-9F49D4A12EF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71" name="Text 191">
                <a:extLst>
                  <a:ext uri="{FF2B5EF4-FFF2-40B4-BE49-F238E27FC236}">
                    <a16:creationId xmlns:a16="http://schemas.microsoft.com/office/drawing/2014/main" id="{F100D2C0-223A-30C4-FEEB-A038D0E784B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2"/>
                    </a:solidFill>
                  </a:rPr>
                  <a:t>REDACTED_00051</a:t>
                </a:r>
                <a:endParaRPr lang="en-US" sz="65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E16238F-97D1-01DB-F7F4-1279F20337F2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8259945"/>
              <a:ext cx="324000" cy="324000"/>
              <a:chOff x="11899058" y="8352765"/>
              <a:chExt cx="324000" cy="324000"/>
            </a:xfrm>
          </p:grpSpPr>
          <p:sp>
            <p:nvSpPr>
              <p:cNvPr id="60" name="Shape 193">
                <a:extLst>
                  <a:ext uri="{FF2B5EF4-FFF2-40B4-BE49-F238E27FC236}">
                    <a16:creationId xmlns:a16="http://schemas.microsoft.com/office/drawing/2014/main" id="{7350A454-987C-50B6-4A0D-9D9BC0FC42F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8352765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65" name="Text 194">
                <a:extLst>
                  <a:ext uri="{FF2B5EF4-FFF2-40B4-BE49-F238E27FC236}">
                    <a16:creationId xmlns:a16="http://schemas.microsoft.com/office/drawing/2014/main" id="{6859DF9A-4D06-0EE6-930E-8D4FA7D2E2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8385498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650" b="1">
                    <a:solidFill>
                      <a:schemeClr val="bg2"/>
                    </a:solidFill>
                  </a:rPr>
                  <a:t>REDACTED_00052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0F24F62-8365-1A2C-9C11-BE315A6156BE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9644814"/>
              <a:ext cx="324000" cy="324000"/>
              <a:chOff x="11899058" y="10018201"/>
              <a:chExt cx="324000" cy="324000"/>
            </a:xfrm>
          </p:grpSpPr>
          <p:sp>
            <p:nvSpPr>
              <p:cNvPr id="53" name="Shape 202">
                <a:extLst>
                  <a:ext uri="{FF2B5EF4-FFF2-40B4-BE49-F238E27FC236}">
                    <a16:creationId xmlns:a16="http://schemas.microsoft.com/office/drawing/2014/main" id="{CF95B303-9C5A-19FF-3014-F6DE133D61E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003C23"/>
                  </a:solidFill>
                </a:endParaRPr>
              </a:p>
            </p:txBody>
          </p:sp>
          <p:sp>
            <p:nvSpPr>
              <p:cNvPr id="54" name="Text 207">
                <a:extLst>
                  <a:ext uri="{FF2B5EF4-FFF2-40B4-BE49-F238E27FC236}">
                    <a16:creationId xmlns:a16="http://schemas.microsoft.com/office/drawing/2014/main" id="{A4BD527D-DD9F-3244-6E40-CB5534E3D1E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REDACTED_00055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4AA5C67-D25D-E0D1-62AA-34F6673C18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563914"/>
              <a:ext cx="324000" cy="324000"/>
              <a:chOff x="11899058" y="10563914"/>
              <a:chExt cx="324000" cy="324000"/>
            </a:xfrm>
          </p:grpSpPr>
          <p:sp>
            <p:nvSpPr>
              <p:cNvPr id="48" name="Shape 210">
                <a:extLst>
                  <a:ext uri="{FF2B5EF4-FFF2-40B4-BE49-F238E27FC236}">
                    <a16:creationId xmlns:a16="http://schemas.microsoft.com/office/drawing/2014/main" id="{82256021-D116-8888-083F-E3BD44D36B9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563914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2" name="Text 211">
                <a:extLst>
                  <a:ext uri="{FF2B5EF4-FFF2-40B4-BE49-F238E27FC236}">
                    <a16:creationId xmlns:a16="http://schemas.microsoft.com/office/drawing/2014/main" id="{6981DC7D-AD93-0C0D-EE7A-CC9322AC11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581914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REDACTED_00057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6EE1A79-9BF0-04F6-25AD-F854FBA0E0BD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132" y="9179047"/>
              <a:ext cx="324149" cy="330216"/>
              <a:chOff x="11898909" y="9466650"/>
              <a:chExt cx="324149" cy="330216"/>
            </a:xfrm>
          </p:grpSpPr>
          <p:sp>
            <p:nvSpPr>
              <p:cNvPr id="45" name="Text 203">
                <a:extLst>
                  <a:ext uri="{FF2B5EF4-FFF2-40B4-BE49-F238E27FC236}">
                    <a16:creationId xmlns:a16="http://schemas.microsoft.com/office/drawing/2014/main" id="{13A6D6D0-7082-0AEB-110B-D7C9DB3F90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9472866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1"/>
                    </a:solidFill>
                  </a:rPr>
                  <a:t>REDACTED_00090</a:t>
                </a:r>
                <a:endParaRPr lang="en-US" sz="65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Shape 202">
                <a:extLst>
                  <a:ext uri="{FF2B5EF4-FFF2-40B4-BE49-F238E27FC236}">
                    <a16:creationId xmlns:a16="http://schemas.microsoft.com/office/drawing/2014/main" id="{56A2B4D4-D576-8423-8073-DE75139A7AB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8909" y="9466650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003C23"/>
                  </a:solidFill>
                </a:endParaRPr>
              </a:p>
            </p:txBody>
          </p:sp>
          <p:sp>
            <p:nvSpPr>
              <p:cNvPr id="47" name="Text 207">
                <a:extLst>
                  <a:ext uri="{FF2B5EF4-FFF2-40B4-BE49-F238E27FC236}">
                    <a16:creationId xmlns:a16="http://schemas.microsoft.com/office/drawing/2014/main" id="{F3E68C66-6945-7E42-E09F-BA2EB726D75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9483706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REDACTED_00054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sp>
          <p:nvSpPr>
            <p:cNvPr id="40" name="Text 199">
              <a:extLst>
                <a:ext uri="{FF2B5EF4-FFF2-40B4-BE49-F238E27FC236}">
                  <a16:creationId xmlns:a16="http://schemas.microsoft.com/office/drawing/2014/main" id="{933945E8-F3D3-336F-E80F-44479FEAA2AE}"/>
                </a:ext>
              </a:extLst>
            </p:cNvPr>
            <p:cNvSpPr>
              <a:spLocks/>
            </p:cNvSpPr>
            <p:nvPr/>
          </p:nvSpPr>
          <p:spPr>
            <a:xfrm>
              <a:off x="11913761" y="8738954"/>
              <a:ext cx="28800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chemeClr val="bg2"/>
                  </a:solidFill>
                </a:rPr>
                <a:t>REDACTED_00053</a:t>
              </a:r>
              <a:endParaRPr lang="en-US" sz="650">
                <a:solidFill>
                  <a:schemeClr val="bg2"/>
                </a:solidFill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38E8F69-0C68-3CC9-6EA2-CF768B68BD86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104365"/>
              <a:ext cx="324000" cy="324000"/>
              <a:chOff x="11899058" y="10018201"/>
              <a:chExt cx="324000" cy="324000"/>
            </a:xfrm>
          </p:grpSpPr>
          <p:sp>
            <p:nvSpPr>
              <p:cNvPr id="43" name="Shape 202">
                <a:extLst>
                  <a:ext uri="{FF2B5EF4-FFF2-40B4-BE49-F238E27FC236}">
                    <a16:creationId xmlns:a16="http://schemas.microsoft.com/office/drawing/2014/main" id="{4803CFFD-69BC-B6A5-9F0A-5A5BD3A3E0D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4" name="Text 207">
                <a:extLst>
                  <a:ext uri="{FF2B5EF4-FFF2-40B4-BE49-F238E27FC236}">
                    <a16:creationId xmlns:a16="http://schemas.microsoft.com/office/drawing/2014/main" id="{3717082C-F6DA-0707-A865-0064DD538D2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REDACTED_00056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sp>
          <p:nvSpPr>
            <p:cNvPr id="42" name="Text 28">
              <a:extLst>
                <a:ext uri="{FF2B5EF4-FFF2-40B4-BE49-F238E27FC236}">
                  <a16:creationId xmlns:a16="http://schemas.microsoft.com/office/drawing/2014/main" id="{5514F427-804F-8DC9-C2EC-4234BF0CE80E}"/>
                </a:ext>
              </a:extLst>
            </p:cNvPr>
            <p:cNvSpPr>
              <a:spLocks/>
            </p:cNvSpPr>
            <p:nvPr/>
          </p:nvSpPr>
          <p:spPr>
            <a:xfrm>
              <a:off x="12487245" y="10129712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REDACTED_00049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B2E225-C8D0-CFC9-B526-E4EA4EBA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89">
            <a:extLst>
              <a:ext uri="{FF2B5EF4-FFF2-40B4-BE49-F238E27FC236}">
                <a16:creationId xmlns:a16="http://schemas.microsoft.com/office/drawing/2014/main" id="{59AD19A2-81EF-A302-7F32-435ADEA8648D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7948" b="-7948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4" name="Shape 13">
            <a:extLst>
              <a:ext uri="{FF2B5EF4-FFF2-40B4-BE49-F238E27FC236}">
                <a16:creationId xmlns:a16="http://schemas.microsoft.com/office/drawing/2014/main" id="{4FF4C5C1-035E-DD51-2E46-AAC9E03CF520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7" name="Shape 13">
            <a:extLst>
              <a:ext uri="{FF2B5EF4-FFF2-40B4-BE49-F238E27FC236}">
                <a16:creationId xmlns:a16="http://schemas.microsoft.com/office/drawing/2014/main" id="{E20818CC-3A2C-4CC4-2650-9D8CC1DD1479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4" name="Shape 229">
            <a:extLst>
              <a:ext uri="{FF2B5EF4-FFF2-40B4-BE49-F238E27FC236}">
                <a16:creationId xmlns:a16="http://schemas.microsoft.com/office/drawing/2014/main" id="{FAEA2CD0-501C-0E54-5DAA-B9539C432B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7" name="Shape 9">
            <a:extLst>
              <a:ext uri="{FF2B5EF4-FFF2-40B4-BE49-F238E27FC236}">
                <a16:creationId xmlns:a16="http://schemas.microsoft.com/office/drawing/2014/main" id="{4BEC83C6-B641-6501-E123-3F0CC442CD6D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6" name="Shape 46">
            <a:extLst>
              <a:ext uri="{FF2B5EF4-FFF2-40B4-BE49-F238E27FC236}">
                <a16:creationId xmlns:a16="http://schemas.microsoft.com/office/drawing/2014/main" id="{D78358B8-6C1E-8B7C-A106-5B9C1421CA10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965C382-2B4E-0808-7F09-854F9CA46109}"/>
              </a:ext>
            </a:extLst>
          </p:cNvPr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1" name="Shape 105">
            <a:extLst>
              <a:ext uri="{FF2B5EF4-FFF2-40B4-BE49-F238E27FC236}">
                <a16:creationId xmlns:a16="http://schemas.microsoft.com/office/drawing/2014/main" id="{A8D3BD1D-BD0C-88E5-2B26-20F3708822FA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52603ED-3819-AE8E-78F5-154C4B52870B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79DD67AE-4981-11BE-54C8-7A3B6E34BFF3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Inter"/>
              </a:rPr>
              <a:t>REDACTED_00269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1048849-BA0A-D011-D386-95360750C090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A9AFD27-1146-22BF-5F8A-D63297C324C3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r>
                <a:rPr lang="en-US" sz="1400" b="1">
                  <a:solidFill>
                    <a:srgbClr val="003C23"/>
                  </a:solidFill>
                </a:rPr>
                <a:t>REDACTED_00270</a:t>
              </a:r>
              <a:endParaRPr lang="en-US" sz="1400">
                <a:solidFill>
                  <a:srgbClr val="003C23"/>
                </a:solidFill>
              </a:endParaRPr>
            </a:p>
          </p:txBody>
        </p:sp>
        <p:sp>
          <p:nvSpPr>
            <p:cNvPr id="59" name="Text 4">
              <a:extLst>
                <a:ext uri="{FF2B5EF4-FFF2-40B4-BE49-F238E27FC236}">
                  <a16:creationId xmlns:a16="http://schemas.microsoft.com/office/drawing/2014/main" id="{810EEC1A-F8C1-AE32-C0F8-EA3071B4CA5C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rgbClr val="003C23"/>
                  </a:solidFill>
                </a:rPr>
                <a:t>REDACTED_00271</a:t>
              </a:r>
            </a:p>
          </p:txBody>
        </p:sp>
      </p:grpSp>
      <p:sp>
        <p:nvSpPr>
          <p:cNvPr id="61" name="Shape 5">
            <a:extLst>
              <a:ext uri="{FF2B5EF4-FFF2-40B4-BE49-F238E27FC236}">
                <a16:creationId xmlns:a16="http://schemas.microsoft.com/office/drawing/2014/main" id="{DF3F2BFA-3714-0679-1EAE-4D529AB6D5E3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rgbClr val="93DCDC"/>
          </a:solidFill>
          <a:ln w="1905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>
              <a:solidFill>
                <a:srgbClr val="003C23"/>
              </a:solidFill>
            </a:endParaRPr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05E5C23E-FCD5-75DA-03FD-A64741B8829F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3C23"/>
                </a:solidFill>
              </a:rPr>
              <a:t>REDACTED_00272</a:t>
            </a:r>
            <a:endParaRPr lang="en-US" sz="900">
              <a:solidFill>
                <a:srgbClr val="003C23"/>
              </a:solidFill>
            </a:endParaRPr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CF0DD6BC-5C05-1928-1EA7-0C84A1B1BCBB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4" name="Text 8">
            <a:extLst>
              <a:ext uri="{FF2B5EF4-FFF2-40B4-BE49-F238E27FC236}">
                <a16:creationId xmlns:a16="http://schemas.microsoft.com/office/drawing/2014/main" id="{1A5C8153-CD8A-A86A-69EF-83C676A4BB9A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003C23"/>
                </a:solidFill>
              </a:rPr>
              <a:t>REDACTED_00156</a:t>
            </a:r>
            <a:endParaRPr lang="en-US" sz="700">
              <a:solidFill>
                <a:srgbClr val="003C23"/>
              </a:solidFill>
            </a:endParaRPr>
          </a:p>
        </p:txBody>
      </p:sp>
      <p:sp>
        <p:nvSpPr>
          <p:cNvPr id="100" name="Shape 10">
            <a:extLst>
              <a:ext uri="{FF2B5EF4-FFF2-40B4-BE49-F238E27FC236}">
                <a16:creationId xmlns:a16="http://schemas.microsoft.com/office/drawing/2014/main" id="{5A9906D6-1D0F-DD6A-5AF6-689C1BB53C90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2" name="Text 11">
            <a:extLst>
              <a:ext uri="{FF2B5EF4-FFF2-40B4-BE49-F238E27FC236}">
                <a16:creationId xmlns:a16="http://schemas.microsoft.com/office/drawing/2014/main" id="{3B381F4B-9048-578D-8910-424F3FB63225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04" name="Text 12">
            <a:extLst>
              <a:ext uri="{FF2B5EF4-FFF2-40B4-BE49-F238E27FC236}">
                <a16:creationId xmlns:a16="http://schemas.microsoft.com/office/drawing/2014/main" id="{9B4F157C-97B7-4034-F7A9-DF9040B0946E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REDACTED_00273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REDACTED_00274</a:t>
            </a:r>
            <a:endParaRPr lang="en-US" sz="800"/>
          </a:p>
        </p:txBody>
      </p: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B53B1D94-6A94-56A5-7E8C-D143AFEB171A}"/>
              </a:ext>
            </a:extLst>
          </p:cNvPr>
          <p:cNvGrpSpPr/>
          <p:nvPr/>
        </p:nvGrpSpPr>
        <p:grpSpPr>
          <a:xfrm>
            <a:off x="9770789" y="1533603"/>
            <a:ext cx="2333207" cy="635924"/>
            <a:chOff x="10112273" y="2891968"/>
            <a:chExt cx="1920240" cy="580543"/>
          </a:xfrm>
        </p:grpSpPr>
        <p:sp>
          <p:nvSpPr>
            <p:cNvPr id="251" name="Shape 249">
              <a:extLst>
                <a:ext uri="{FF2B5EF4-FFF2-40B4-BE49-F238E27FC236}">
                  <a16:creationId xmlns:a16="http://schemas.microsoft.com/office/drawing/2014/main" id="{26E691E1-8CB5-5916-04BD-2415950906DF}"/>
                </a:ext>
              </a:extLst>
            </p:cNvPr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9" name="Text 247a">
              <a:extLst>
                <a:ext uri="{FF2B5EF4-FFF2-40B4-BE49-F238E27FC236}">
                  <a16:creationId xmlns:a16="http://schemas.microsoft.com/office/drawing/2014/main" id="{BBB9A360-2269-FD4E-B417-48AC00C1C34D}"/>
                </a:ext>
              </a:extLst>
            </p:cNvPr>
            <p:cNvSpPr/>
            <p:nvPr/>
          </p:nvSpPr>
          <p:spPr>
            <a:xfrm>
              <a:off x="10870434" y="2891968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REDACTED_00275</a:t>
              </a:r>
            </a:p>
          </p:txBody>
        </p:sp>
        <p:sp>
          <p:nvSpPr>
            <p:cNvPr id="253" name="Text 251a">
              <a:extLst>
                <a:ext uri="{FF2B5EF4-FFF2-40B4-BE49-F238E27FC236}">
                  <a16:creationId xmlns:a16="http://schemas.microsoft.com/office/drawing/2014/main" id="{32E66CF5-385C-DC3F-7680-4DD603C96947}"/>
                </a:ext>
              </a:extLst>
            </p:cNvPr>
            <p:cNvSpPr/>
            <p:nvPr/>
          </p:nvSpPr>
          <p:spPr>
            <a:xfrm>
              <a:off x="10870434" y="3026712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REDACTED_00276</a:t>
              </a:r>
            </a:p>
          </p:txBody>
        </p:sp>
        <p:sp>
          <p:nvSpPr>
            <p:cNvPr id="252" name="Shape 250">
              <a:extLst>
                <a:ext uri="{FF2B5EF4-FFF2-40B4-BE49-F238E27FC236}">
                  <a16:creationId xmlns:a16="http://schemas.microsoft.com/office/drawing/2014/main" id="{D5C4DFC7-2E90-EDAD-A1A3-87A33E92701B}"/>
                </a:ext>
              </a:extLst>
            </p:cNvPr>
            <p:cNvSpPr/>
            <p:nvPr/>
          </p:nvSpPr>
          <p:spPr>
            <a:xfrm>
              <a:off x="10198302" y="3237891"/>
              <a:ext cx="642931" cy="64008"/>
            </a:xfrm>
            <a:prstGeom prst="rect">
              <a:avLst/>
            </a:prstGeom>
            <a:solidFill>
              <a:srgbClr val="003C23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4" name="Shape 252a">
              <a:extLst>
                <a:ext uri="{FF2B5EF4-FFF2-40B4-BE49-F238E27FC236}">
                  <a16:creationId xmlns:a16="http://schemas.microsoft.com/office/drawing/2014/main" id="{0D12C2C6-B7B1-68EB-5DB0-CCA12703CDB9}"/>
                </a:ext>
              </a:extLst>
            </p:cNvPr>
            <p:cNvSpPr/>
            <p:nvPr/>
          </p:nvSpPr>
          <p:spPr>
            <a:xfrm>
              <a:off x="10857489" y="3237891"/>
              <a:ext cx="838477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6" name="Text 254a">
              <a:extLst>
                <a:ext uri="{FF2B5EF4-FFF2-40B4-BE49-F238E27FC236}">
                  <a16:creationId xmlns:a16="http://schemas.microsoft.com/office/drawing/2014/main" id="{19600290-8761-1165-EAC7-A7CB2D511425}"/>
                </a:ext>
              </a:extLst>
            </p:cNvPr>
            <p:cNvSpPr/>
            <p:nvPr/>
          </p:nvSpPr>
          <p:spPr>
            <a:xfrm>
              <a:off x="11700022" y="3289631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003C23"/>
                  </a:solidFill>
                  <a:latin typeface="Calibri"/>
                </a:rPr>
                <a:t>REDACTED_00277</a:t>
              </a:r>
            </a:p>
          </p:txBody>
        </p:sp>
      </p:grpSp>
      <p:sp>
        <p:nvSpPr>
          <p:cNvPr id="151" name="Shape 130">
            <a:extLst>
              <a:ext uri="{FF2B5EF4-FFF2-40B4-BE49-F238E27FC236}">
                <a16:creationId xmlns:a16="http://schemas.microsoft.com/office/drawing/2014/main" id="{EE7B575C-AEA0-7348-37DC-06A8B628013D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919AA19-F36C-D842-CE0E-B1ECFB216579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5" name="Picture 154" descr="A black and blue logo  AI-generated content may be incorrect.">
            <a:extLst>
              <a:ext uri="{FF2B5EF4-FFF2-40B4-BE49-F238E27FC236}">
                <a16:creationId xmlns:a16="http://schemas.microsoft.com/office/drawing/2014/main" id="{172278F5-37FF-0F75-0CBC-F8AC91C3D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60" name="Text 211a">
            <a:extLst>
              <a:ext uri="{FF2B5EF4-FFF2-40B4-BE49-F238E27FC236}">
                <a16:creationId xmlns:a16="http://schemas.microsoft.com/office/drawing/2014/main" id="{1F571696-597B-A19C-6212-425C6582ED6F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62" name="Text 213a">
            <a:extLst>
              <a:ext uri="{FF2B5EF4-FFF2-40B4-BE49-F238E27FC236}">
                <a16:creationId xmlns:a16="http://schemas.microsoft.com/office/drawing/2014/main" id="{472D15BB-0541-49F7-C0E4-8D45FCD6B809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4" name="Text 218a">
            <a:extLst>
              <a:ext uri="{FF2B5EF4-FFF2-40B4-BE49-F238E27FC236}">
                <a16:creationId xmlns:a16="http://schemas.microsoft.com/office/drawing/2014/main" id="{3751A72C-8F31-4FD3-3C66-6CCADE72B022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6" name="Shape 229">
            <a:extLst>
              <a:ext uri="{FF2B5EF4-FFF2-40B4-BE49-F238E27FC236}">
                <a16:creationId xmlns:a16="http://schemas.microsoft.com/office/drawing/2014/main" id="{A6D11B6A-7484-1883-D6C1-74BA928C2EC0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rgbClr val="C8EDE8"/>
          </a:solidFill>
          <a:ln w="12700">
            <a:solidFill>
              <a:srgbClr val="C8EDE8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rgbClr val="0F6E56"/>
                </a:solidFill>
              </a:rPr>
              <a:t>REDACTED_00278</a:t>
            </a:r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F6D9AD3A-DF1A-D2CA-50B5-A4790D56E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651" y="6208978"/>
            <a:ext cx="1852551" cy="814115"/>
          </a:xfrm>
          <a:prstGeom prst="rect">
            <a:avLst/>
          </a:prstGeom>
          <a:noFill/>
        </p:spPr>
      </p:pic>
      <p:sp>
        <p:nvSpPr>
          <p:cNvPr id="177" name="Shape 10">
            <a:extLst>
              <a:ext uri="{FF2B5EF4-FFF2-40B4-BE49-F238E27FC236}">
                <a16:creationId xmlns:a16="http://schemas.microsoft.com/office/drawing/2014/main" id="{20162A33-42ED-7E09-F1BD-D2D484419640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0" name="Text 31">
            <a:extLst>
              <a:ext uri="{FF2B5EF4-FFF2-40B4-BE49-F238E27FC236}">
                <a16:creationId xmlns:a16="http://schemas.microsoft.com/office/drawing/2014/main" id="{088B3116-D137-CFA9-7C27-FCF9C7B8C178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82" name="Shape 32">
            <a:extLst>
              <a:ext uri="{FF2B5EF4-FFF2-40B4-BE49-F238E27FC236}">
                <a16:creationId xmlns:a16="http://schemas.microsoft.com/office/drawing/2014/main" id="{07D7B09E-E85D-4114-F37E-B133047BFDAA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4" name="Text 33">
            <a:extLst>
              <a:ext uri="{FF2B5EF4-FFF2-40B4-BE49-F238E27FC236}">
                <a16:creationId xmlns:a16="http://schemas.microsoft.com/office/drawing/2014/main" id="{D179480B-F5E4-FDD7-7B80-2D134AB66B33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REDACTED_00279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186" name="Text 33">
            <a:extLst>
              <a:ext uri="{FF2B5EF4-FFF2-40B4-BE49-F238E27FC236}">
                <a16:creationId xmlns:a16="http://schemas.microsoft.com/office/drawing/2014/main" id="{08812D3B-FBAF-0CBA-3394-E851B3592701}"/>
              </a:ext>
            </a:extLst>
          </p:cNvPr>
          <p:cNvSpPr/>
          <p:nvPr/>
        </p:nvSpPr>
        <p:spPr>
          <a:xfrm>
            <a:off x="180001" y="2855798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REDACTED_00280</a:t>
            </a:r>
          </a:p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>
                <a:solidFill>
                  <a:srgbClr val="444444"/>
                </a:solidFill>
              </a:rPr>
              <a:t>REDACTED_00281</a:t>
            </a:r>
            <a:endParaRPr lang="en-US" sz="800"/>
          </a:p>
        </p:txBody>
      </p:sp>
      <p:sp>
        <p:nvSpPr>
          <p:cNvPr id="188" name="Text 31">
            <a:extLst>
              <a:ext uri="{FF2B5EF4-FFF2-40B4-BE49-F238E27FC236}">
                <a16:creationId xmlns:a16="http://schemas.microsoft.com/office/drawing/2014/main" id="{554ECC9E-AFA3-E119-7CE8-92BC4A89053D}"/>
              </a:ext>
            </a:extLst>
          </p:cNvPr>
          <p:cNvSpPr/>
          <p:nvPr/>
        </p:nvSpPr>
        <p:spPr>
          <a:xfrm>
            <a:off x="180000" y="2688545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90" name="Shape 32">
            <a:extLst>
              <a:ext uri="{FF2B5EF4-FFF2-40B4-BE49-F238E27FC236}">
                <a16:creationId xmlns:a16="http://schemas.microsoft.com/office/drawing/2014/main" id="{ED75945E-5B78-9E45-6A8B-C6BE320A7A0B}"/>
              </a:ext>
            </a:extLst>
          </p:cNvPr>
          <p:cNvSpPr/>
          <p:nvPr/>
        </p:nvSpPr>
        <p:spPr>
          <a:xfrm>
            <a:off x="144000" y="2807417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2" name="Shape 10">
            <a:extLst>
              <a:ext uri="{FF2B5EF4-FFF2-40B4-BE49-F238E27FC236}">
                <a16:creationId xmlns:a16="http://schemas.microsoft.com/office/drawing/2014/main" id="{71E31DF9-48BB-7E32-AC6B-648EDB42B518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6" name="Shape 16">
            <a:extLst>
              <a:ext uri="{FF2B5EF4-FFF2-40B4-BE49-F238E27FC236}">
                <a16:creationId xmlns:a16="http://schemas.microsoft.com/office/drawing/2014/main" id="{E21450DC-42DB-A518-8DB8-A31BD5A07FDE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REDACTED_00282</a:t>
            </a:r>
          </a:p>
        </p:txBody>
      </p:sp>
      <p:sp>
        <p:nvSpPr>
          <p:cNvPr id="198" name="Shape 16">
            <a:extLst>
              <a:ext uri="{FF2B5EF4-FFF2-40B4-BE49-F238E27FC236}">
                <a16:creationId xmlns:a16="http://schemas.microsoft.com/office/drawing/2014/main" id="{88F09042-BB4A-CFCB-1C87-DADB30433EF2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REDACTED_00282</a:t>
            </a:r>
          </a:p>
        </p:txBody>
      </p:sp>
      <p:sp>
        <p:nvSpPr>
          <p:cNvPr id="200" name="Shape 16">
            <a:extLst>
              <a:ext uri="{FF2B5EF4-FFF2-40B4-BE49-F238E27FC236}">
                <a16:creationId xmlns:a16="http://schemas.microsoft.com/office/drawing/2014/main" id="{F5AA9E51-8CDC-254F-7677-3DB6E562949A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REDACTED_00283</a:t>
            </a:r>
          </a:p>
        </p:txBody>
      </p:sp>
      <p:sp>
        <p:nvSpPr>
          <p:cNvPr id="202" name="Shape 16">
            <a:extLst>
              <a:ext uri="{FF2B5EF4-FFF2-40B4-BE49-F238E27FC236}">
                <a16:creationId xmlns:a16="http://schemas.microsoft.com/office/drawing/2014/main" id="{001872A6-D004-BC54-E4D2-29994B852422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bg2"/>
                </a:solidFill>
              </a:rPr>
              <a:t>REDACTED_00284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4C8798C6-C7E1-21EE-8732-D634F8E73FF4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REDACTED_00078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A60262F-F947-12E4-83FF-7EAE27E4C263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REDACTED_00079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D6F5A6DE-11F0-B59F-2B2E-EEB3996ADFEF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REDACTED_00080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4970DB2-0447-8CCE-B47C-5186FA24ED4A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REDACTED_00081</a:t>
            </a:r>
          </a:p>
        </p:txBody>
      </p:sp>
      <p:sp>
        <p:nvSpPr>
          <p:cNvPr id="224" name="Shape 46">
            <a:extLst>
              <a:ext uri="{FF2B5EF4-FFF2-40B4-BE49-F238E27FC236}">
                <a16:creationId xmlns:a16="http://schemas.microsoft.com/office/drawing/2014/main" id="{5B3BC94F-1F45-DCAB-025B-8D560C2FEE38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9EA17790-76F3-8149-DA74-35D33B2F9AA8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28" name="Shape 37">
              <a:extLst>
                <a:ext uri="{FF2B5EF4-FFF2-40B4-BE49-F238E27FC236}">
                  <a16:creationId xmlns:a16="http://schemas.microsoft.com/office/drawing/2014/main" id="{FECACF7E-DDA5-C90C-D2BD-E624044B043C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9" name="Shape 38">
              <a:extLst>
                <a:ext uri="{FF2B5EF4-FFF2-40B4-BE49-F238E27FC236}">
                  <a16:creationId xmlns:a16="http://schemas.microsoft.com/office/drawing/2014/main" id="{A36ACC9C-E216-7183-D321-5EEF50E52126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0" name="Text 39">
              <a:extLst>
                <a:ext uri="{FF2B5EF4-FFF2-40B4-BE49-F238E27FC236}">
                  <a16:creationId xmlns:a16="http://schemas.microsoft.com/office/drawing/2014/main" id="{A73ACEE5-B6D5-B914-DF6E-4FD5EAFD2193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REDACTED_00285</a:t>
              </a:r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E2E26134-BCE3-354A-A2D0-25A2E2DBB5C5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32" name="Shape 37">
              <a:extLst>
                <a:ext uri="{FF2B5EF4-FFF2-40B4-BE49-F238E27FC236}">
                  <a16:creationId xmlns:a16="http://schemas.microsoft.com/office/drawing/2014/main" id="{FCBCAD7E-6719-1F6A-2371-637B8B5ABB82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Shape 38">
              <a:extLst>
                <a:ext uri="{FF2B5EF4-FFF2-40B4-BE49-F238E27FC236}">
                  <a16:creationId xmlns:a16="http://schemas.microsoft.com/office/drawing/2014/main" id="{8EBD0BDE-81BB-3BF0-40AF-CF214091361C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4" name="Text 39">
              <a:extLst>
                <a:ext uri="{FF2B5EF4-FFF2-40B4-BE49-F238E27FC236}">
                  <a16:creationId xmlns:a16="http://schemas.microsoft.com/office/drawing/2014/main" id="{CEFA8998-31DF-BDB3-9A4A-3D6B4B8E1C0E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REDACTED_00286</a:t>
              </a:r>
              <a:endParaRPr lang="en-US" sz="800"/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3044707E-850C-DBB3-660A-C4C1BF3DD0A8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36" name="Shape 37">
              <a:extLst>
                <a:ext uri="{FF2B5EF4-FFF2-40B4-BE49-F238E27FC236}">
                  <a16:creationId xmlns:a16="http://schemas.microsoft.com/office/drawing/2014/main" id="{D8AD19B6-C222-737B-A293-B07AC92C1044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Shape 38">
              <a:extLst>
                <a:ext uri="{FF2B5EF4-FFF2-40B4-BE49-F238E27FC236}">
                  <a16:creationId xmlns:a16="http://schemas.microsoft.com/office/drawing/2014/main" id="{2FFA9332-AD9D-A44C-E681-5C7B0F0381A7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8" name="Text 39">
              <a:extLst>
                <a:ext uri="{FF2B5EF4-FFF2-40B4-BE49-F238E27FC236}">
                  <a16:creationId xmlns:a16="http://schemas.microsoft.com/office/drawing/2014/main" id="{D463912A-3257-BD70-6D2D-DEF098D1BD15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REDACTED_00287</a:t>
              </a:r>
              <a:endParaRPr lang="en-US" sz="800"/>
            </a:p>
          </p:txBody>
        </p:sp>
      </p:grpSp>
      <p:sp>
        <p:nvSpPr>
          <p:cNvPr id="239" name="Shape 229">
            <a:extLst>
              <a:ext uri="{FF2B5EF4-FFF2-40B4-BE49-F238E27FC236}">
                <a16:creationId xmlns:a16="http://schemas.microsoft.com/office/drawing/2014/main" id="{7578ECFF-B50E-B225-48A8-EE5B79B1AD7D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rgbClr val="C8EDE8"/>
          </a:solidFill>
          <a:ln w="12700">
            <a:solidFill>
              <a:srgbClr val="C8EDE8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rgbClr val="0F6E56"/>
                </a:solidFill>
              </a:rPr>
              <a:t>REDACTED_00082</a:t>
            </a:r>
          </a:p>
        </p:txBody>
      </p:sp>
      <p:sp>
        <p:nvSpPr>
          <p:cNvPr id="241" name="Shape 46">
            <a:extLst>
              <a:ext uri="{FF2B5EF4-FFF2-40B4-BE49-F238E27FC236}">
                <a16:creationId xmlns:a16="http://schemas.microsoft.com/office/drawing/2014/main" id="{5F9CF5FA-35BF-8CB6-5A4E-7CD4D726700D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2" name="Text 35">
            <a:extLst>
              <a:ext uri="{FF2B5EF4-FFF2-40B4-BE49-F238E27FC236}">
                <a16:creationId xmlns:a16="http://schemas.microsoft.com/office/drawing/2014/main" id="{520F3DD8-EA41-D319-0915-3BF87ACC06FC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74" name="Shape 36">
            <a:extLst>
              <a:ext uri="{FF2B5EF4-FFF2-40B4-BE49-F238E27FC236}">
                <a16:creationId xmlns:a16="http://schemas.microsoft.com/office/drawing/2014/main" id="{EDA0E282-90A5-4831-2CC5-CA7AF6E46A61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6" name="Shape 36">
            <a:extLst>
              <a:ext uri="{FF2B5EF4-FFF2-40B4-BE49-F238E27FC236}">
                <a16:creationId xmlns:a16="http://schemas.microsoft.com/office/drawing/2014/main" id="{6DACC9D3-9EAD-9A8B-D626-5C09C60CA361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8" name="Text 35">
            <a:extLst>
              <a:ext uri="{FF2B5EF4-FFF2-40B4-BE49-F238E27FC236}">
                <a16:creationId xmlns:a16="http://schemas.microsoft.com/office/drawing/2014/main" id="{08041F21-A522-CCE6-8BC3-3CFA1AC3FA55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1D3162-20C6-4B98-C5ED-E5BAFC641237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003C23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REDACTED_00288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REDACTED_00289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REDACTED_00290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941A35-C616-BCD7-B630-C892DE3B2450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REDACTED_00291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REDACTED_00292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REDACTED_00293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REDACTED_00294</a:t>
            </a:r>
          </a:p>
        </p:txBody>
      </p:sp>
      <p:sp>
        <p:nvSpPr>
          <p:cNvPr id="50" name="Shape 32">
            <a:extLst>
              <a:ext uri="{FF2B5EF4-FFF2-40B4-BE49-F238E27FC236}">
                <a16:creationId xmlns:a16="http://schemas.microsoft.com/office/drawing/2014/main" id="{AD83084D-9973-11C9-7CFF-54D68868DE20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35">
            <a:extLst>
              <a:ext uri="{FF2B5EF4-FFF2-40B4-BE49-F238E27FC236}">
                <a16:creationId xmlns:a16="http://schemas.microsoft.com/office/drawing/2014/main" id="{7313CDA0-70B2-065D-09B6-770E340C1F3E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5" name="Shape 36">
            <a:extLst>
              <a:ext uri="{FF2B5EF4-FFF2-40B4-BE49-F238E27FC236}">
                <a16:creationId xmlns:a16="http://schemas.microsoft.com/office/drawing/2014/main" id="{FC919AD7-FC5D-D5D7-8040-E48DDC9B7E3E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5">
            <a:extLst>
              <a:ext uri="{FF2B5EF4-FFF2-40B4-BE49-F238E27FC236}">
                <a16:creationId xmlns:a16="http://schemas.microsoft.com/office/drawing/2014/main" id="{986618D9-A0D0-3E20-22EC-E9EBB4D78086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9" name="Shape 36">
            <a:extLst>
              <a:ext uri="{FF2B5EF4-FFF2-40B4-BE49-F238E27FC236}">
                <a16:creationId xmlns:a16="http://schemas.microsoft.com/office/drawing/2014/main" id="{5A885476-D374-8B38-9B93-1D3ACEDBB858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A5FAA4D-2087-834E-A920-0C0129EFEA87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11" name="PersonIcon">
              <a:extLst>
                <a:ext uri="{FF2B5EF4-FFF2-40B4-BE49-F238E27FC236}">
                  <a16:creationId xmlns:a16="http://schemas.microsoft.com/office/drawing/2014/main" id="{35FA4D01-EFE6-4CB9-7BA9-774FCD643CD8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 107">
              <a:extLst>
                <a:ext uri="{FF2B5EF4-FFF2-40B4-BE49-F238E27FC236}">
                  <a16:creationId xmlns:a16="http://schemas.microsoft.com/office/drawing/2014/main" id="{04651468-5A33-9BBC-39CA-B18D3C391E7C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3" name="Text 108">
              <a:extLst>
                <a:ext uri="{FF2B5EF4-FFF2-40B4-BE49-F238E27FC236}">
                  <a16:creationId xmlns:a16="http://schemas.microsoft.com/office/drawing/2014/main" id="{4DCE0358-8D00-E90A-A3EC-80C3F8E553E7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REDACTED_00004</a:t>
              </a:r>
              <a:endParaRPr lang="en-US" sz="80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88A618A-2038-BF4C-707A-59B5F271655A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15" name="BuildingIcon">
              <a:extLst>
                <a:ext uri="{FF2B5EF4-FFF2-40B4-BE49-F238E27FC236}">
                  <a16:creationId xmlns:a16="http://schemas.microsoft.com/office/drawing/2014/main" id="{86197C41-C66A-61CD-7AAE-70CE7CE59887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 109">
              <a:extLst>
                <a:ext uri="{FF2B5EF4-FFF2-40B4-BE49-F238E27FC236}">
                  <a16:creationId xmlns:a16="http://schemas.microsoft.com/office/drawing/2014/main" id="{9F712262-B5A4-6F48-15D8-7C6F0A469B60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7" name="Text 110">
              <a:extLst>
                <a:ext uri="{FF2B5EF4-FFF2-40B4-BE49-F238E27FC236}">
                  <a16:creationId xmlns:a16="http://schemas.microsoft.com/office/drawing/2014/main" id="{833B0C37-AF21-F8D8-F98C-BA820269E2AB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REDACTED_00006</a:t>
              </a:r>
              <a:endParaRPr lang="en-US" sz="8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DD4F05-3527-508A-56AA-BF443B7D55AF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19" name="GradCapIcon">
              <a:extLst>
                <a:ext uri="{FF2B5EF4-FFF2-40B4-BE49-F238E27FC236}">
                  <a16:creationId xmlns:a16="http://schemas.microsoft.com/office/drawing/2014/main" id="{C61F2505-17E8-D188-D0BF-9758C3623253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 111">
              <a:extLst>
                <a:ext uri="{FF2B5EF4-FFF2-40B4-BE49-F238E27FC236}">
                  <a16:creationId xmlns:a16="http://schemas.microsoft.com/office/drawing/2014/main" id="{71C7C93E-B66C-7280-3548-437F83A85DC7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21" name="Text 112">
              <a:extLst>
                <a:ext uri="{FF2B5EF4-FFF2-40B4-BE49-F238E27FC236}">
                  <a16:creationId xmlns:a16="http://schemas.microsoft.com/office/drawing/2014/main" id="{96650BEE-C2FD-717D-0F58-E8EF5F6C8E09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REDACTED_00258</a:t>
              </a:r>
              <a:endParaRPr lang="en-US" sz="800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FF8ED559-44ED-39D0-D1D0-84C8C6BCA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800" y="4413600"/>
            <a:ext cx="1315738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19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B7A7FD5-3ACF-B69D-2C23-F0B0F0E061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6000" y="4413600"/>
            <a:ext cx="1315738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19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33C73DA-CEE8-AA94-7DB9-024B0FA79B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19000"/>
              </a:prstClr>
            </a:outerShdw>
          </a:effec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C3378EC-7C13-9301-55B6-D0DCB852B56E}"/>
              </a:ext>
            </a:extLst>
          </p:cNvPr>
          <p:cNvSpPr txBox="1"/>
          <p:nvPr/>
        </p:nvSpPr>
        <p:spPr>
          <a:xfrm>
            <a:off x="2088000" y="4636261"/>
            <a:ext cx="3266425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47625" marR="0" lvl="0" indent="-47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REDACTED_00295</a:t>
            </a:r>
          </a:p>
          <a:p>
            <a:pPr marL="47625" marR="0" lvl="0" indent="-47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REDACTED_00296</a:t>
            </a:r>
          </a:p>
          <a:p>
            <a:pPr marL="47625" marR="0" lvl="0" indent="-47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REDACTED_00297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16DFC8AC-409F-5FBE-DC1E-41BB0EF52448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003C23"/>
                </a:solidFill>
              </a:rPr>
              <a:t>REDACTED_00038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4208BE-7A8D-C561-5CF1-1EA7E9420770}"/>
              </a:ext>
            </a:extLst>
          </p:cNvPr>
          <p:cNvGrpSpPr/>
          <p:nvPr/>
        </p:nvGrpSpPr>
        <p:grpSpPr>
          <a:xfrm>
            <a:off x="9986400" y="2847600"/>
            <a:ext cx="2222197" cy="3087520"/>
            <a:chOff x="11866206" y="7800394"/>
            <a:chExt cx="2222197" cy="3087520"/>
          </a:xfrm>
        </p:grpSpPr>
        <p:sp>
          <p:nvSpPr>
            <p:cNvPr id="6" name="Text 11">
              <a:extLst>
                <a:ext uri="{FF2B5EF4-FFF2-40B4-BE49-F238E27FC236}">
                  <a16:creationId xmlns:a16="http://schemas.microsoft.com/office/drawing/2014/main" id="{0DB1F1D3-93CE-B60D-482A-B376FC427A79}"/>
                </a:ext>
              </a:extLst>
            </p:cNvPr>
            <p:cNvSpPr>
              <a:spLocks/>
            </p:cNvSpPr>
            <p:nvPr/>
          </p:nvSpPr>
          <p:spPr>
            <a:xfrm>
              <a:off x="12487244" y="788301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444444"/>
                  </a:solidFill>
                </a:rPr>
                <a:t>REDACTED_00039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REDACTED_00298</a:t>
              </a:r>
            </a:p>
          </p:txBody>
        </p:sp>
        <p:sp>
          <p:nvSpPr>
            <p:cNvPr id="8" name="Text 12">
              <a:extLst>
                <a:ext uri="{FF2B5EF4-FFF2-40B4-BE49-F238E27FC236}">
                  <a16:creationId xmlns:a16="http://schemas.microsoft.com/office/drawing/2014/main" id="{92431E99-8597-AE95-70AC-70566444BA96}"/>
                </a:ext>
              </a:extLst>
            </p:cNvPr>
            <p:cNvSpPr>
              <a:spLocks/>
            </p:cNvSpPr>
            <p:nvPr/>
          </p:nvSpPr>
          <p:spPr>
            <a:xfrm>
              <a:off x="12487244" y="7926956"/>
              <a:ext cx="1601159" cy="1322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650">
                <a:solidFill>
                  <a:srgbClr val="444444"/>
                </a:solidFill>
              </a:endParaRPr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2009DBA1-5C95-1CBD-F219-FADCE44504A0}"/>
                </a:ext>
              </a:extLst>
            </p:cNvPr>
            <p:cNvSpPr>
              <a:spLocks/>
            </p:cNvSpPr>
            <p:nvPr/>
          </p:nvSpPr>
          <p:spPr>
            <a:xfrm>
              <a:off x="12487244" y="8276419"/>
              <a:ext cx="1440000" cy="2910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REDACTED_00083</a:t>
              </a:r>
            </a:p>
          </p:txBody>
        </p:sp>
        <p:sp>
          <p:nvSpPr>
            <p:cNvPr id="24" name="Text 19">
              <a:extLst>
                <a:ext uri="{FF2B5EF4-FFF2-40B4-BE49-F238E27FC236}">
                  <a16:creationId xmlns:a16="http://schemas.microsoft.com/office/drawing/2014/main" id="{3090DF82-906E-5F84-273E-5AE4ECBDC20B}"/>
                </a:ext>
              </a:extLst>
            </p:cNvPr>
            <p:cNvSpPr>
              <a:spLocks/>
            </p:cNvSpPr>
            <p:nvPr/>
          </p:nvSpPr>
          <p:spPr>
            <a:xfrm>
              <a:off x="12487245" y="8802118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 b="1">
                  <a:solidFill>
                    <a:srgbClr val="444444"/>
                  </a:solidFill>
                </a:rPr>
                <a:t>REDACTED_00084</a:t>
              </a:r>
            </a:p>
            <a:p>
              <a:r>
                <a:rPr lang="en-US" sz="650" b="1">
                  <a:solidFill>
                    <a:srgbClr val="444444"/>
                  </a:solidFill>
                </a:rPr>
                <a:t>REDACTED_00299</a:t>
              </a: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7725BE02-1406-4AA1-6356-94BD22C1DAB2}"/>
                </a:ext>
              </a:extLst>
            </p:cNvPr>
            <p:cNvSpPr>
              <a:spLocks/>
            </p:cNvSpPr>
            <p:nvPr/>
          </p:nvSpPr>
          <p:spPr>
            <a:xfrm>
              <a:off x="12487244" y="9264777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REDACTED_00300</a:t>
              </a:r>
            </a:p>
          </p:txBody>
        </p:sp>
        <p:sp>
          <p:nvSpPr>
            <p:cNvPr id="28" name="Text 28">
              <a:extLst>
                <a:ext uri="{FF2B5EF4-FFF2-40B4-BE49-F238E27FC236}">
                  <a16:creationId xmlns:a16="http://schemas.microsoft.com/office/drawing/2014/main" id="{22933B08-F358-F4C5-CFB9-6339CE00EEE4}"/>
                </a:ext>
              </a:extLst>
            </p:cNvPr>
            <p:cNvSpPr>
              <a:spLocks/>
            </p:cNvSpPr>
            <p:nvPr/>
          </p:nvSpPr>
          <p:spPr>
            <a:xfrm>
              <a:off x="12487244" y="9670161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REDACTED_00301</a:t>
              </a:r>
            </a:p>
          </p:txBody>
        </p:sp>
        <p:sp>
          <p:nvSpPr>
            <p:cNvPr id="29" name="Text 32">
              <a:extLst>
                <a:ext uri="{FF2B5EF4-FFF2-40B4-BE49-F238E27FC236}">
                  <a16:creationId xmlns:a16="http://schemas.microsoft.com/office/drawing/2014/main" id="{1B0E344D-AE74-3359-DE56-F9DB97101AF0}"/>
                </a:ext>
              </a:extLst>
            </p:cNvPr>
            <p:cNvSpPr>
              <a:spLocks/>
            </p:cNvSpPr>
            <p:nvPr/>
          </p:nvSpPr>
          <p:spPr>
            <a:xfrm>
              <a:off x="12487244" y="1064653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REDACTED_00058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REDACTED_00226</a:t>
              </a:r>
            </a:p>
          </p:txBody>
        </p:sp>
        <p:sp>
          <p:nvSpPr>
            <p:cNvPr id="30" name="Shape 188">
              <a:extLst>
                <a:ext uri="{FF2B5EF4-FFF2-40B4-BE49-F238E27FC236}">
                  <a16:creationId xmlns:a16="http://schemas.microsoft.com/office/drawing/2014/main" id="{34D31F22-9100-1A89-4ABF-5A55E9005BD9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2772000"/>
            </a:xfrm>
            <a:prstGeom prst="roundRect">
              <a:avLst>
                <a:gd name="adj" fmla="val 44444"/>
              </a:avLst>
            </a:prstGeom>
            <a:solidFill>
              <a:schemeClr val="bg2"/>
            </a:solidFill>
            <a:ln w="12700">
              <a:solidFill>
                <a:schemeClr val="bg2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Shape 189">
              <a:extLst>
                <a:ext uri="{FF2B5EF4-FFF2-40B4-BE49-F238E27FC236}">
                  <a16:creationId xmlns:a16="http://schemas.microsoft.com/office/drawing/2014/main" id="{0251644D-6872-7F4D-5227-7CA2E6AFBECE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1332000"/>
            </a:xfrm>
            <a:prstGeom prst="roundRect">
              <a:avLst>
                <a:gd name="adj" fmla="val 44444"/>
              </a:avLst>
            </a:prstGeom>
            <a:solidFill>
              <a:srgbClr val="003C23"/>
            </a:solidFill>
            <a:ln w="1270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Shape 206">
              <a:extLst>
                <a:ext uri="{FF2B5EF4-FFF2-40B4-BE49-F238E27FC236}">
                  <a16:creationId xmlns:a16="http://schemas.microsoft.com/office/drawing/2014/main" id="{E24C6AB1-2A07-8B66-89B5-5DA23602A4B6}"/>
                </a:ext>
              </a:extLst>
            </p:cNvPr>
            <p:cNvSpPr>
              <a:spLocks/>
            </p:cNvSpPr>
            <p:nvPr/>
          </p:nvSpPr>
          <p:spPr>
            <a:xfrm>
              <a:off x="11866206" y="8683496"/>
              <a:ext cx="396000" cy="396000"/>
            </a:xfrm>
            <a:prstGeom prst="ellipse">
              <a:avLst/>
            </a:prstGeom>
            <a:solidFill>
              <a:srgbClr val="003C23"/>
            </a:solidFill>
            <a:ln w="1905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EABFD72-22AD-0CF5-9054-9647E7D30D62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7800394"/>
              <a:ext cx="324000" cy="324000"/>
              <a:chOff x="11899058" y="7800394"/>
              <a:chExt cx="324000" cy="324000"/>
            </a:xfrm>
          </p:grpSpPr>
          <p:sp>
            <p:nvSpPr>
              <p:cNvPr id="70" name="Shape 190">
                <a:extLst>
                  <a:ext uri="{FF2B5EF4-FFF2-40B4-BE49-F238E27FC236}">
                    <a16:creationId xmlns:a16="http://schemas.microsoft.com/office/drawing/2014/main" id="{0BCAA116-2247-DA36-DE2D-5EB2DA4143F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71" name="Text 191">
                <a:extLst>
                  <a:ext uri="{FF2B5EF4-FFF2-40B4-BE49-F238E27FC236}">
                    <a16:creationId xmlns:a16="http://schemas.microsoft.com/office/drawing/2014/main" id="{0EFC6898-7261-A40D-D68A-D2D61EECA6A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2"/>
                    </a:solidFill>
                  </a:rPr>
                  <a:t>REDACTED_00051</a:t>
                </a:r>
                <a:endParaRPr lang="en-US" sz="65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B30A159-A75E-5E0B-F056-8E2871C5EF80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8259945"/>
              <a:ext cx="324000" cy="324000"/>
              <a:chOff x="11899058" y="8352765"/>
              <a:chExt cx="324000" cy="324000"/>
            </a:xfrm>
          </p:grpSpPr>
          <p:sp>
            <p:nvSpPr>
              <p:cNvPr id="60" name="Shape 193">
                <a:extLst>
                  <a:ext uri="{FF2B5EF4-FFF2-40B4-BE49-F238E27FC236}">
                    <a16:creationId xmlns:a16="http://schemas.microsoft.com/office/drawing/2014/main" id="{96ED972E-10BF-B0E0-D07F-59AA79F32FA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8352765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65" name="Text 194">
                <a:extLst>
                  <a:ext uri="{FF2B5EF4-FFF2-40B4-BE49-F238E27FC236}">
                    <a16:creationId xmlns:a16="http://schemas.microsoft.com/office/drawing/2014/main" id="{F7A9D526-DEAD-867E-0740-C1AFBE0B133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8385498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650" b="1">
                    <a:solidFill>
                      <a:schemeClr val="bg2"/>
                    </a:solidFill>
                  </a:rPr>
                  <a:t>REDACTED_00052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1E1E4C9-0FBB-7954-36F1-F494FEF41901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9644814"/>
              <a:ext cx="324000" cy="324000"/>
              <a:chOff x="11899058" y="10018201"/>
              <a:chExt cx="324000" cy="324000"/>
            </a:xfrm>
          </p:grpSpPr>
          <p:sp>
            <p:nvSpPr>
              <p:cNvPr id="53" name="Shape 202">
                <a:extLst>
                  <a:ext uri="{FF2B5EF4-FFF2-40B4-BE49-F238E27FC236}">
                    <a16:creationId xmlns:a16="http://schemas.microsoft.com/office/drawing/2014/main" id="{0C88F80A-63FE-4517-8971-D46F160B3B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003C23"/>
                  </a:solidFill>
                </a:endParaRPr>
              </a:p>
            </p:txBody>
          </p:sp>
          <p:sp>
            <p:nvSpPr>
              <p:cNvPr id="54" name="Text 207">
                <a:extLst>
                  <a:ext uri="{FF2B5EF4-FFF2-40B4-BE49-F238E27FC236}">
                    <a16:creationId xmlns:a16="http://schemas.microsoft.com/office/drawing/2014/main" id="{498412E0-0125-9472-D5AF-CBFE4258AD8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REDACTED_00055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FCF8718-7E58-E258-280E-B7F1E2D0C1DA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563914"/>
              <a:ext cx="324000" cy="324000"/>
              <a:chOff x="11899058" y="10563914"/>
              <a:chExt cx="324000" cy="324000"/>
            </a:xfrm>
          </p:grpSpPr>
          <p:sp>
            <p:nvSpPr>
              <p:cNvPr id="48" name="Shape 210">
                <a:extLst>
                  <a:ext uri="{FF2B5EF4-FFF2-40B4-BE49-F238E27FC236}">
                    <a16:creationId xmlns:a16="http://schemas.microsoft.com/office/drawing/2014/main" id="{8877BA25-626E-B3F3-D299-0DCD28A8734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563914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2" name="Text 211">
                <a:extLst>
                  <a:ext uri="{FF2B5EF4-FFF2-40B4-BE49-F238E27FC236}">
                    <a16:creationId xmlns:a16="http://schemas.microsoft.com/office/drawing/2014/main" id="{230747BD-FC5F-9C7E-F397-C4A15CE1DCB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581914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REDACTED_00057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A8456FA-6617-2F63-9E0A-874884C91643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132" y="9179047"/>
              <a:ext cx="324149" cy="330216"/>
              <a:chOff x="11898909" y="9466650"/>
              <a:chExt cx="324149" cy="330216"/>
            </a:xfrm>
          </p:grpSpPr>
          <p:sp>
            <p:nvSpPr>
              <p:cNvPr id="45" name="Text 203">
                <a:extLst>
                  <a:ext uri="{FF2B5EF4-FFF2-40B4-BE49-F238E27FC236}">
                    <a16:creationId xmlns:a16="http://schemas.microsoft.com/office/drawing/2014/main" id="{58E4F357-BC4D-8399-3994-9E06E9412EE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9472866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1"/>
                    </a:solidFill>
                  </a:rPr>
                  <a:t>REDACTED_00090</a:t>
                </a:r>
                <a:endParaRPr lang="en-US" sz="65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Shape 202">
                <a:extLst>
                  <a:ext uri="{FF2B5EF4-FFF2-40B4-BE49-F238E27FC236}">
                    <a16:creationId xmlns:a16="http://schemas.microsoft.com/office/drawing/2014/main" id="{1CBDA6F1-B44C-5B35-5C8D-511355404D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8909" y="9466650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003C23"/>
                  </a:solidFill>
                </a:endParaRPr>
              </a:p>
            </p:txBody>
          </p:sp>
          <p:sp>
            <p:nvSpPr>
              <p:cNvPr id="47" name="Text 207">
                <a:extLst>
                  <a:ext uri="{FF2B5EF4-FFF2-40B4-BE49-F238E27FC236}">
                    <a16:creationId xmlns:a16="http://schemas.microsoft.com/office/drawing/2014/main" id="{8DF21A0D-C5CD-DD35-0754-BFF32E5663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9483706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REDACTED_00054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sp>
          <p:nvSpPr>
            <p:cNvPr id="40" name="Text 199">
              <a:extLst>
                <a:ext uri="{FF2B5EF4-FFF2-40B4-BE49-F238E27FC236}">
                  <a16:creationId xmlns:a16="http://schemas.microsoft.com/office/drawing/2014/main" id="{7E5A6CC6-114E-C0A5-0F00-38353CEF89EF}"/>
                </a:ext>
              </a:extLst>
            </p:cNvPr>
            <p:cNvSpPr>
              <a:spLocks/>
            </p:cNvSpPr>
            <p:nvPr/>
          </p:nvSpPr>
          <p:spPr>
            <a:xfrm>
              <a:off x="11913761" y="8738954"/>
              <a:ext cx="28800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chemeClr val="bg2"/>
                  </a:solidFill>
                </a:rPr>
                <a:t>REDACTED_00053</a:t>
              </a:r>
              <a:endParaRPr lang="en-US" sz="650">
                <a:solidFill>
                  <a:schemeClr val="bg2"/>
                </a:solidFill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72FBD0E-47B1-C03F-8211-59E8303D104C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104365"/>
              <a:ext cx="324000" cy="324000"/>
              <a:chOff x="11899058" y="10018201"/>
              <a:chExt cx="324000" cy="324000"/>
            </a:xfrm>
          </p:grpSpPr>
          <p:sp>
            <p:nvSpPr>
              <p:cNvPr id="43" name="Shape 202">
                <a:extLst>
                  <a:ext uri="{FF2B5EF4-FFF2-40B4-BE49-F238E27FC236}">
                    <a16:creationId xmlns:a16="http://schemas.microsoft.com/office/drawing/2014/main" id="{F41BACAD-8820-71C5-41F8-A845CE552C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4" name="Text 207">
                <a:extLst>
                  <a:ext uri="{FF2B5EF4-FFF2-40B4-BE49-F238E27FC236}">
                    <a16:creationId xmlns:a16="http://schemas.microsoft.com/office/drawing/2014/main" id="{3375907C-E2AE-1EA1-2596-E1F20B5F596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REDACTED_00056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sp>
          <p:nvSpPr>
            <p:cNvPr id="42" name="Text 28">
              <a:extLst>
                <a:ext uri="{FF2B5EF4-FFF2-40B4-BE49-F238E27FC236}">
                  <a16:creationId xmlns:a16="http://schemas.microsoft.com/office/drawing/2014/main" id="{054E437B-E362-7AED-4365-4320C872B4BD}"/>
                </a:ext>
              </a:extLst>
            </p:cNvPr>
            <p:cNvSpPr>
              <a:spLocks/>
            </p:cNvSpPr>
            <p:nvPr/>
          </p:nvSpPr>
          <p:spPr>
            <a:xfrm>
              <a:off x="12487245" y="10129712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REDACTED_00049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0293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89">
            <a:extLst>
              <a:ext uri="{FF2B5EF4-FFF2-40B4-BE49-F238E27FC236}">
                <a16:creationId xmlns:a16="http://schemas.microsoft.com/office/drawing/2014/main" id="{1495BCDC-7E9C-05AD-5E70-83FAC54F2D2C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9559" b="-2731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6" name="Shape 13">
            <a:extLst>
              <a:ext uri="{FF2B5EF4-FFF2-40B4-BE49-F238E27FC236}">
                <a16:creationId xmlns:a16="http://schemas.microsoft.com/office/drawing/2014/main" id="{02CC25A3-8EDA-0241-E259-E3F4E1045EF5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3" name="Shape 13">
            <a:extLst>
              <a:ext uri="{FF2B5EF4-FFF2-40B4-BE49-F238E27FC236}">
                <a16:creationId xmlns:a16="http://schemas.microsoft.com/office/drawing/2014/main" id="{1C757549-C651-75B4-DC0F-F6C12DF3948E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4" name="Shape 229">
            <a:extLst>
              <a:ext uri="{FF2B5EF4-FFF2-40B4-BE49-F238E27FC236}">
                <a16:creationId xmlns:a16="http://schemas.microsoft.com/office/drawing/2014/main" id="{3A7C59C1-E304-C33A-6D26-36DD60D844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6" name="Shape 9">
            <a:extLst>
              <a:ext uri="{FF2B5EF4-FFF2-40B4-BE49-F238E27FC236}">
                <a16:creationId xmlns:a16="http://schemas.microsoft.com/office/drawing/2014/main" id="{E06C6CA3-4F8F-942C-56F4-3E9DACB34749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6" name="Shape 46">
            <a:extLst>
              <a:ext uri="{FF2B5EF4-FFF2-40B4-BE49-F238E27FC236}">
                <a16:creationId xmlns:a16="http://schemas.microsoft.com/office/drawing/2014/main" id="{25F528A7-46AB-D7C2-9C2D-71348C6A5C7C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6" name="Shape 46">
            <a:extLst>
              <a:ext uri="{FF2B5EF4-FFF2-40B4-BE49-F238E27FC236}">
                <a16:creationId xmlns:a16="http://schemas.microsoft.com/office/drawing/2014/main" id="{FFC6A3AF-E88A-2376-2D89-DAD6A9F091DC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9" name="Shape 105">
            <a:extLst>
              <a:ext uri="{FF2B5EF4-FFF2-40B4-BE49-F238E27FC236}">
                <a16:creationId xmlns:a16="http://schemas.microsoft.com/office/drawing/2014/main" id="{C1208EB7-09C1-292F-0F73-E5634D36D463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5D66B40-42D3-D2E0-CB2B-7B8DB0F2FA9D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50800" dist="381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 2">
            <a:extLst>
              <a:ext uri="{FF2B5EF4-FFF2-40B4-BE49-F238E27FC236}">
                <a16:creationId xmlns:a16="http://schemas.microsoft.com/office/drawing/2014/main" id="{115C6961-643F-FAC4-8AA2-EE3934341B9B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Inter"/>
              </a:rPr>
              <a:t>REDACTED_00302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649D310-6265-BBE6-056F-511B90967DA7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AE429E7-EA74-A67C-B0AE-57A78F6BACBB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3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REDACTED_00303</a:t>
              </a:r>
            </a:p>
          </p:txBody>
        </p:sp>
        <p:sp>
          <p:nvSpPr>
            <p:cNvPr id="89" name="Text 4">
              <a:extLst>
                <a:ext uri="{FF2B5EF4-FFF2-40B4-BE49-F238E27FC236}">
                  <a16:creationId xmlns:a16="http://schemas.microsoft.com/office/drawing/2014/main" id="{FBC4F0EE-4BF8-1DDF-373C-5ACB39D83964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rgbClr val="93DCDC"/>
                  </a:solidFill>
                </a:rPr>
                <a:t>REDACTED_00194</a:t>
              </a:r>
              <a:endParaRPr lang="en-US" sz="700"/>
            </a:p>
          </p:txBody>
        </p:sp>
      </p:grpSp>
      <p:sp>
        <p:nvSpPr>
          <p:cNvPr id="91" name="Shape 5">
            <a:extLst>
              <a:ext uri="{FF2B5EF4-FFF2-40B4-BE49-F238E27FC236}">
                <a16:creationId xmlns:a16="http://schemas.microsoft.com/office/drawing/2014/main" id="{771D1E12-B356-0FCA-0129-46A9178E41D8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rgbClr val="003C23"/>
          </a:solidFill>
          <a:ln w="1905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2" name="Text 6">
            <a:extLst>
              <a:ext uri="{FF2B5EF4-FFF2-40B4-BE49-F238E27FC236}">
                <a16:creationId xmlns:a16="http://schemas.microsoft.com/office/drawing/2014/main" id="{DA07969D-C7D7-7DEF-99E7-F8C9A9C0FD4C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3DCDC"/>
                </a:solidFill>
              </a:rPr>
              <a:t>REDACTED_00304</a:t>
            </a:r>
            <a:endParaRPr lang="en-US" sz="900"/>
          </a:p>
        </p:txBody>
      </p:sp>
      <p:sp>
        <p:nvSpPr>
          <p:cNvPr id="93" name="Shape 7">
            <a:extLst>
              <a:ext uri="{FF2B5EF4-FFF2-40B4-BE49-F238E27FC236}">
                <a16:creationId xmlns:a16="http://schemas.microsoft.com/office/drawing/2014/main" id="{6B6BAD95-34D1-1A3B-F826-154093650618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4" name="Text 8">
            <a:extLst>
              <a:ext uri="{FF2B5EF4-FFF2-40B4-BE49-F238E27FC236}">
                <a16:creationId xmlns:a16="http://schemas.microsoft.com/office/drawing/2014/main" id="{E8B34472-F329-4A12-09B6-90F4EF9856A8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bg2"/>
                </a:solidFill>
              </a:rPr>
              <a:t>REDACTED_00156</a:t>
            </a:r>
          </a:p>
        </p:txBody>
      </p:sp>
      <p:sp>
        <p:nvSpPr>
          <p:cNvPr id="98" name="Shape 10">
            <a:extLst>
              <a:ext uri="{FF2B5EF4-FFF2-40B4-BE49-F238E27FC236}">
                <a16:creationId xmlns:a16="http://schemas.microsoft.com/office/drawing/2014/main" id="{9EB3D6A5-3532-504E-2419-336A13501755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0" name="Text 11">
            <a:extLst>
              <a:ext uri="{FF2B5EF4-FFF2-40B4-BE49-F238E27FC236}">
                <a16:creationId xmlns:a16="http://schemas.microsoft.com/office/drawing/2014/main" id="{4393CA2A-89ED-B105-28F7-A0FCA57EB811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02" name="Text 12">
            <a:extLst>
              <a:ext uri="{FF2B5EF4-FFF2-40B4-BE49-F238E27FC236}">
                <a16:creationId xmlns:a16="http://schemas.microsoft.com/office/drawing/2014/main" id="{3F40B573-6239-15F1-03CE-1ED931882E05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REDACTED_00305</a:t>
            </a:r>
          </a:p>
          <a:p>
            <a:r>
              <a:rPr lang="en-US" sz="800">
                <a:solidFill>
                  <a:srgbClr val="1A1A1A"/>
                </a:solidFill>
              </a:rPr>
              <a:t>REDACTED_00306</a:t>
            </a:r>
            <a:r>
              <a:rPr lang="en-US" sz="800" err="1">
                <a:solidFill>
                  <a:srgbClr val="1A1A1A"/>
                </a:solidFill>
              </a:rPr>
              <a:t>REDACTED_00307</a:t>
            </a:r>
            <a:r>
              <a:rPr lang="en-US" sz="800">
                <a:solidFill>
                  <a:srgbClr val="1A1A1A"/>
                </a:solidFill>
              </a:rPr>
              <a:t>REDACTED_00308</a:t>
            </a:r>
            <a:endParaRPr lang="en-US" sz="800"/>
          </a:p>
        </p:txBody>
      </p:sp>
      <p:grpSp>
        <p:nvGrpSpPr>
          <p:cNvPr id="306" name="Group 305"/>
          <p:cNvGrpSpPr/>
          <p:nvPr/>
        </p:nvGrpSpPr>
        <p:grpSpPr>
          <a:xfrm>
            <a:off x="9770789" y="1533598"/>
            <a:ext cx="2333207" cy="635929"/>
            <a:chOff x="10112273" y="2891965"/>
            <a:chExt cx="1920240" cy="580548"/>
          </a:xfrm>
        </p:grpSpPr>
        <p:sp>
          <p:nvSpPr>
            <p:cNvPr id="310" name="Shape 308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308" name="Text 306a"/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REDACTED_00201</a:t>
              </a:r>
            </a:p>
          </p:txBody>
        </p:sp>
        <p:sp>
          <p:nvSpPr>
            <p:cNvPr id="312" name="Text 310a"/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REDACTED_00202</a:t>
              </a:r>
            </a:p>
          </p:txBody>
        </p:sp>
        <p:sp>
          <p:nvSpPr>
            <p:cNvPr id="311" name="Shape 309"/>
            <p:cNvSpPr/>
            <p:nvPr/>
          </p:nvSpPr>
          <p:spPr>
            <a:xfrm>
              <a:off x="10198303" y="3237891"/>
              <a:ext cx="565898" cy="64008"/>
            </a:xfrm>
            <a:prstGeom prst="rect">
              <a:avLst/>
            </a:prstGeom>
            <a:solidFill>
              <a:srgbClr val="003C23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313" name="Shape 311a"/>
            <p:cNvSpPr/>
            <p:nvPr/>
          </p:nvSpPr>
          <p:spPr>
            <a:xfrm>
              <a:off x="10767963" y="3237891"/>
              <a:ext cx="91551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315" name="Text 313a"/>
            <p:cNvSpPr/>
            <p:nvPr/>
          </p:nvSpPr>
          <p:spPr>
            <a:xfrm>
              <a:off x="11700022" y="3289633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003C23"/>
                  </a:solidFill>
                  <a:latin typeface="Calibri"/>
                </a:rPr>
                <a:t>REDACTED_00309</a:t>
              </a:r>
            </a:p>
          </p:txBody>
        </p:sp>
      </p:grpSp>
      <p:sp>
        <p:nvSpPr>
          <p:cNvPr id="145" name="Shape 130">
            <a:extLst>
              <a:ext uri="{FF2B5EF4-FFF2-40B4-BE49-F238E27FC236}">
                <a16:creationId xmlns:a16="http://schemas.microsoft.com/office/drawing/2014/main" id="{417858E2-1AF3-91B2-FF28-42D32E5457DF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4C978DC6-E9AF-E9AD-4018-D7EA195E6F5F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49" name="Picture 148" descr="A black and blue logo  AI-generated content may be incorrect.">
            <a:extLst>
              <a:ext uri="{FF2B5EF4-FFF2-40B4-BE49-F238E27FC236}">
                <a16:creationId xmlns:a16="http://schemas.microsoft.com/office/drawing/2014/main" id="{3E162B3E-1B2B-50F4-3F45-F5CF76425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E7EDDE0-0070-CEE8-1D1F-146321CF9E46}"/>
              </a:ext>
            </a:extLst>
          </p:cNvPr>
          <p:cNvGrpSpPr/>
          <p:nvPr/>
        </p:nvGrpSpPr>
        <p:grpSpPr>
          <a:xfrm>
            <a:off x="12514020" y="2427581"/>
            <a:ext cx="2433229" cy="3188486"/>
            <a:chOff x="12558775" y="2600027"/>
            <a:chExt cx="2433229" cy="3188486"/>
          </a:xfrm>
        </p:grpSpPr>
        <p:sp>
          <p:nvSpPr>
            <p:cNvPr id="126" name="Text 11">
              <a:extLst>
                <a:ext uri="{FF2B5EF4-FFF2-40B4-BE49-F238E27FC236}">
                  <a16:creationId xmlns:a16="http://schemas.microsoft.com/office/drawing/2014/main" id="{3FB7014B-F52E-BD0A-22EE-CED3B647D5F3}"/>
                </a:ext>
              </a:extLst>
            </p:cNvPr>
            <p:cNvSpPr/>
            <p:nvPr/>
          </p:nvSpPr>
          <p:spPr>
            <a:xfrm>
              <a:off x="13390833" y="2600027"/>
              <a:ext cx="1601171" cy="1608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REDACTED_00039</a:t>
              </a:r>
              <a:endParaRPr lang="en-US" sz="650"/>
            </a:p>
          </p:txBody>
        </p:sp>
        <p:sp>
          <p:nvSpPr>
            <p:cNvPr id="127" name="Text 12">
              <a:extLst>
                <a:ext uri="{FF2B5EF4-FFF2-40B4-BE49-F238E27FC236}">
                  <a16:creationId xmlns:a16="http://schemas.microsoft.com/office/drawing/2014/main" id="{0A3B7C2E-261B-65BD-E088-FE35C9BF5D76}"/>
                </a:ext>
              </a:extLst>
            </p:cNvPr>
            <p:cNvSpPr/>
            <p:nvPr/>
          </p:nvSpPr>
          <p:spPr>
            <a:xfrm>
              <a:off x="13390833" y="2760922"/>
              <a:ext cx="1601171" cy="134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F6E56"/>
                  </a:solidFill>
                </a:rPr>
                <a:t>REDACTED_00222</a:t>
              </a:r>
              <a:endParaRPr lang="en-US" sz="550"/>
            </a:p>
          </p:txBody>
        </p:sp>
        <p:sp>
          <p:nvSpPr>
            <p:cNvPr id="130" name="Text 15">
              <a:extLst>
                <a:ext uri="{FF2B5EF4-FFF2-40B4-BE49-F238E27FC236}">
                  <a16:creationId xmlns:a16="http://schemas.microsoft.com/office/drawing/2014/main" id="{D64DEA0B-7C5F-F048-87EE-AC03334A95A8}"/>
                </a:ext>
              </a:extLst>
            </p:cNvPr>
            <p:cNvSpPr/>
            <p:nvPr/>
          </p:nvSpPr>
          <p:spPr>
            <a:xfrm>
              <a:off x="13390833" y="3075450"/>
              <a:ext cx="1601171" cy="1608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REDACTED_00041</a:t>
              </a:r>
              <a:endParaRPr lang="en-US" sz="650"/>
            </a:p>
          </p:txBody>
        </p:sp>
        <p:sp>
          <p:nvSpPr>
            <p:cNvPr id="131" name="Text 16">
              <a:extLst>
                <a:ext uri="{FF2B5EF4-FFF2-40B4-BE49-F238E27FC236}">
                  <a16:creationId xmlns:a16="http://schemas.microsoft.com/office/drawing/2014/main" id="{C9A552BE-B5C4-D780-46B4-F868DA7C894F}"/>
                </a:ext>
              </a:extLst>
            </p:cNvPr>
            <p:cNvSpPr/>
            <p:nvPr/>
          </p:nvSpPr>
          <p:spPr>
            <a:xfrm>
              <a:off x="13390833" y="3236345"/>
              <a:ext cx="1601171" cy="134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F6E56"/>
                  </a:solidFill>
                </a:rPr>
                <a:t>REDACTED_00042</a:t>
              </a:r>
              <a:endParaRPr lang="en-US" sz="550"/>
            </a:p>
          </p:txBody>
        </p:sp>
        <p:sp>
          <p:nvSpPr>
            <p:cNvPr id="134" name="Text 19">
              <a:extLst>
                <a:ext uri="{FF2B5EF4-FFF2-40B4-BE49-F238E27FC236}">
                  <a16:creationId xmlns:a16="http://schemas.microsoft.com/office/drawing/2014/main" id="{3D3D5F20-1063-93C1-2D40-E4402C653D80}"/>
                </a:ext>
              </a:extLst>
            </p:cNvPr>
            <p:cNvSpPr/>
            <p:nvPr/>
          </p:nvSpPr>
          <p:spPr>
            <a:xfrm>
              <a:off x="13390833" y="3550873"/>
              <a:ext cx="1601171" cy="1608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REDACTED_00043</a:t>
              </a:r>
              <a:endParaRPr lang="en-US" sz="650"/>
            </a:p>
          </p:txBody>
        </p:sp>
        <p:sp>
          <p:nvSpPr>
            <p:cNvPr id="135" name="Text 20">
              <a:extLst>
                <a:ext uri="{FF2B5EF4-FFF2-40B4-BE49-F238E27FC236}">
                  <a16:creationId xmlns:a16="http://schemas.microsoft.com/office/drawing/2014/main" id="{9350F7B6-7EDE-20BB-C58E-EB2E0F60507C}"/>
                </a:ext>
              </a:extLst>
            </p:cNvPr>
            <p:cNvSpPr/>
            <p:nvPr/>
          </p:nvSpPr>
          <p:spPr>
            <a:xfrm>
              <a:off x="13390833" y="3711768"/>
              <a:ext cx="1601171" cy="134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F6E56"/>
                  </a:solidFill>
                </a:rPr>
                <a:t>REDACTED_00310</a:t>
              </a:r>
              <a:endParaRPr lang="en-US" sz="550"/>
            </a:p>
          </p:txBody>
        </p:sp>
        <p:sp>
          <p:nvSpPr>
            <p:cNvPr id="138" name="Text 24">
              <a:extLst>
                <a:ext uri="{FF2B5EF4-FFF2-40B4-BE49-F238E27FC236}">
                  <a16:creationId xmlns:a16="http://schemas.microsoft.com/office/drawing/2014/main" id="{DF070C1F-7B42-9338-DFE7-9A20F3D06FFC}"/>
                </a:ext>
              </a:extLst>
            </p:cNvPr>
            <p:cNvSpPr/>
            <p:nvPr/>
          </p:nvSpPr>
          <p:spPr>
            <a:xfrm>
              <a:off x="13390833" y="4026296"/>
              <a:ext cx="1601171" cy="1608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 b="1">
                  <a:solidFill>
                    <a:srgbClr val="04342C"/>
                  </a:solidFill>
                </a:rPr>
                <a:t>REDACTED_00045</a:t>
              </a:r>
              <a:endParaRPr lang="en-US" sz="650"/>
            </a:p>
          </p:txBody>
        </p:sp>
        <p:sp>
          <p:nvSpPr>
            <p:cNvPr id="139" name="Text 25">
              <a:extLst>
                <a:ext uri="{FF2B5EF4-FFF2-40B4-BE49-F238E27FC236}">
                  <a16:creationId xmlns:a16="http://schemas.microsoft.com/office/drawing/2014/main" id="{99859157-1106-E8FF-FFE6-9852FFD4873F}"/>
                </a:ext>
              </a:extLst>
            </p:cNvPr>
            <p:cNvSpPr/>
            <p:nvPr/>
          </p:nvSpPr>
          <p:spPr>
            <a:xfrm>
              <a:off x="13390833" y="4187191"/>
              <a:ext cx="1601171" cy="134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85041"/>
                  </a:solidFill>
                </a:rPr>
                <a:t>REDACTED_00311</a:t>
              </a:r>
              <a:endParaRPr lang="en-US" sz="550"/>
            </a:p>
          </p:txBody>
        </p:sp>
        <p:sp>
          <p:nvSpPr>
            <p:cNvPr id="142" name="Text 28">
              <a:extLst>
                <a:ext uri="{FF2B5EF4-FFF2-40B4-BE49-F238E27FC236}">
                  <a16:creationId xmlns:a16="http://schemas.microsoft.com/office/drawing/2014/main" id="{6E893A00-8DBE-7542-F464-9DC1AC697172}"/>
                </a:ext>
              </a:extLst>
            </p:cNvPr>
            <p:cNvSpPr/>
            <p:nvPr/>
          </p:nvSpPr>
          <p:spPr>
            <a:xfrm>
              <a:off x="13390833" y="4501719"/>
              <a:ext cx="1601171" cy="1608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REDACTED_00047</a:t>
              </a:r>
              <a:endParaRPr lang="en-US" sz="650"/>
            </a:p>
          </p:txBody>
        </p:sp>
        <p:sp>
          <p:nvSpPr>
            <p:cNvPr id="143" name="Text 29">
              <a:extLst>
                <a:ext uri="{FF2B5EF4-FFF2-40B4-BE49-F238E27FC236}">
                  <a16:creationId xmlns:a16="http://schemas.microsoft.com/office/drawing/2014/main" id="{60FCEA2B-DE6E-14F6-B383-428DBC692E5C}"/>
                </a:ext>
              </a:extLst>
            </p:cNvPr>
            <p:cNvSpPr/>
            <p:nvPr/>
          </p:nvSpPr>
          <p:spPr>
            <a:xfrm>
              <a:off x="13390833" y="4662615"/>
              <a:ext cx="1601171" cy="134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REDACTED_00312</a:t>
              </a:r>
              <a:endParaRPr lang="en-US" sz="550"/>
            </a:p>
          </p:txBody>
        </p:sp>
        <p:sp>
          <p:nvSpPr>
            <p:cNvPr id="150" name="Text 32">
              <a:extLst>
                <a:ext uri="{FF2B5EF4-FFF2-40B4-BE49-F238E27FC236}">
                  <a16:creationId xmlns:a16="http://schemas.microsoft.com/office/drawing/2014/main" id="{39356E94-AAB1-A04E-DECB-9CD8E08D3167}"/>
                </a:ext>
              </a:extLst>
            </p:cNvPr>
            <p:cNvSpPr/>
            <p:nvPr/>
          </p:nvSpPr>
          <p:spPr>
            <a:xfrm>
              <a:off x="13390833" y="4977142"/>
              <a:ext cx="1601171" cy="1608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REDACTED_00049</a:t>
              </a:r>
              <a:endParaRPr lang="en-US" sz="650"/>
            </a:p>
          </p:txBody>
        </p:sp>
        <p:sp>
          <p:nvSpPr>
            <p:cNvPr id="151" name="Text 33">
              <a:extLst>
                <a:ext uri="{FF2B5EF4-FFF2-40B4-BE49-F238E27FC236}">
                  <a16:creationId xmlns:a16="http://schemas.microsoft.com/office/drawing/2014/main" id="{71E9453F-17A7-2AD2-16FF-614C7640A776}"/>
                </a:ext>
              </a:extLst>
            </p:cNvPr>
            <p:cNvSpPr/>
            <p:nvPr/>
          </p:nvSpPr>
          <p:spPr>
            <a:xfrm>
              <a:off x="13390833" y="5138038"/>
              <a:ext cx="1601171" cy="134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REDACTED_00050</a:t>
              </a:r>
              <a:endParaRPr lang="en-US" sz="550"/>
            </a:p>
          </p:txBody>
        </p:sp>
        <p:sp>
          <p:nvSpPr>
            <p:cNvPr id="154" name="Text 36">
              <a:extLst>
                <a:ext uri="{FF2B5EF4-FFF2-40B4-BE49-F238E27FC236}">
                  <a16:creationId xmlns:a16="http://schemas.microsoft.com/office/drawing/2014/main" id="{765DEE85-DCFA-130A-4962-4B937E85BCB7}"/>
                </a:ext>
              </a:extLst>
            </p:cNvPr>
            <p:cNvSpPr/>
            <p:nvPr/>
          </p:nvSpPr>
          <p:spPr>
            <a:xfrm>
              <a:off x="13390833" y="5452565"/>
              <a:ext cx="1601171" cy="1608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REDACTED_00058</a:t>
              </a:r>
              <a:endParaRPr lang="en-US" sz="650"/>
            </a:p>
          </p:txBody>
        </p:sp>
        <p:sp>
          <p:nvSpPr>
            <p:cNvPr id="155" name="Text 37">
              <a:extLst>
                <a:ext uri="{FF2B5EF4-FFF2-40B4-BE49-F238E27FC236}">
                  <a16:creationId xmlns:a16="http://schemas.microsoft.com/office/drawing/2014/main" id="{B2C6F51B-14CD-031F-6536-D8F2A0030917}"/>
                </a:ext>
              </a:extLst>
            </p:cNvPr>
            <p:cNvSpPr/>
            <p:nvPr/>
          </p:nvSpPr>
          <p:spPr>
            <a:xfrm>
              <a:off x="13390833" y="5613461"/>
              <a:ext cx="1601171" cy="134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REDACTED_00226</a:t>
              </a:r>
              <a:endParaRPr lang="en-US" sz="550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063EDD7-D1AB-FBD9-A0BF-6613DF74608B}"/>
                </a:ext>
              </a:extLst>
            </p:cNvPr>
            <p:cNvGrpSpPr/>
            <p:nvPr/>
          </p:nvGrpSpPr>
          <p:grpSpPr>
            <a:xfrm>
              <a:off x="12789223" y="2602965"/>
              <a:ext cx="396000" cy="3133308"/>
              <a:chOff x="9832456" y="2587031"/>
              <a:chExt cx="396000" cy="313330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9E141E79-0119-E9F2-A42F-4EDBEA00A55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832456" y="2597369"/>
                <a:ext cx="396000" cy="3122970"/>
                <a:chOff x="9832456" y="2597369"/>
                <a:chExt cx="396000" cy="3122970"/>
              </a:xfrm>
            </p:grpSpPr>
            <p:sp>
              <p:nvSpPr>
                <p:cNvPr id="59" name="Shape 44">
                  <a:extLst>
                    <a:ext uri="{FF2B5EF4-FFF2-40B4-BE49-F238E27FC236}">
                      <a16:creationId xmlns:a16="http://schemas.microsoft.com/office/drawing/2014/main" id="{17C3C77D-AA8A-30BD-580D-7909EE7218F9}"/>
                    </a:ext>
                  </a:extLst>
                </p:cNvPr>
                <p:cNvSpPr/>
                <p:nvPr/>
              </p:nvSpPr>
              <p:spPr>
                <a:xfrm>
                  <a:off x="10003781" y="2755723"/>
                  <a:ext cx="48039" cy="2807480"/>
                </a:xfrm>
                <a:prstGeom prst="roundRect">
                  <a:avLst>
                    <a:gd name="adj" fmla="val 44444"/>
                  </a:avLst>
                </a:prstGeom>
                <a:solidFill>
                  <a:srgbClr val="B4D4C4"/>
                </a:solidFill>
                <a:ln w="12700">
                  <a:solidFill>
                    <a:srgbClr val="B4D4C4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0" name="Shape 45">
                  <a:extLst>
                    <a:ext uri="{FF2B5EF4-FFF2-40B4-BE49-F238E27FC236}">
                      <a16:creationId xmlns:a16="http://schemas.microsoft.com/office/drawing/2014/main" id="{D063F6A8-E2EF-F01B-BA6E-864107AD1837}"/>
                    </a:ext>
                  </a:extLst>
                </p:cNvPr>
                <p:cNvSpPr/>
                <p:nvPr/>
              </p:nvSpPr>
              <p:spPr>
                <a:xfrm>
                  <a:off x="10003781" y="2762321"/>
                  <a:ext cx="45719" cy="1512617"/>
                </a:xfrm>
                <a:prstGeom prst="roundRect">
                  <a:avLst>
                    <a:gd name="adj" fmla="val 44444"/>
                  </a:avLst>
                </a:prstGeom>
                <a:solidFill>
                  <a:srgbClr val="1D9E75"/>
                </a:solidFill>
                <a:ln w="12700">
                  <a:solidFill>
                    <a:srgbClr val="1D9E75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1" name="Shape 46">
                  <a:extLst>
                    <a:ext uri="{FF2B5EF4-FFF2-40B4-BE49-F238E27FC236}">
                      <a16:creationId xmlns:a16="http://schemas.microsoft.com/office/drawing/2014/main" id="{DC6FA311-BBC4-65F3-20D3-BEDFE7033354}"/>
                    </a:ext>
                  </a:extLst>
                </p:cNvPr>
                <p:cNvSpPr/>
                <p:nvPr/>
              </p:nvSpPr>
              <p:spPr>
                <a:xfrm>
                  <a:off x="9869400" y="2597369"/>
                  <a:ext cx="315490" cy="315490"/>
                </a:xfrm>
                <a:prstGeom prst="ellipse">
                  <a:avLst/>
                </a:prstGeom>
                <a:solidFill>
                  <a:srgbClr val="1D9E75"/>
                </a:solidFill>
                <a:ln w="9525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2" name="Shape 50">
                  <a:extLst>
                    <a:ext uri="{FF2B5EF4-FFF2-40B4-BE49-F238E27FC236}">
                      <a16:creationId xmlns:a16="http://schemas.microsoft.com/office/drawing/2014/main" id="{2344B57D-981B-D6EB-E405-D89812A9BF94}"/>
                    </a:ext>
                  </a:extLst>
                </p:cNvPr>
                <p:cNvSpPr/>
                <p:nvPr/>
              </p:nvSpPr>
              <p:spPr>
                <a:xfrm>
                  <a:off x="9869400" y="3065282"/>
                  <a:ext cx="315490" cy="315490"/>
                </a:xfrm>
                <a:prstGeom prst="ellipse">
                  <a:avLst/>
                </a:prstGeom>
                <a:solidFill>
                  <a:srgbClr val="1D9E75"/>
                </a:solidFill>
                <a:ln w="9525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3" name="Shape 54">
                  <a:extLst>
                    <a:ext uri="{FF2B5EF4-FFF2-40B4-BE49-F238E27FC236}">
                      <a16:creationId xmlns:a16="http://schemas.microsoft.com/office/drawing/2014/main" id="{78B0C81C-3CEE-F284-E52C-5498E12AD8C0}"/>
                    </a:ext>
                  </a:extLst>
                </p:cNvPr>
                <p:cNvSpPr/>
                <p:nvPr/>
              </p:nvSpPr>
              <p:spPr>
                <a:xfrm>
                  <a:off x="9869400" y="3533196"/>
                  <a:ext cx="315490" cy="315490"/>
                </a:xfrm>
                <a:prstGeom prst="ellipse">
                  <a:avLst/>
                </a:prstGeom>
                <a:solidFill>
                  <a:srgbClr val="1D9E75"/>
                </a:solidFill>
                <a:ln w="9525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4" name="Shape 58">
                  <a:extLst>
                    <a:ext uri="{FF2B5EF4-FFF2-40B4-BE49-F238E27FC236}">
                      <a16:creationId xmlns:a16="http://schemas.microsoft.com/office/drawing/2014/main" id="{8EBDEFBE-2518-262D-FA80-1E4CDB80B03E}"/>
                    </a:ext>
                  </a:extLst>
                </p:cNvPr>
                <p:cNvSpPr/>
                <p:nvPr/>
              </p:nvSpPr>
              <p:spPr>
                <a:xfrm>
                  <a:off x="9832456" y="3964165"/>
                  <a:ext cx="396000" cy="396000"/>
                </a:xfrm>
                <a:prstGeom prst="ellipse">
                  <a:avLst/>
                </a:prstGeom>
                <a:solidFill>
                  <a:srgbClr val="0F6E56"/>
                </a:solidFill>
                <a:ln w="19050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5" name="Shape 62">
                  <a:extLst>
                    <a:ext uri="{FF2B5EF4-FFF2-40B4-BE49-F238E27FC236}">
                      <a16:creationId xmlns:a16="http://schemas.microsoft.com/office/drawing/2014/main" id="{FC7599D5-51A5-DAF6-0E20-222E2BAECAB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65404" y="4454932"/>
                  <a:ext cx="316800" cy="316800"/>
                </a:xfrm>
                <a:prstGeom prst="ellipse">
                  <a:avLst/>
                </a:prstGeom>
                <a:solidFill>
                  <a:srgbClr val="D6ECE2"/>
                </a:solidFill>
                <a:ln w="9525">
                  <a:solidFill>
                    <a:srgbClr val="9FC9B3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6" name="Shape 67">
                  <a:extLst>
                    <a:ext uri="{FF2B5EF4-FFF2-40B4-BE49-F238E27FC236}">
                      <a16:creationId xmlns:a16="http://schemas.microsoft.com/office/drawing/2014/main" id="{2E0CCF9E-BC22-64CD-2C3D-C4D706E43A24}"/>
                    </a:ext>
                  </a:extLst>
                </p:cNvPr>
                <p:cNvSpPr/>
                <p:nvPr/>
              </p:nvSpPr>
              <p:spPr>
                <a:xfrm>
                  <a:off x="9869400" y="4936935"/>
                  <a:ext cx="315490" cy="315490"/>
                </a:xfrm>
                <a:prstGeom prst="ellipse">
                  <a:avLst/>
                </a:prstGeom>
                <a:solidFill>
                  <a:srgbClr val="D6ECE2"/>
                </a:solidFill>
                <a:ln w="9525">
                  <a:solidFill>
                    <a:srgbClr val="9FC9B3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7" name="Shape 71">
                  <a:extLst>
                    <a:ext uri="{FF2B5EF4-FFF2-40B4-BE49-F238E27FC236}">
                      <a16:creationId xmlns:a16="http://schemas.microsoft.com/office/drawing/2014/main" id="{BB2DB804-601C-9B20-E589-40D7F6B2F031}"/>
                    </a:ext>
                  </a:extLst>
                </p:cNvPr>
                <p:cNvSpPr/>
                <p:nvPr/>
              </p:nvSpPr>
              <p:spPr>
                <a:xfrm>
                  <a:off x="9869400" y="5404849"/>
                  <a:ext cx="315490" cy="315490"/>
                </a:xfrm>
                <a:prstGeom prst="ellipse">
                  <a:avLst/>
                </a:prstGeom>
                <a:solidFill>
                  <a:srgbClr val="D6ECE2"/>
                </a:solidFill>
                <a:ln w="9525">
                  <a:solidFill>
                    <a:srgbClr val="9FC9B3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C6629F6-0CE8-01D2-E951-BD835D3AD61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877906" y="2587031"/>
                <a:ext cx="298910" cy="3124187"/>
                <a:chOff x="9313519" y="2630359"/>
                <a:chExt cx="298910" cy="3124187"/>
              </a:xfrm>
            </p:grpSpPr>
            <p:sp>
              <p:nvSpPr>
                <p:cNvPr id="52" name="Text 47">
                  <a:extLst>
                    <a:ext uri="{FF2B5EF4-FFF2-40B4-BE49-F238E27FC236}">
                      <a16:creationId xmlns:a16="http://schemas.microsoft.com/office/drawing/2014/main" id="{D4C9E17F-81F6-8FC4-4EDA-B5DC1DD02027}"/>
                    </a:ext>
                  </a:extLst>
                </p:cNvPr>
                <p:cNvSpPr/>
                <p:nvPr/>
              </p:nvSpPr>
              <p:spPr>
                <a:xfrm>
                  <a:off x="9334870" y="2630359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FFFFFF"/>
                      </a:solidFill>
                    </a:rPr>
                    <a:t>REDACTED_00051</a:t>
                  </a:r>
                  <a:endParaRPr lang="en-US" sz="650"/>
                </a:p>
              </p:txBody>
            </p:sp>
            <p:sp>
              <p:nvSpPr>
                <p:cNvPr id="53" name="Text 51">
                  <a:extLst>
                    <a:ext uri="{FF2B5EF4-FFF2-40B4-BE49-F238E27FC236}">
                      <a16:creationId xmlns:a16="http://schemas.microsoft.com/office/drawing/2014/main" id="{120FAF1E-CF70-0668-84FC-6895E40C9170}"/>
                    </a:ext>
                  </a:extLst>
                </p:cNvPr>
                <p:cNvSpPr/>
                <p:nvPr/>
              </p:nvSpPr>
              <p:spPr>
                <a:xfrm>
                  <a:off x="9334870" y="3098272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FFFFFF"/>
                      </a:solidFill>
                    </a:rPr>
                    <a:t>REDACTED_00052</a:t>
                  </a:r>
                  <a:endParaRPr lang="en-US" sz="650"/>
                </a:p>
              </p:txBody>
            </p:sp>
            <p:sp>
              <p:nvSpPr>
                <p:cNvPr id="54" name="Text 55">
                  <a:extLst>
                    <a:ext uri="{FF2B5EF4-FFF2-40B4-BE49-F238E27FC236}">
                      <a16:creationId xmlns:a16="http://schemas.microsoft.com/office/drawing/2014/main" id="{E1914CCA-4605-3D70-C941-35B01F0C66DF}"/>
                    </a:ext>
                  </a:extLst>
                </p:cNvPr>
                <p:cNvSpPr/>
                <p:nvPr/>
              </p:nvSpPr>
              <p:spPr>
                <a:xfrm>
                  <a:off x="9334870" y="3566186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FFFFFF"/>
                      </a:solidFill>
                    </a:rPr>
                    <a:t>REDACTED_00053</a:t>
                  </a:r>
                  <a:endParaRPr lang="en-US" sz="650"/>
                </a:p>
              </p:txBody>
            </p:sp>
            <p:sp>
              <p:nvSpPr>
                <p:cNvPr id="55" name="Text 59">
                  <a:extLst>
                    <a:ext uri="{FF2B5EF4-FFF2-40B4-BE49-F238E27FC236}">
                      <a16:creationId xmlns:a16="http://schemas.microsoft.com/office/drawing/2014/main" id="{DA810541-0210-2718-8520-D6EE055B72BA}"/>
                    </a:ext>
                  </a:extLst>
                </p:cNvPr>
                <p:cNvSpPr/>
                <p:nvPr/>
              </p:nvSpPr>
              <p:spPr>
                <a:xfrm>
                  <a:off x="9334870" y="4034099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FFFFFF"/>
                      </a:solidFill>
                    </a:rPr>
                    <a:t>REDACTED_00054</a:t>
                  </a:r>
                  <a:endParaRPr lang="en-US" sz="650"/>
                </a:p>
              </p:txBody>
            </p:sp>
            <p:sp>
              <p:nvSpPr>
                <p:cNvPr id="56" name="Text 63">
                  <a:extLst>
                    <a:ext uri="{FF2B5EF4-FFF2-40B4-BE49-F238E27FC236}">
                      <a16:creationId xmlns:a16="http://schemas.microsoft.com/office/drawing/2014/main" id="{0DF03840-D447-6E5D-2CCA-70A9BECEF5E6}"/>
                    </a:ext>
                  </a:extLst>
                </p:cNvPr>
                <p:cNvSpPr/>
                <p:nvPr/>
              </p:nvSpPr>
              <p:spPr>
                <a:xfrm>
                  <a:off x="9313519" y="4475620"/>
                  <a:ext cx="298910" cy="3694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650" b="1">
                      <a:solidFill>
                        <a:srgbClr val="5F5E5A"/>
                      </a:solidFill>
                    </a:rPr>
                    <a:t>REDACTED_00055</a:t>
                  </a:r>
                </a:p>
              </p:txBody>
            </p:sp>
            <p:sp>
              <p:nvSpPr>
                <p:cNvPr id="57" name="Text 68">
                  <a:extLst>
                    <a:ext uri="{FF2B5EF4-FFF2-40B4-BE49-F238E27FC236}">
                      <a16:creationId xmlns:a16="http://schemas.microsoft.com/office/drawing/2014/main" id="{6B8A6FE9-A60B-5409-9C04-7B8F69D99FB3}"/>
                    </a:ext>
                  </a:extLst>
                </p:cNvPr>
                <p:cNvSpPr/>
                <p:nvPr/>
              </p:nvSpPr>
              <p:spPr>
                <a:xfrm>
                  <a:off x="9334870" y="4969925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5F5E5A"/>
                      </a:solidFill>
                    </a:rPr>
                    <a:t>REDACTED_00056</a:t>
                  </a:r>
                  <a:endParaRPr lang="en-US" sz="650"/>
                </a:p>
              </p:txBody>
            </p:sp>
            <p:sp>
              <p:nvSpPr>
                <p:cNvPr id="58" name="Text 72">
                  <a:extLst>
                    <a:ext uri="{FF2B5EF4-FFF2-40B4-BE49-F238E27FC236}">
                      <a16:creationId xmlns:a16="http://schemas.microsoft.com/office/drawing/2014/main" id="{968C0C70-305A-E72A-1323-D4FAC7A50774}"/>
                    </a:ext>
                  </a:extLst>
                </p:cNvPr>
                <p:cNvSpPr/>
                <p:nvPr/>
              </p:nvSpPr>
              <p:spPr>
                <a:xfrm>
                  <a:off x="9334870" y="5437839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5F5E5A"/>
                      </a:solidFill>
                    </a:rPr>
                    <a:t>REDACTED_00057</a:t>
                  </a:r>
                  <a:endParaRPr lang="en-US" sz="650"/>
                </a:p>
              </p:txBody>
            </p:sp>
          </p:grpSp>
        </p:grp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EF8D362-48F4-30E7-E04B-7793DCAB6AD0}"/>
                </a:ext>
              </a:extLst>
            </p:cNvPr>
            <p:cNvSpPr/>
            <p:nvPr/>
          </p:nvSpPr>
          <p:spPr>
            <a:xfrm>
              <a:off x="12558775" y="4448227"/>
              <a:ext cx="2338527" cy="1340286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58" name="Text 211a">
            <a:extLst>
              <a:ext uri="{FF2B5EF4-FFF2-40B4-BE49-F238E27FC236}">
                <a16:creationId xmlns:a16="http://schemas.microsoft.com/office/drawing/2014/main" id="{D80D281A-970D-73D9-97A2-DE1FFF6F49AE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60" name="Text 213a">
            <a:extLst>
              <a:ext uri="{FF2B5EF4-FFF2-40B4-BE49-F238E27FC236}">
                <a16:creationId xmlns:a16="http://schemas.microsoft.com/office/drawing/2014/main" id="{DF2B9347-D718-160D-20E2-FD8C1EA44E8A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2" name="Text 218a">
            <a:extLst>
              <a:ext uri="{FF2B5EF4-FFF2-40B4-BE49-F238E27FC236}">
                <a16:creationId xmlns:a16="http://schemas.microsoft.com/office/drawing/2014/main" id="{80C69EE9-E1A2-CBC4-FAB6-104C03AF46A3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4" name="Shape 229">
            <a:extLst>
              <a:ext uri="{FF2B5EF4-FFF2-40B4-BE49-F238E27FC236}">
                <a16:creationId xmlns:a16="http://schemas.microsoft.com/office/drawing/2014/main" id="{69A42416-5014-06EE-B642-FEBF78129E42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REDACTED_00313</a:t>
            </a:r>
          </a:p>
        </p:txBody>
      </p:sp>
      <p:pic>
        <p:nvPicPr>
          <p:cNvPr id="167" name="Picture 166">
            <a:extLst>
              <a:ext uri="{FF2B5EF4-FFF2-40B4-BE49-F238E27FC236}">
                <a16:creationId xmlns:a16="http://schemas.microsoft.com/office/drawing/2014/main" id="{36C9D888-FF53-5A7E-EFF3-82B3D4E8A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651" y="6208978"/>
            <a:ext cx="1852551" cy="814115"/>
          </a:xfrm>
          <a:prstGeom prst="rect">
            <a:avLst/>
          </a:prstGeom>
          <a:noFill/>
        </p:spPr>
      </p:pic>
      <p:sp>
        <p:nvSpPr>
          <p:cNvPr id="175" name="Shape 10">
            <a:extLst>
              <a:ext uri="{FF2B5EF4-FFF2-40B4-BE49-F238E27FC236}">
                <a16:creationId xmlns:a16="http://schemas.microsoft.com/office/drawing/2014/main" id="{AF12FB35-BD00-018A-309E-6BF9D5B90856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8" name="Text 31">
            <a:extLst>
              <a:ext uri="{FF2B5EF4-FFF2-40B4-BE49-F238E27FC236}">
                <a16:creationId xmlns:a16="http://schemas.microsoft.com/office/drawing/2014/main" id="{645199C4-FB52-60DA-D8E8-890A810913FA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80" name="Shape 32">
            <a:extLst>
              <a:ext uri="{FF2B5EF4-FFF2-40B4-BE49-F238E27FC236}">
                <a16:creationId xmlns:a16="http://schemas.microsoft.com/office/drawing/2014/main" id="{2E1B2FF8-E511-6369-F45B-505AADF93C29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2" name="Text 33">
            <a:extLst>
              <a:ext uri="{FF2B5EF4-FFF2-40B4-BE49-F238E27FC236}">
                <a16:creationId xmlns:a16="http://schemas.microsoft.com/office/drawing/2014/main" id="{A66BE703-3E21-8BCC-ED37-648A538391E9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REDACTED_00314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184" name="Text 33">
            <a:extLst>
              <a:ext uri="{FF2B5EF4-FFF2-40B4-BE49-F238E27FC236}">
                <a16:creationId xmlns:a16="http://schemas.microsoft.com/office/drawing/2014/main" id="{D18EA8FC-E788-8B23-2676-4B826412AFA7}"/>
              </a:ext>
            </a:extLst>
          </p:cNvPr>
          <p:cNvSpPr/>
          <p:nvPr/>
        </p:nvSpPr>
        <p:spPr>
          <a:xfrm>
            <a:off x="180001" y="27114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REDACTED_00315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REDACTED_00316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REDACTED_00317</a:t>
            </a:r>
            <a:r>
              <a:rPr lang="en-US" sz="800" err="1">
                <a:solidFill>
                  <a:srgbClr val="444444"/>
                </a:solidFill>
              </a:rPr>
              <a:t>REDACTED_00307</a:t>
            </a:r>
            <a:r>
              <a:rPr lang="en-US" sz="800">
                <a:solidFill>
                  <a:srgbClr val="444444"/>
                </a:solidFill>
              </a:rPr>
              <a:t>REDACTED_00318</a:t>
            </a:r>
            <a:endParaRPr lang="en-US" sz="800"/>
          </a:p>
        </p:txBody>
      </p:sp>
      <p:sp>
        <p:nvSpPr>
          <p:cNvPr id="186" name="Text 31">
            <a:extLst>
              <a:ext uri="{FF2B5EF4-FFF2-40B4-BE49-F238E27FC236}">
                <a16:creationId xmlns:a16="http://schemas.microsoft.com/office/drawing/2014/main" id="{4D306BF5-C918-C937-AD91-7C668A2A2E60}"/>
              </a:ext>
            </a:extLst>
          </p:cNvPr>
          <p:cNvSpPr/>
          <p:nvPr/>
        </p:nvSpPr>
        <p:spPr>
          <a:xfrm>
            <a:off x="180000" y="25441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88" name="Shape 32">
            <a:extLst>
              <a:ext uri="{FF2B5EF4-FFF2-40B4-BE49-F238E27FC236}">
                <a16:creationId xmlns:a16="http://schemas.microsoft.com/office/drawing/2014/main" id="{5C2736B5-65D4-F979-84E5-C9E606F29A04}"/>
              </a:ext>
            </a:extLst>
          </p:cNvPr>
          <p:cNvSpPr/>
          <p:nvPr/>
        </p:nvSpPr>
        <p:spPr>
          <a:xfrm>
            <a:off x="144000" y="26630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0" name="Shape 10">
            <a:extLst>
              <a:ext uri="{FF2B5EF4-FFF2-40B4-BE49-F238E27FC236}">
                <a16:creationId xmlns:a16="http://schemas.microsoft.com/office/drawing/2014/main" id="{DE73870F-E902-72BC-0C20-6C1B13D19F16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8" name="Shape 16">
            <a:extLst>
              <a:ext uri="{FF2B5EF4-FFF2-40B4-BE49-F238E27FC236}">
                <a16:creationId xmlns:a16="http://schemas.microsoft.com/office/drawing/2014/main" id="{CE8A0E25-8180-9D42-4A3B-8CED24F5688E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REDACTED_00113</a:t>
            </a:r>
          </a:p>
        </p:txBody>
      </p:sp>
      <p:sp>
        <p:nvSpPr>
          <p:cNvPr id="260" name="Shape 16">
            <a:extLst>
              <a:ext uri="{FF2B5EF4-FFF2-40B4-BE49-F238E27FC236}">
                <a16:creationId xmlns:a16="http://schemas.microsoft.com/office/drawing/2014/main" id="{174C8AF0-4BB0-5094-3772-64E5D2C9374E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REDACTED_00113</a:t>
            </a:r>
          </a:p>
        </p:txBody>
      </p:sp>
      <p:sp>
        <p:nvSpPr>
          <p:cNvPr id="262" name="Shape 16">
            <a:extLst>
              <a:ext uri="{FF2B5EF4-FFF2-40B4-BE49-F238E27FC236}">
                <a16:creationId xmlns:a16="http://schemas.microsoft.com/office/drawing/2014/main" id="{E7F94FB8-0708-3360-BF12-8D627A0D9B59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REDACTED_00319</a:t>
            </a:r>
          </a:p>
        </p:txBody>
      </p:sp>
      <p:sp>
        <p:nvSpPr>
          <p:cNvPr id="264" name="Shape 16">
            <a:extLst>
              <a:ext uri="{FF2B5EF4-FFF2-40B4-BE49-F238E27FC236}">
                <a16:creationId xmlns:a16="http://schemas.microsoft.com/office/drawing/2014/main" id="{57D6FF63-8C16-F5DB-5830-9E7EA137C1FB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bg2"/>
                </a:solidFill>
              </a:rPr>
              <a:t>REDACTED_00320</a:t>
            </a: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9A8DA949-F5B2-1A4A-6053-2DCEE96B2979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REDACTED_00078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D83FBC48-D5E3-1D76-9E36-9462742599BB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REDACTED_00079</a:t>
            </a: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EDC32FC1-7A79-405A-E9FB-434C257E6693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REDACTED_00080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D390D51D-57DD-25F2-DB61-D85E150AB200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REDACTED_00081</a:t>
            </a:r>
          </a:p>
        </p:txBody>
      </p: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50DAD908-0AF0-0BE4-F5B3-48716C0EC900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88" name="Shape 37">
              <a:extLst>
                <a:ext uri="{FF2B5EF4-FFF2-40B4-BE49-F238E27FC236}">
                  <a16:creationId xmlns:a16="http://schemas.microsoft.com/office/drawing/2014/main" id="{9F2F9550-9421-F35A-FE69-FF3AEBBC6D97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9" name="Shape 38">
              <a:extLst>
                <a:ext uri="{FF2B5EF4-FFF2-40B4-BE49-F238E27FC236}">
                  <a16:creationId xmlns:a16="http://schemas.microsoft.com/office/drawing/2014/main" id="{5600142A-C9FB-4C39-1AA2-03912D28C778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0" name="Text 39">
              <a:extLst>
                <a:ext uri="{FF2B5EF4-FFF2-40B4-BE49-F238E27FC236}">
                  <a16:creationId xmlns:a16="http://schemas.microsoft.com/office/drawing/2014/main" id="{A1E326E2-0136-AAF5-64C0-57CFF0FAE63B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REDACTED_00321</a:t>
              </a:r>
              <a:endParaRPr lang="en-US" sz="800"/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DA29A388-EA7A-2430-91AA-3E3985332150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92" name="Shape 37">
              <a:extLst>
                <a:ext uri="{FF2B5EF4-FFF2-40B4-BE49-F238E27FC236}">
                  <a16:creationId xmlns:a16="http://schemas.microsoft.com/office/drawing/2014/main" id="{BDD5C3DA-FD85-239E-6131-EF9DCD49DE42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3" name="Shape 38">
              <a:extLst>
                <a:ext uri="{FF2B5EF4-FFF2-40B4-BE49-F238E27FC236}">
                  <a16:creationId xmlns:a16="http://schemas.microsoft.com/office/drawing/2014/main" id="{4E00A5A1-25C2-E93F-088B-4F85110E85E3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4" name="Text 39">
              <a:extLst>
                <a:ext uri="{FF2B5EF4-FFF2-40B4-BE49-F238E27FC236}">
                  <a16:creationId xmlns:a16="http://schemas.microsoft.com/office/drawing/2014/main" id="{40F20C2D-5A21-BD72-99A6-68939236F2B1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REDACTED_00322</a:t>
              </a:r>
              <a:endParaRPr lang="en-US" sz="800"/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82A7795C-DFA1-B9B1-888F-9A3D0CA4A0B0}"/>
              </a:ext>
            </a:extLst>
          </p:cNvPr>
          <p:cNvGrpSpPr/>
          <p:nvPr/>
        </p:nvGrpSpPr>
        <p:grpSpPr>
          <a:xfrm>
            <a:off x="3717780" y="2472279"/>
            <a:ext cx="3065147" cy="336564"/>
            <a:chOff x="3828681" y="1696973"/>
            <a:chExt cx="7721343" cy="449118"/>
          </a:xfrm>
        </p:grpSpPr>
        <p:sp>
          <p:nvSpPr>
            <p:cNvPr id="296" name="Shape 37">
              <a:extLst>
                <a:ext uri="{FF2B5EF4-FFF2-40B4-BE49-F238E27FC236}">
                  <a16:creationId xmlns:a16="http://schemas.microsoft.com/office/drawing/2014/main" id="{AEB83EC2-766F-0CD4-093E-C28DE8AF7A2F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7" name="Shape 38">
              <a:extLst>
                <a:ext uri="{FF2B5EF4-FFF2-40B4-BE49-F238E27FC236}">
                  <a16:creationId xmlns:a16="http://schemas.microsoft.com/office/drawing/2014/main" id="{8688E955-802C-3B20-DC7E-6FA065DC6A8E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8" name="Text 39">
              <a:extLst>
                <a:ext uri="{FF2B5EF4-FFF2-40B4-BE49-F238E27FC236}">
                  <a16:creationId xmlns:a16="http://schemas.microsoft.com/office/drawing/2014/main" id="{BD5AA165-E569-3633-9D9E-040B481889B2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REDACTED_00323</a:t>
              </a:r>
              <a:endParaRPr lang="en-US" sz="800"/>
            </a:p>
          </p:txBody>
        </p:sp>
      </p:grpSp>
      <p:sp>
        <p:nvSpPr>
          <p:cNvPr id="299" name="Shape 229">
            <a:extLst>
              <a:ext uri="{FF2B5EF4-FFF2-40B4-BE49-F238E27FC236}">
                <a16:creationId xmlns:a16="http://schemas.microsoft.com/office/drawing/2014/main" id="{74316E7B-99C2-9AAB-DF77-B32986703382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REDACTED_00082</a:t>
            </a:r>
          </a:p>
        </p:txBody>
      </p:sp>
      <p:sp>
        <p:nvSpPr>
          <p:cNvPr id="301" name="Shape 46">
            <a:extLst>
              <a:ext uri="{FF2B5EF4-FFF2-40B4-BE49-F238E27FC236}">
                <a16:creationId xmlns:a16="http://schemas.microsoft.com/office/drawing/2014/main" id="{354F9935-CC12-6A26-9A7F-EBAC2B233416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2" name="Text 35">
            <a:extLst>
              <a:ext uri="{FF2B5EF4-FFF2-40B4-BE49-F238E27FC236}">
                <a16:creationId xmlns:a16="http://schemas.microsoft.com/office/drawing/2014/main" id="{8A2AF514-6839-9A96-1A2B-DD0C25372C88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34" name="Shape 36">
            <a:extLst>
              <a:ext uri="{FF2B5EF4-FFF2-40B4-BE49-F238E27FC236}">
                <a16:creationId xmlns:a16="http://schemas.microsoft.com/office/drawing/2014/main" id="{C0B79B35-0289-F8E5-6912-B8720A5937D5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6" name="Shape 36">
            <a:extLst>
              <a:ext uri="{FF2B5EF4-FFF2-40B4-BE49-F238E27FC236}">
                <a16:creationId xmlns:a16="http://schemas.microsoft.com/office/drawing/2014/main" id="{23113F64-4EC2-31E9-9244-2BC006FF7EB7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8" name="Text 35">
            <a:extLst>
              <a:ext uri="{FF2B5EF4-FFF2-40B4-BE49-F238E27FC236}">
                <a16:creationId xmlns:a16="http://schemas.microsoft.com/office/drawing/2014/main" id="{A884B1DF-50A5-2E1A-34F2-DDFB977F31DD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AD6DCB-DE77-CA1F-7EBA-0431214A44EA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003C23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REDACTED_00324</a:t>
            </a:r>
            <a:r>
              <a:rPr lang="en-US" altLang="en-US" sz="800" err="1">
                <a:solidFill>
                  <a:srgbClr val="444444"/>
                </a:solidFill>
                <a:latin typeface="Calibri" panose="020F0502020204030204"/>
              </a:rPr>
              <a:t>REDACTED_00325</a:t>
            </a: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REDACTED_00326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REDACTED_00327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REDACTED_00328</a:t>
            </a:r>
            <a:r>
              <a:rPr lang="en-US" altLang="en-US" sz="800" err="1">
                <a:solidFill>
                  <a:srgbClr val="444444"/>
                </a:solidFill>
                <a:latin typeface="Calibri" panose="020F0502020204030204"/>
              </a:rPr>
              <a:t>REDACTED_00142</a:t>
            </a: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REDACTED_00329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2845E3-E756-F6C5-4567-5EC94F584FBE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REDACTED_00330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REDACTED_00331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REDACTED_00332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REDACTED_00333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4ED14336-A15F-D2A2-6058-3DE0DF0ADF65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35">
            <a:extLst>
              <a:ext uri="{FF2B5EF4-FFF2-40B4-BE49-F238E27FC236}">
                <a16:creationId xmlns:a16="http://schemas.microsoft.com/office/drawing/2014/main" id="{E843544C-533A-5A04-0232-F38CE1BCABAA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5" name="Shape 36">
            <a:extLst>
              <a:ext uri="{FF2B5EF4-FFF2-40B4-BE49-F238E27FC236}">
                <a16:creationId xmlns:a16="http://schemas.microsoft.com/office/drawing/2014/main" id="{2B5BE334-3915-4FB8-89CA-00477B7B6410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5">
            <a:extLst>
              <a:ext uri="{FF2B5EF4-FFF2-40B4-BE49-F238E27FC236}">
                <a16:creationId xmlns:a16="http://schemas.microsoft.com/office/drawing/2014/main" id="{AF5F9A68-EF4C-9F9B-F8D5-C3BD75C898AF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9" name="Shape 36">
            <a:extLst>
              <a:ext uri="{FF2B5EF4-FFF2-40B4-BE49-F238E27FC236}">
                <a16:creationId xmlns:a16="http://schemas.microsoft.com/office/drawing/2014/main" id="{AEBF2E4E-9924-E13C-13E4-8D75C5F99D5A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4C882C-EE10-38A6-770B-0207F6CA0494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11" name="PersonIcon">
              <a:extLst>
                <a:ext uri="{FF2B5EF4-FFF2-40B4-BE49-F238E27FC236}">
                  <a16:creationId xmlns:a16="http://schemas.microsoft.com/office/drawing/2014/main" id="{B6386F32-A0C6-F593-D9FB-27817F25AD41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 107">
              <a:extLst>
                <a:ext uri="{FF2B5EF4-FFF2-40B4-BE49-F238E27FC236}">
                  <a16:creationId xmlns:a16="http://schemas.microsoft.com/office/drawing/2014/main" id="{8908718E-0155-612B-11B9-7D448ECB5ABF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3" name="Text 108">
              <a:extLst>
                <a:ext uri="{FF2B5EF4-FFF2-40B4-BE49-F238E27FC236}">
                  <a16:creationId xmlns:a16="http://schemas.microsoft.com/office/drawing/2014/main" id="{BD7DDF76-9AB0-41ED-BB88-73A8BB58E850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REDACTED_00004</a:t>
              </a:r>
              <a:endParaRPr lang="en-US" sz="80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4DA521-02B5-15AB-7DF3-6063D018EC57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15" name="BuildingIcon">
              <a:extLst>
                <a:ext uri="{FF2B5EF4-FFF2-40B4-BE49-F238E27FC236}">
                  <a16:creationId xmlns:a16="http://schemas.microsoft.com/office/drawing/2014/main" id="{1B08FD0C-FAA5-9EBF-D1FB-ADFB796FFCF9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 109">
              <a:extLst>
                <a:ext uri="{FF2B5EF4-FFF2-40B4-BE49-F238E27FC236}">
                  <a16:creationId xmlns:a16="http://schemas.microsoft.com/office/drawing/2014/main" id="{EA3FA8B5-6BC3-5194-BB17-D542539F34DE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7" name="Text 110">
              <a:extLst>
                <a:ext uri="{FF2B5EF4-FFF2-40B4-BE49-F238E27FC236}">
                  <a16:creationId xmlns:a16="http://schemas.microsoft.com/office/drawing/2014/main" id="{E7E6F51E-E3C4-B0FB-0F3B-B1F4A8567D5F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REDACTED_00006</a:t>
              </a:r>
              <a:endParaRPr lang="en-US" sz="8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0ECC6F-5427-63F9-0B09-EBEB7EA007EF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19" name="GradCapIcon">
              <a:extLst>
                <a:ext uri="{FF2B5EF4-FFF2-40B4-BE49-F238E27FC236}">
                  <a16:creationId xmlns:a16="http://schemas.microsoft.com/office/drawing/2014/main" id="{F30C07FB-F0B4-B575-BE9B-873A2D51C498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 111">
              <a:extLst>
                <a:ext uri="{FF2B5EF4-FFF2-40B4-BE49-F238E27FC236}">
                  <a16:creationId xmlns:a16="http://schemas.microsoft.com/office/drawing/2014/main" id="{2B3C292E-FCCD-CAF1-D9DA-80218CB4D389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21" name="Text 112">
              <a:extLst>
                <a:ext uri="{FF2B5EF4-FFF2-40B4-BE49-F238E27FC236}">
                  <a16:creationId xmlns:a16="http://schemas.microsoft.com/office/drawing/2014/main" id="{A3B702F0-8B80-A097-1BCF-9C28658AFED8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REDACTED_00334</a:t>
              </a:r>
              <a:endParaRPr lang="en-US" sz="80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B2A0905-6044-B243-D489-F66606F212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19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8A299CF-8B09-D185-A8A4-BBF8CE5DCD66}"/>
              </a:ext>
            </a:extLst>
          </p:cNvPr>
          <p:cNvSpPr txBox="1"/>
          <p:nvPr/>
        </p:nvSpPr>
        <p:spPr>
          <a:xfrm>
            <a:off x="2088000" y="4636261"/>
            <a:ext cx="3266425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47625" marR="0" lvl="0" indent="-47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REDACTED_00335</a:t>
            </a:r>
          </a:p>
          <a:p>
            <a:pPr marL="47625" marR="0" lvl="0" indent="-47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REDACTED_00296</a:t>
            </a:r>
          </a:p>
          <a:p>
            <a:pPr marL="47625" marR="0" lvl="0" indent="-47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REDACTED_00297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935AF49E-D718-D3FB-2C09-3E44B3295D84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003C23"/>
                </a:solidFill>
              </a:rPr>
              <a:t>REDACTED_00038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10E24BC-3E72-0C2C-2A60-201C7BD5BC5B}"/>
              </a:ext>
            </a:extLst>
          </p:cNvPr>
          <p:cNvGrpSpPr/>
          <p:nvPr/>
        </p:nvGrpSpPr>
        <p:grpSpPr>
          <a:xfrm>
            <a:off x="9986400" y="2847600"/>
            <a:ext cx="2222197" cy="3087520"/>
            <a:chOff x="11866206" y="7800394"/>
            <a:chExt cx="2222197" cy="3087520"/>
          </a:xfrm>
        </p:grpSpPr>
        <p:sp>
          <p:nvSpPr>
            <p:cNvPr id="77" name="Text 11">
              <a:extLst>
                <a:ext uri="{FF2B5EF4-FFF2-40B4-BE49-F238E27FC236}">
                  <a16:creationId xmlns:a16="http://schemas.microsoft.com/office/drawing/2014/main" id="{6FB3AFEE-CE9B-C2E7-DF94-A94141F12A0E}"/>
                </a:ext>
              </a:extLst>
            </p:cNvPr>
            <p:cNvSpPr>
              <a:spLocks/>
            </p:cNvSpPr>
            <p:nvPr/>
          </p:nvSpPr>
          <p:spPr>
            <a:xfrm>
              <a:off x="12487244" y="788301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444444"/>
                  </a:solidFill>
                </a:rPr>
                <a:t>REDACTED_00039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REDACTED_00222</a:t>
              </a:r>
            </a:p>
          </p:txBody>
        </p:sp>
        <p:sp>
          <p:nvSpPr>
            <p:cNvPr id="78" name="Text 12">
              <a:extLst>
                <a:ext uri="{FF2B5EF4-FFF2-40B4-BE49-F238E27FC236}">
                  <a16:creationId xmlns:a16="http://schemas.microsoft.com/office/drawing/2014/main" id="{2AD9FF5F-8D07-1CC5-4B13-751008180118}"/>
                </a:ext>
              </a:extLst>
            </p:cNvPr>
            <p:cNvSpPr>
              <a:spLocks/>
            </p:cNvSpPr>
            <p:nvPr/>
          </p:nvSpPr>
          <p:spPr>
            <a:xfrm>
              <a:off x="12487244" y="7926956"/>
              <a:ext cx="1601159" cy="1322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650">
                <a:solidFill>
                  <a:srgbClr val="444444"/>
                </a:solidFill>
              </a:endParaRPr>
            </a:p>
          </p:txBody>
        </p:sp>
        <p:sp>
          <p:nvSpPr>
            <p:cNvPr id="79" name="Text 15">
              <a:extLst>
                <a:ext uri="{FF2B5EF4-FFF2-40B4-BE49-F238E27FC236}">
                  <a16:creationId xmlns:a16="http://schemas.microsoft.com/office/drawing/2014/main" id="{C04B2B6B-B964-D0DA-85C1-EDE1F55C59EF}"/>
                </a:ext>
              </a:extLst>
            </p:cNvPr>
            <p:cNvSpPr>
              <a:spLocks/>
            </p:cNvSpPr>
            <p:nvPr/>
          </p:nvSpPr>
          <p:spPr>
            <a:xfrm>
              <a:off x="12487244" y="8276419"/>
              <a:ext cx="1440000" cy="2910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REDACTED_00336</a:t>
              </a:r>
            </a:p>
          </p:txBody>
        </p:sp>
        <p:sp>
          <p:nvSpPr>
            <p:cNvPr id="80" name="Text 19">
              <a:extLst>
                <a:ext uri="{FF2B5EF4-FFF2-40B4-BE49-F238E27FC236}">
                  <a16:creationId xmlns:a16="http://schemas.microsoft.com/office/drawing/2014/main" id="{A9427E27-A55F-97A3-4263-60348B8CC512}"/>
                </a:ext>
              </a:extLst>
            </p:cNvPr>
            <p:cNvSpPr>
              <a:spLocks/>
            </p:cNvSpPr>
            <p:nvPr/>
          </p:nvSpPr>
          <p:spPr>
            <a:xfrm>
              <a:off x="12487245" y="8802118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REDACTED_00084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REDACTED_00337</a:t>
              </a:r>
            </a:p>
          </p:txBody>
        </p:sp>
        <p:sp>
          <p:nvSpPr>
            <p:cNvPr id="81" name="Text 23">
              <a:extLst>
                <a:ext uri="{FF2B5EF4-FFF2-40B4-BE49-F238E27FC236}">
                  <a16:creationId xmlns:a16="http://schemas.microsoft.com/office/drawing/2014/main" id="{5CFF3371-3161-F1E5-6C2E-ECE80CB4E5F2}"/>
                </a:ext>
              </a:extLst>
            </p:cNvPr>
            <p:cNvSpPr>
              <a:spLocks/>
            </p:cNvSpPr>
            <p:nvPr/>
          </p:nvSpPr>
          <p:spPr>
            <a:xfrm>
              <a:off x="12487244" y="9264777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 b="1">
                  <a:solidFill>
                    <a:srgbClr val="444444"/>
                  </a:solidFill>
                </a:rPr>
                <a:t>REDACTED_00338</a:t>
              </a:r>
            </a:p>
          </p:txBody>
        </p:sp>
        <p:sp>
          <p:nvSpPr>
            <p:cNvPr id="82" name="Text 28">
              <a:extLst>
                <a:ext uri="{FF2B5EF4-FFF2-40B4-BE49-F238E27FC236}">
                  <a16:creationId xmlns:a16="http://schemas.microsoft.com/office/drawing/2014/main" id="{92275BF1-23D4-BACD-2CB9-C9124D7D1E9F}"/>
                </a:ext>
              </a:extLst>
            </p:cNvPr>
            <p:cNvSpPr>
              <a:spLocks/>
            </p:cNvSpPr>
            <p:nvPr/>
          </p:nvSpPr>
          <p:spPr>
            <a:xfrm>
              <a:off x="12487244" y="9670161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REDACTED_00339</a:t>
              </a:r>
            </a:p>
          </p:txBody>
        </p:sp>
        <p:sp>
          <p:nvSpPr>
            <p:cNvPr id="85" name="Text 32">
              <a:extLst>
                <a:ext uri="{FF2B5EF4-FFF2-40B4-BE49-F238E27FC236}">
                  <a16:creationId xmlns:a16="http://schemas.microsoft.com/office/drawing/2014/main" id="{50CB87A5-AA0E-DDCE-5513-6CE22BF1EB2F}"/>
                </a:ext>
              </a:extLst>
            </p:cNvPr>
            <p:cNvSpPr>
              <a:spLocks/>
            </p:cNvSpPr>
            <p:nvPr/>
          </p:nvSpPr>
          <p:spPr>
            <a:xfrm>
              <a:off x="12487244" y="1064653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REDACTED_00058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REDACTED_00340</a:t>
              </a:r>
            </a:p>
          </p:txBody>
        </p:sp>
        <p:sp>
          <p:nvSpPr>
            <p:cNvPr id="86" name="Shape 188">
              <a:extLst>
                <a:ext uri="{FF2B5EF4-FFF2-40B4-BE49-F238E27FC236}">
                  <a16:creationId xmlns:a16="http://schemas.microsoft.com/office/drawing/2014/main" id="{6329E9E0-37DD-3EC3-4964-854CABD02DD9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2772000"/>
            </a:xfrm>
            <a:prstGeom prst="roundRect">
              <a:avLst>
                <a:gd name="adj" fmla="val 44444"/>
              </a:avLst>
            </a:prstGeom>
            <a:solidFill>
              <a:schemeClr val="bg2"/>
            </a:solidFill>
            <a:ln w="12700">
              <a:solidFill>
                <a:schemeClr val="bg2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90" name="Shape 189">
              <a:extLst>
                <a:ext uri="{FF2B5EF4-FFF2-40B4-BE49-F238E27FC236}">
                  <a16:creationId xmlns:a16="http://schemas.microsoft.com/office/drawing/2014/main" id="{76E76ECA-9399-6F55-87AF-4B03E7BBD760}"/>
                </a:ext>
              </a:extLst>
            </p:cNvPr>
            <p:cNvSpPr>
              <a:spLocks/>
            </p:cNvSpPr>
            <p:nvPr/>
          </p:nvSpPr>
          <p:spPr>
            <a:xfrm>
              <a:off x="12039093" y="7954218"/>
              <a:ext cx="50226" cy="1332000"/>
            </a:xfrm>
            <a:prstGeom prst="roundRect">
              <a:avLst>
                <a:gd name="adj" fmla="val 44444"/>
              </a:avLst>
            </a:prstGeom>
            <a:solidFill>
              <a:srgbClr val="003C23"/>
            </a:solidFill>
            <a:ln w="1270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97" name="Shape 206">
              <a:extLst>
                <a:ext uri="{FF2B5EF4-FFF2-40B4-BE49-F238E27FC236}">
                  <a16:creationId xmlns:a16="http://schemas.microsoft.com/office/drawing/2014/main" id="{E064726A-AD23-1C48-8FC4-AD0BEE560929}"/>
                </a:ext>
              </a:extLst>
            </p:cNvPr>
            <p:cNvSpPr>
              <a:spLocks/>
            </p:cNvSpPr>
            <p:nvPr/>
          </p:nvSpPr>
          <p:spPr>
            <a:xfrm>
              <a:off x="11866206" y="9140696"/>
              <a:ext cx="396000" cy="396000"/>
            </a:xfrm>
            <a:prstGeom prst="ellipse">
              <a:avLst/>
            </a:prstGeom>
            <a:solidFill>
              <a:srgbClr val="003C23"/>
            </a:solidFill>
            <a:ln w="19050">
              <a:solidFill>
                <a:srgbClr val="003C2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D60F93A-A57D-CCB5-4106-307C2EE984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7800394"/>
              <a:ext cx="324000" cy="324000"/>
              <a:chOff x="11899058" y="7800394"/>
              <a:chExt cx="324000" cy="324000"/>
            </a:xfrm>
          </p:grpSpPr>
          <p:sp>
            <p:nvSpPr>
              <p:cNvPr id="119" name="Shape 190">
                <a:extLst>
                  <a:ext uri="{FF2B5EF4-FFF2-40B4-BE49-F238E27FC236}">
                    <a16:creationId xmlns:a16="http://schemas.microsoft.com/office/drawing/2014/main" id="{FC00034E-C083-00F8-24E9-A35C65558E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120" name="Text 191">
                <a:extLst>
                  <a:ext uri="{FF2B5EF4-FFF2-40B4-BE49-F238E27FC236}">
                    <a16:creationId xmlns:a16="http://schemas.microsoft.com/office/drawing/2014/main" id="{89A79AAA-8022-98F8-FAD3-5DCF45C65AE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7800394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2"/>
                    </a:solidFill>
                  </a:rPr>
                  <a:t>REDACTED_00051</a:t>
                </a:r>
                <a:endParaRPr lang="en-US" sz="65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BA4E7695-1000-9F7E-CBF3-A2B77C34137A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8259945"/>
              <a:ext cx="324000" cy="324000"/>
              <a:chOff x="11899058" y="8352765"/>
              <a:chExt cx="324000" cy="324000"/>
            </a:xfrm>
          </p:grpSpPr>
          <p:sp>
            <p:nvSpPr>
              <p:cNvPr id="117" name="Shape 193">
                <a:extLst>
                  <a:ext uri="{FF2B5EF4-FFF2-40B4-BE49-F238E27FC236}">
                    <a16:creationId xmlns:a16="http://schemas.microsoft.com/office/drawing/2014/main" id="{2A1E30B2-36AD-E4AA-31D0-7F58E249DFC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8352765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118" name="Text 194">
                <a:extLst>
                  <a:ext uri="{FF2B5EF4-FFF2-40B4-BE49-F238E27FC236}">
                    <a16:creationId xmlns:a16="http://schemas.microsoft.com/office/drawing/2014/main" id="{B0B7AC27-1E01-9A4B-6F13-AD86A514EAF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8385498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650" b="1">
                    <a:solidFill>
                      <a:schemeClr val="bg2"/>
                    </a:solidFill>
                  </a:rPr>
                  <a:t>REDACTED_00052</a:t>
                </a: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DADFEB4D-BD3D-CDB7-E11B-69C4E4D3EA63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9644814"/>
              <a:ext cx="324000" cy="324000"/>
              <a:chOff x="11899058" y="10018201"/>
              <a:chExt cx="324000" cy="324000"/>
            </a:xfrm>
          </p:grpSpPr>
          <p:sp>
            <p:nvSpPr>
              <p:cNvPr id="115" name="Shape 202">
                <a:extLst>
                  <a:ext uri="{FF2B5EF4-FFF2-40B4-BE49-F238E27FC236}">
                    <a16:creationId xmlns:a16="http://schemas.microsoft.com/office/drawing/2014/main" id="{82BB10CE-7AE0-E0A2-918E-1B586D62E5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>
                  <a:solidFill>
                    <a:srgbClr val="003C23"/>
                  </a:solidFill>
                </a:endParaRPr>
              </a:p>
            </p:txBody>
          </p:sp>
          <p:sp>
            <p:nvSpPr>
              <p:cNvPr id="116" name="Text 207">
                <a:extLst>
                  <a:ext uri="{FF2B5EF4-FFF2-40B4-BE49-F238E27FC236}">
                    <a16:creationId xmlns:a16="http://schemas.microsoft.com/office/drawing/2014/main" id="{C53F2471-7A03-84B0-0F5F-88DF537C39E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REDACTED_00055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B9AF8EA6-5B96-CBCD-8808-8EFB8E70721D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563914"/>
              <a:ext cx="324000" cy="324000"/>
              <a:chOff x="11899058" y="10563914"/>
              <a:chExt cx="324000" cy="324000"/>
            </a:xfrm>
          </p:grpSpPr>
          <p:sp>
            <p:nvSpPr>
              <p:cNvPr id="113" name="Shape 210">
                <a:extLst>
                  <a:ext uri="{FF2B5EF4-FFF2-40B4-BE49-F238E27FC236}">
                    <a16:creationId xmlns:a16="http://schemas.microsoft.com/office/drawing/2014/main" id="{2ECBE93F-C366-BFC6-84CA-38F29849792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563914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14" name="Text 211">
                <a:extLst>
                  <a:ext uri="{FF2B5EF4-FFF2-40B4-BE49-F238E27FC236}">
                    <a16:creationId xmlns:a16="http://schemas.microsoft.com/office/drawing/2014/main" id="{C4D94674-7A99-9B55-55DE-4CF2F46A74E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581914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REDACTED_00057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DCF663A-0D6A-819D-6B91-6F5C0530ABA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81" y="8727279"/>
              <a:ext cx="328555" cy="781984"/>
              <a:chOff x="11899058" y="9014882"/>
              <a:chExt cx="328555" cy="781984"/>
            </a:xfrm>
          </p:grpSpPr>
          <p:sp>
            <p:nvSpPr>
              <p:cNvPr id="111" name="Shape 202">
                <a:extLst>
                  <a:ext uri="{FF2B5EF4-FFF2-40B4-BE49-F238E27FC236}">
                    <a16:creationId xmlns:a16="http://schemas.microsoft.com/office/drawing/2014/main" id="{2883917C-A8EE-15AE-DEA9-42B906EA63D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03613" y="9014882"/>
                <a:ext cx="324000" cy="324000"/>
              </a:xfrm>
              <a:prstGeom prst="ellipse">
                <a:avLst/>
              </a:prstGeom>
              <a:solidFill>
                <a:srgbClr val="005832"/>
              </a:solidFill>
              <a:ln w="9525">
                <a:solidFill>
                  <a:srgbClr val="003C23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endParaRPr lang="en-AU">
                  <a:solidFill>
                    <a:srgbClr val="F55A2D"/>
                  </a:solidFill>
                </a:endParaRPr>
              </a:p>
            </p:txBody>
          </p:sp>
          <p:sp>
            <p:nvSpPr>
              <p:cNvPr id="112" name="Text 203">
                <a:extLst>
                  <a:ext uri="{FF2B5EF4-FFF2-40B4-BE49-F238E27FC236}">
                    <a16:creationId xmlns:a16="http://schemas.microsoft.com/office/drawing/2014/main" id="{34F7E04D-69AE-0E0F-29B4-9D3606B239B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9472866"/>
                <a:ext cx="324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chemeClr val="bg1"/>
                    </a:solidFill>
                  </a:rPr>
                  <a:t>REDACTED_00054</a:t>
                </a:r>
                <a:endParaRPr lang="en-US" sz="65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A1B6620-63D0-84E5-A6E0-E6CDDD1C346C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902206" y="10104365"/>
              <a:ext cx="324000" cy="324000"/>
              <a:chOff x="11899058" y="10018201"/>
              <a:chExt cx="324000" cy="324000"/>
            </a:xfrm>
          </p:grpSpPr>
          <p:sp>
            <p:nvSpPr>
              <p:cNvPr id="109" name="Shape 202">
                <a:extLst>
                  <a:ext uri="{FF2B5EF4-FFF2-40B4-BE49-F238E27FC236}">
                    <a16:creationId xmlns:a16="http://schemas.microsoft.com/office/drawing/2014/main" id="{C091BA0A-0104-5A3B-10AF-9D3E424258A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99058" y="10018201"/>
                <a:ext cx="324000" cy="3240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prstDash val="solid"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10" name="Text 207">
                <a:extLst>
                  <a:ext uri="{FF2B5EF4-FFF2-40B4-BE49-F238E27FC236}">
                    <a16:creationId xmlns:a16="http://schemas.microsoft.com/office/drawing/2014/main" id="{55809121-8988-2D9A-29E7-22E3FC2C6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917058" y="10032810"/>
                <a:ext cx="28800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003C23"/>
                    </a:solidFill>
                  </a:rPr>
                  <a:t>REDACTED_00056</a:t>
                </a:r>
                <a:endParaRPr lang="en-US" sz="650">
                  <a:solidFill>
                    <a:srgbClr val="003C23"/>
                  </a:solidFill>
                </a:endParaRPr>
              </a:p>
            </p:txBody>
          </p:sp>
        </p:grpSp>
        <p:sp>
          <p:nvSpPr>
            <p:cNvPr id="107" name="Text 28">
              <a:extLst>
                <a:ext uri="{FF2B5EF4-FFF2-40B4-BE49-F238E27FC236}">
                  <a16:creationId xmlns:a16="http://schemas.microsoft.com/office/drawing/2014/main" id="{7E98B952-30A1-5921-26A5-CAB20805BD34}"/>
                </a:ext>
              </a:extLst>
            </p:cNvPr>
            <p:cNvSpPr>
              <a:spLocks/>
            </p:cNvSpPr>
            <p:nvPr/>
          </p:nvSpPr>
          <p:spPr>
            <a:xfrm>
              <a:off x="12487245" y="10129712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REDACTED_00049</a:t>
              </a:r>
            </a:p>
          </p:txBody>
        </p:sp>
        <p:sp>
          <p:nvSpPr>
            <p:cNvPr id="108" name="Text 199">
              <a:extLst>
                <a:ext uri="{FF2B5EF4-FFF2-40B4-BE49-F238E27FC236}">
                  <a16:creationId xmlns:a16="http://schemas.microsoft.com/office/drawing/2014/main" id="{1879CA4A-9ADF-FD5E-1F34-11C343B04C4A}"/>
                </a:ext>
              </a:extLst>
            </p:cNvPr>
            <p:cNvSpPr>
              <a:spLocks/>
            </p:cNvSpPr>
            <p:nvPr/>
          </p:nvSpPr>
          <p:spPr>
            <a:xfrm>
              <a:off x="11913761" y="8738954"/>
              <a:ext cx="28800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chemeClr val="bg2"/>
                  </a:solidFill>
                </a:rPr>
                <a:t>REDACTED_00053</a:t>
              </a:r>
              <a:endParaRPr lang="en-US" sz="650">
                <a:solidFill>
                  <a:schemeClr val="bg2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89">
            <a:extLst>
              <a:ext uri="{FF2B5EF4-FFF2-40B4-BE49-F238E27FC236}">
                <a16:creationId xmlns:a16="http://schemas.microsoft.com/office/drawing/2014/main" id="{CA96049D-A203-433E-D58B-589FA977E82B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18679" b="-18679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4" name="Shape 13">
            <a:extLst>
              <a:ext uri="{FF2B5EF4-FFF2-40B4-BE49-F238E27FC236}">
                <a16:creationId xmlns:a16="http://schemas.microsoft.com/office/drawing/2014/main" id="{0E482083-0562-B3F7-BE59-E4DD2594F764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6" name="Shape 13">
            <a:extLst>
              <a:ext uri="{FF2B5EF4-FFF2-40B4-BE49-F238E27FC236}">
                <a16:creationId xmlns:a16="http://schemas.microsoft.com/office/drawing/2014/main" id="{05DB0B32-6263-9107-789B-C5FA91A9CDF6}"/>
              </a:ext>
            </a:extLst>
          </p:cNvPr>
          <p:cNvSpPr/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7" name="Shape 229">
            <a:extLst>
              <a:ext uri="{FF2B5EF4-FFF2-40B4-BE49-F238E27FC236}">
                <a16:creationId xmlns:a16="http://schemas.microsoft.com/office/drawing/2014/main" id="{7BA54C75-85B9-3B42-09DA-F94349694C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7" name="Shape 9">
            <a:extLst>
              <a:ext uri="{FF2B5EF4-FFF2-40B4-BE49-F238E27FC236}">
                <a16:creationId xmlns:a16="http://schemas.microsoft.com/office/drawing/2014/main" id="{03482558-701D-3540-618F-DB16FA81A31C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4" name="Shape 46">
            <a:extLst>
              <a:ext uri="{FF2B5EF4-FFF2-40B4-BE49-F238E27FC236}">
                <a16:creationId xmlns:a16="http://schemas.microsoft.com/office/drawing/2014/main" id="{C604E7F0-37AD-399F-5E06-AFBC22AB78D7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9" name="Shape 46">
            <a:extLst>
              <a:ext uri="{FF2B5EF4-FFF2-40B4-BE49-F238E27FC236}">
                <a16:creationId xmlns:a16="http://schemas.microsoft.com/office/drawing/2014/main" id="{CFD6BB30-2A91-F6A0-51A9-8696CC972207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0" name="Shape 105">
            <a:extLst>
              <a:ext uri="{FF2B5EF4-FFF2-40B4-BE49-F238E27FC236}">
                <a16:creationId xmlns:a16="http://schemas.microsoft.com/office/drawing/2014/main" id="{00A70527-6433-8E08-75D8-DB1CB009AFCC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B67CB30-92DF-3514-B8D6-2EC88BCC8621}"/>
              </a:ext>
            </a:extLst>
          </p:cNvPr>
          <p:cNvGrpSpPr/>
          <p:nvPr/>
        </p:nvGrpSpPr>
        <p:grpSpPr>
          <a:xfrm>
            <a:off x="12987852" y="2204328"/>
            <a:ext cx="2433262" cy="3572885"/>
            <a:chOff x="9630808" y="2225947"/>
            <a:chExt cx="2433262" cy="3572885"/>
          </a:xfrm>
        </p:grpSpPr>
        <p:sp>
          <p:nvSpPr>
            <p:cNvPr id="45" name="Shape 1">
              <a:extLst>
                <a:ext uri="{FF2B5EF4-FFF2-40B4-BE49-F238E27FC236}">
                  <a16:creationId xmlns:a16="http://schemas.microsoft.com/office/drawing/2014/main" id="{1880CDA8-06D4-F2EB-43D4-C11676A80BBE}"/>
                </a:ext>
              </a:extLst>
            </p:cNvPr>
            <p:cNvSpPr/>
            <p:nvPr/>
          </p:nvSpPr>
          <p:spPr>
            <a:xfrm>
              <a:off x="9630808" y="2226562"/>
              <a:ext cx="2333206" cy="3572270"/>
            </a:xfrm>
            <a:prstGeom prst="roundRect">
              <a:avLst>
                <a:gd name="adj" fmla="val 1546"/>
              </a:avLst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2" name="Shape 3">
              <a:extLst>
                <a:ext uri="{FF2B5EF4-FFF2-40B4-BE49-F238E27FC236}">
                  <a16:creationId xmlns:a16="http://schemas.microsoft.com/office/drawing/2014/main" id="{9D115A27-B3C4-5937-2A7E-D85D928B59AF}"/>
                </a:ext>
              </a:extLst>
            </p:cNvPr>
            <p:cNvSpPr/>
            <p:nvPr/>
          </p:nvSpPr>
          <p:spPr>
            <a:xfrm>
              <a:off x="9630808" y="2225947"/>
              <a:ext cx="2333206" cy="289199"/>
            </a:xfrm>
            <a:prstGeom prst="roundRect">
              <a:avLst>
                <a:gd name="adj" fmla="val 18182"/>
              </a:avLst>
            </a:prstGeom>
            <a:solidFill>
              <a:srgbClr val="C8EDE8"/>
            </a:solidFill>
            <a:ln w="12700">
              <a:solidFill>
                <a:srgbClr val="C8EDE8"/>
              </a:solidFill>
              <a:prstDash val="solid"/>
            </a:ln>
          </p:spPr>
          <p:txBody>
            <a:bodyPr/>
            <a:lstStyle/>
            <a:p>
              <a:endParaRPr lang="en-AU">
                <a:solidFill>
                  <a:srgbClr val="0F6E56"/>
                </a:solidFill>
              </a:endParaRPr>
            </a:p>
          </p:txBody>
        </p:sp>
        <p:sp>
          <p:nvSpPr>
            <p:cNvPr id="73" name="Shape 4">
              <a:extLst>
                <a:ext uri="{FF2B5EF4-FFF2-40B4-BE49-F238E27FC236}">
                  <a16:creationId xmlns:a16="http://schemas.microsoft.com/office/drawing/2014/main" id="{C825687B-072D-D6FB-5051-624E27F8F7AD}"/>
                </a:ext>
              </a:extLst>
            </p:cNvPr>
            <p:cNvSpPr/>
            <p:nvPr/>
          </p:nvSpPr>
          <p:spPr>
            <a:xfrm>
              <a:off x="9630808" y="2379339"/>
              <a:ext cx="2333206" cy="144600"/>
            </a:xfrm>
            <a:prstGeom prst="rect">
              <a:avLst/>
            </a:prstGeom>
            <a:solidFill>
              <a:srgbClr val="C8EDE8"/>
            </a:solidFill>
            <a:ln w="12700">
              <a:solidFill>
                <a:srgbClr val="C8EDE8"/>
              </a:solidFill>
              <a:prstDash val="solid"/>
            </a:ln>
          </p:spPr>
          <p:txBody>
            <a:bodyPr/>
            <a:lstStyle/>
            <a:p>
              <a:endParaRPr lang="en-AU">
                <a:solidFill>
                  <a:srgbClr val="0F6E56"/>
                </a:solidFill>
              </a:endParaRPr>
            </a:p>
          </p:txBody>
        </p:sp>
        <p:sp>
          <p:nvSpPr>
            <p:cNvPr id="74" name="Text 5">
              <a:extLst>
                <a:ext uri="{FF2B5EF4-FFF2-40B4-BE49-F238E27FC236}">
                  <a16:creationId xmlns:a16="http://schemas.microsoft.com/office/drawing/2014/main" id="{BD2A7DE4-40A7-17BF-B4D4-00D01A3F84E5}"/>
                </a:ext>
              </a:extLst>
            </p:cNvPr>
            <p:cNvSpPr/>
            <p:nvPr/>
          </p:nvSpPr>
          <p:spPr>
            <a:xfrm>
              <a:off x="9630808" y="2234739"/>
              <a:ext cx="2333206" cy="2891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>
                  <a:solidFill>
                    <a:srgbClr val="0F6E56"/>
                  </a:solidFill>
                </a:rPr>
                <a:t>REDACTED_00341</a:t>
              </a:r>
              <a:endParaRPr lang="en-US" sz="700">
                <a:solidFill>
                  <a:srgbClr val="0F6E56"/>
                </a:solidFill>
              </a:endParaRPr>
            </a:p>
          </p:txBody>
        </p:sp>
        <p:sp>
          <p:nvSpPr>
            <p:cNvPr id="192" name="Text 48">
              <a:extLst>
                <a:ext uri="{FF2B5EF4-FFF2-40B4-BE49-F238E27FC236}">
                  <a16:creationId xmlns:a16="http://schemas.microsoft.com/office/drawing/2014/main" id="{8FF0CD18-A8D7-A7A0-D10E-3EC895DF2DB4}"/>
                </a:ext>
              </a:extLst>
            </p:cNvPr>
            <p:cNvSpPr/>
            <p:nvPr/>
          </p:nvSpPr>
          <p:spPr>
            <a:xfrm>
              <a:off x="10462899" y="2589480"/>
              <a:ext cx="1601171" cy="160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REDACTED_00039</a:t>
              </a:r>
              <a:endParaRPr lang="en-US" sz="650"/>
            </a:p>
          </p:txBody>
        </p:sp>
        <p:sp>
          <p:nvSpPr>
            <p:cNvPr id="195" name="Text 52">
              <a:extLst>
                <a:ext uri="{FF2B5EF4-FFF2-40B4-BE49-F238E27FC236}">
                  <a16:creationId xmlns:a16="http://schemas.microsoft.com/office/drawing/2014/main" id="{81CAEB79-7DEA-8027-C299-9D5F151796E4}"/>
                </a:ext>
              </a:extLst>
            </p:cNvPr>
            <p:cNvSpPr/>
            <p:nvPr/>
          </p:nvSpPr>
          <p:spPr>
            <a:xfrm>
              <a:off x="10462899" y="3064095"/>
              <a:ext cx="1601171" cy="160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 b="1">
                  <a:solidFill>
                    <a:srgbClr val="04342C"/>
                  </a:solidFill>
                </a:rPr>
                <a:t>REDACTED_00041</a:t>
              </a:r>
              <a:endParaRPr lang="en-US" sz="650"/>
            </a:p>
          </p:txBody>
        </p:sp>
        <p:sp>
          <p:nvSpPr>
            <p:cNvPr id="196" name="Text 53">
              <a:extLst>
                <a:ext uri="{FF2B5EF4-FFF2-40B4-BE49-F238E27FC236}">
                  <a16:creationId xmlns:a16="http://schemas.microsoft.com/office/drawing/2014/main" id="{7BCDCB20-2ACE-E096-ACB6-CC3070178B5D}"/>
                </a:ext>
              </a:extLst>
            </p:cNvPr>
            <p:cNvSpPr/>
            <p:nvPr/>
          </p:nvSpPr>
          <p:spPr>
            <a:xfrm>
              <a:off x="10462899" y="3224716"/>
              <a:ext cx="1601171" cy="133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85041"/>
                  </a:solidFill>
                </a:rPr>
                <a:t>REDACTED_00042</a:t>
              </a:r>
              <a:endParaRPr lang="en-US" sz="550"/>
            </a:p>
          </p:txBody>
        </p:sp>
        <p:sp>
          <p:nvSpPr>
            <p:cNvPr id="199" name="Text 56">
              <a:extLst>
                <a:ext uri="{FF2B5EF4-FFF2-40B4-BE49-F238E27FC236}">
                  <a16:creationId xmlns:a16="http://schemas.microsoft.com/office/drawing/2014/main" id="{4B91BC5C-841C-39D4-E65F-5E7A042E50A5}"/>
                </a:ext>
              </a:extLst>
            </p:cNvPr>
            <p:cNvSpPr/>
            <p:nvPr/>
          </p:nvSpPr>
          <p:spPr>
            <a:xfrm>
              <a:off x="10462899" y="3538710"/>
              <a:ext cx="1601171" cy="160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REDACTED_00043</a:t>
              </a:r>
              <a:endParaRPr lang="en-US" sz="650"/>
            </a:p>
          </p:txBody>
        </p:sp>
        <p:sp>
          <p:nvSpPr>
            <p:cNvPr id="200" name="Text 57">
              <a:extLst>
                <a:ext uri="{FF2B5EF4-FFF2-40B4-BE49-F238E27FC236}">
                  <a16:creationId xmlns:a16="http://schemas.microsoft.com/office/drawing/2014/main" id="{54A9CD05-9293-6D8D-51A2-9CA87B9F5AC5}"/>
                </a:ext>
              </a:extLst>
            </p:cNvPr>
            <p:cNvSpPr/>
            <p:nvPr/>
          </p:nvSpPr>
          <p:spPr>
            <a:xfrm>
              <a:off x="10462899" y="3699332"/>
              <a:ext cx="1601171" cy="133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REDACTED_00342</a:t>
              </a:r>
              <a:endParaRPr lang="en-US" sz="550"/>
            </a:p>
          </p:txBody>
        </p:sp>
        <p:sp>
          <p:nvSpPr>
            <p:cNvPr id="206" name="Text 60">
              <a:extLst>
                <a:ext uri="{FF2B5EF4-FFF2-40B4-BE49-F238E27FC236}">
                  <a16:creationId xmlns:a16="http://schemas.microsoft.com/office/drawing/2014/main" id="{BD5BB33B-390B-D202-F36D-66ABE323251A}"/>
                </a:ext>
              </a:extLst>
            </p:cNvPr>
            <p:cNvSpPr/>
            <p:nvPr/>
          </p:nvSpPr>
          <p:spPr>
            <a:xfrm>
              <a:off x="10462899" y="4013325"/>
              <a:ext cx="1601171" cy="160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REDACTED_00045</a:t>
              </a:r>
              <a:endParaRPr lang="en-US" sz="650"/>
            </a:p>
          </p:txBody>
        </p:sp>
        <p:sp>
          <p:nvSpPr>
            <p:cNvPr id="207" name="Text 61">
              <a:extLst>
                <a:ext uri="{FF2B5EF4-FFF2-40B4-BE49-F238E27FC236}">
                  <a16:creationId xmlns:a16="http://schemas.microsoft.com/office/drawing/2014/main" id="{C372F4EA-75C2-C095-4090-46B7BBD9D6F6}"/>
                </a:ext>
              </a:extLst>
            </p:cNvPr>
            <p:cNvSpPr/>
            <p:nvPr/>
          </p:nvSpPr>
          <p:spPr>
            <a:xfrm>
              <a:off x="10462899" y="4173947"/>
              <a:ext cx="1601171" cy="133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REDACTED_00343</a:t>
              </a:r>
              <a:endParaRPr lang="en-US" sz="550"/>
            </a:p>
          </p:txBody>
        </p:sp>
        <p:sp>
          <p:nvSpPr>
            <p:cNvPr id="210" name="Text 64">
              <a:extLst>
                <a:ext uri="{FF2B5EF4-FFF2-40B4-BE49-F238E27FC236}">
                  <a16:creationId xmlns:a16="http://schemas.microsoft.com/office/drawing/2014/main" id="{133715D3-0FB0-BA0C-55CA-DC587C5771CF}"/>
                </a:ext>
              </a:extLst>
            </p:cNvPr>
            <p:cNvSpPr/>
            <p:nvPr/>
          </p:nvSpPr>
          <p:spPr>
            <a:xfrm>
              <a:off x="10462899" y="4487940"/>
              <a:ext cx="1601171" cy="160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REDACTED_00047</a:t>
              </a:r>
              <a:endParaRPr lang="en-US" sz="650"/>
            </a:p>
          </p:txBody>
        </p:sp>
        <p:sp>
          <p:nvSpPr>
            <p:cNvPr id="211" name="Text 65">
              <a:extLst>
                <a:ext uri="{FF2B5EF4-FFF2-40B4-BE49-F238E27FC236}">
                  <a16:creationId xmlns:a16="http://schemas.microsoft.com/office/drawing/2014/main" id="{CA31C451-87E7-B8B2-B450-2CC45A1E346F}"/>
                </a:ext>
              </a:extLst>
            </p:cNvPr>
            <p:cNvSpPr/>
            <p:nvPr/>
          </p:nvSpPr>
          <p:spPr>
            <a:xfrm>
              <a:off x="10462899" y="4648562"/>
              <a:ext cx="1601171" cy="133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REDACTED_00344</a:t>
              </a:r>
              <a:endParaRPr lang="en-US" sz="550"/>
            </a:p>
          </p:txBody>
        </p:sp>
        <p:sp>
          <p:nvSpPr>
            <p:cNvPr id="214" name="Text 68">
              <a:extLst>
                <a:ext uri="{FF2B5EF4-FFF2-40B4-BE49-F238E27FC236}">
                  <a16:creationId xmlns:a16="http://schemas.microsoft.com/office/drawing/2014/main" id="{529C2CA4-8213-0E97-5E26-2EDCEED06776}"/>
                </a:ext>
              </a:extLst>
            </p:cNvPr>
            <p:cNvSpPr/>
            <p:nvPr/>
          </p:nvSpPr>
          <p:spPr>
            <a:xfrm>
              <a:off x="10462899" y="4962555"/>
              <a:ext cx="1601171" cy="160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REDACTED_00049</a:t>
              </a:r>
              <a:endParaRPr lang="en-US" sz="650"/>
            </a:p>
          </p:txBody>
        </p:sp>
        <p:sp>
          <p:nvSpPr>
            <p:cNvPr id="215" name="Text 69">
              <a:extLst>
                <a:ext uri="{FF2B5EF4-FFF2-40B4-BE49-F238E27FC236}">
                  <a16:creationId xmlns:a16="http://schemas.microsoft.com/office/drawing/2014/main" id="{BB77F8E3-ECBC-7BAB-4310-771C6D83851E}"/>
                </a:ext>
              </a:extLst>
            </p:cNvPr>
            <p:cNvSpPr/>
            <p:nvPr/>
          </p:nvSpPr>
          <p:spPr>
            <a:xfrm>
              <a:off x="10462899" y="5123177"/>
              <a:ext cx="1601171" cy="133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REDACTED_00050</a:t>
              </a:r>
              <a:endParaRPr lang="en-US" sz="550"/>
            </a:p>
          </p:txBody>
        </p:sp>
        <p:sp>
          <p:nvSpPr>
            <p:cNvPr id="218" name="Text 72">
              <a:extLst>
                <a:ext uri="{FF2B5EF4-FFF2-40B4-BE49-F238E27FC236}">
                  <a16:creationId xmlns:a16="http://schemas.microsoft.com/office/drawing/2014/main" id="{92C9CB03-7CFD-CA33-5B82-1926CA821548}"/>
                </a:ext>
              </a:extLst>
            </p:cNvPr>
            <p:cNvSpPr/>
            <p:nvPr/>
          </p:nvSpPr>
          <p:spPr>
            <a:xfrm>
              <a:off x="10462899" y="5437170"/>
              <a:ext cx="1601171" cy="160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REDACTED_00058</a:t>
              </a:r>
              <a:endParaRPr lang="en-US" sz="6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DB0D4CF-AC72-48AC-236D-8C1B548B8AC9}"/>
              </a:ext>
            </a:extLst>
          </p:cNvPr>
          <p:cNvGrpSpPr/>
          <p:nvPr/>
        </p:nvGrpSpPr>
        <p:grpSpPr>
          <a:xfrm>
            <a:off x="13032506" y="2576233"/>
            <a:ext cx="524027" cy="3133308"/>
            <a:chOff x="9733229" y="2587031"/>
            <a:chExt cx="524027" cy="313330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028C8F1-8B30-7DCE-4949-66F1BCE6711A}"/>
                </a:ext>
              </a:extLst>
            </p:cNvPr>
            <p:cNvGrpSpPr/>
            <p:nvPr/>
          </p:nvGrpSpPr>
          <p:grpSpPr>
            <a:xfrm>
              <a:off x="9861256" y="2587031"/>
              <a:ext cx="396000" cy="3133308"/>
              <a:chOff x="9832456" y="2587031"/>
              <a:chExt cx="396000" cy="313330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1B1B0599-06B6-78EA-1603-609C8B39AEF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832456" y="2597369"/>
                <a:ext cx="396000" cy="3122970"/>
                <a:chOff x="9832456" y="2597369"/>
                <a:chExt cx="396000" cy="3122970"/>
              </a:xfrm>
            </p:grpSpPr>
            <p:sp>
              <p:nvSpPr>
                <p:cNvPr id="57" name="Shape 44">
                  <a:extLst>
                    <a:ext uri="{FF2B5EF4-FFF2-40B4-BE49-F238E27FC236}">
                      <a16:creationId xmlns:a16="http://schemas.microsoft.com/office/drawing/2014/main" id="{DFFB1640-913A-75E5-2E6A-7C8D3886B426}"/>
                    </a:ext>
                  </a:extLst>
                </p:cNvPr>
                <p:cNvSpPr/>
                <p:nvPr/>
              </p:nvSpPr>
              <p:spPr>
                <a:xfrm>
                  <a:off x="10003781" y="2755723"/>
                  <a:ext cx="48039" cy="2807480"/>
                </a:xfrm>
                <a:prstGeom prst="roundRect">
                  <a:avLst>
                    <a:gd name="adj" fmla="val 44444"/>
                  </a:avLst>
                </a:prstGeom>
                <a:solidFill>
                  <a:srgbClr val="B4D4C4"/>
                </a:solidFill>
                <a:ln w="12700">
                  <a:solidFill>
                    <a:srgbClr val="FF0000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58" name="Shape 45">
                  <a:extLst>
                    <a:ext uri="{FF2B5EF4-FFF2-40B4-BE49-F238E27FC236}">
                      <a16:creationId xmlns:a16="http://schemas.microsoft.com/office/drawing/2014/main" id="{E5D7F83D-C8DC-7FD3-9BCF-4D85632AB0E7}"/>
                    </a:ext>
                  </a:extLst>
                </p:cNvPr>
                <p:cNvSpPr/>
                <p:nvPr/>
              </p:nvSpPr>
              <p:spPr>
                <a:xfrm>
                  <a:off x="10003781" y="2762321"/>
                  <a:ext cx="45719" cy="1512617"/>
                </a:xfrm>
                <a:prstGeom prst="roundRect">
                  <a:avLst>
                    <a:gd name="adj" fmla="val 44444"/>
                  </a:avLst>
                </a:prstGeom>
                <a:solidFill>
                  <a:srgbClr val="1D9E75"/>
                </a:solidFill>
                <a:ln w="12700">
                  <a:solidFill>
                    <a:srgbClr val="FF0000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59" name="Shape 46">
                  <a:extLst>
                    <a:ext uri="{FF2B5EF4-FFF2-40B4-BE49-F238E27FC236}">
                      <a16:creationId xmlns:a16="http://schemas.microsoft.com/office/drawing/2014/main" id="{BFF4BCFA-1DC6-A8CE-AA3D-D0D1AC19C035}"/>
                    </a:ext>
                  </a:extLst>
                </p:cNvPr>
                <p:cNvSpPr/>
                <p:nvPr/>
              </p:nvSpPr>
              <p:spPr>
                <a:xfrm>
                  <a:off x="9869400" y="2597369"/>
                  <a:ext cx="315490" cy="315490"/>
                </a:xfrm>
                <a:prstGeom prst="ellipse">
                  <a:avLst/>
                </a:prstGeom>
                <a:solidFill>
                  <a:srgbClr val="1D9E75"/>
                </a:solidFill>
                <a:ln w="9525">
                  <a:solidFill>
                    <a:srgbClr val="FF0000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0" name="Shape 50">
                  <a:extLst>
                    <a:ext uri="{FF2B5EF4-FFF2-40B4-BE49-F238E27FC236}">
                      <a16:creationId xmlns:a16="http://schemas.microsoft.com/office/drawing/2014/main" id="{E9D86AB4-EB30-DEA1-767C-B48F496070EB}"/>
                    </a:ext>
                  </a:extLst>
                </p:cNvPr>
                <p:cNvSpPr/>
                <p:nvPr/>
              </p:nvSpPr>
              <p:spPr>
                <a:xfrm>
                  <a:off x="9832456" y="3019102"/>
                  <a:ext cx="396000" cy="396000"/>
                </a:xfrm>
                <a:prstGeom prst="ellipse">
                  <a:avLst/>
                </a:prstGeom>
                <a:solidFill>
                  <a:srgbClr val="0F6E56"/>
                </a:solidFill>
                <a:ln w="19050">
                  <a:solidFill>
                    <a:srgbClr val="FF0000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1" name="Shape 54">
                  <a:extLst>
                    <a:ext uri="{FF2B5EF4-FFF2-40B4-BE49-F238E27FC236}">
                      <a16:creationId xmlns:a16="http://schemas.microsoft.com/office/drawing/2014/main" id="{9668A023-7296-045A-DE2E-53C8D749F23C}"/>
                    </a:ext>
                  </a:extLst>
                </p:cNvPr>
                <p:cNvSpPr/>
                <p:nvPr/>
              </p:nvSpPr>
              <p:spPr>
                <a:xfrm>
                  <a:off x="9869400" y="3533196"/>
                  <a:ext cx="315490" cy="315490"/>
                </a:xfrm>
                <a:prstGeom prst="ellipse">
                  <a:avLst/>
                </a:prstGeom>
                <a:solidFill>
                  <a:srgbClr val="D6ECE2"/>
                </a:solidFill>
                <a:ln w="9525">
                  <a:solidFill>
                    <a:srgbClr val="FF0000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2" name="Shape 58">
                  <a:extLst>
                    <a:ext uri="{FF2B5EF4-FFF2-40B4-BE49-F238E27FC236}">
                      <a16:creationId xmlns:a16="http://schemas.microsoft.com/office/drawing/2014/main" id="{58927020-7C96-09CB-5237-0AEF19E0091A}"/>
                    </a:ext>
                  </a:extLst>
                </p:cNvPr>
                <p:cNvSpPr/>
                <p:nvPr/>
              </p:nvSpPr>
              <p:spPr>
                <a:xfrm>
                  <a:off x="9869400" y="3973401"/>
                  <a:ext cx="324000" cy="324000"/>
                </a:xfrm>
                <a:prstGeom prst="ellipse">
                  <a:avLst/>
                </a:prstGeom>
                <a:solidFill>
                  <a:srgbClr val="D6ECE2"/>
                </a:solidFill>
                <a:ln w="9525">
                  <a:solidFill>
                    <a:srgbClr val="FF0000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3" name="Shape 62">
                  <a:extLst>
                    <a:ext uri="{FF2B5EF4-FFF2-40B4-BE49-F238E27FC236}">
                      <a16:creationId xmlns:a16="http://schemas.microsoft.com/office/drawing/2014/main" id="{9B2EDA38-87C6-BC22-F330-F1FFC2C02552}"/>
                    </a:ext>
                  </a:extLst>
                </p:cNvPr>
                <p:cNvSpPr/>
                <p:nvPr/>
              </p:nvSpPr>
              <p:spPr>
                <a:xfrm>
                  <a:off x="9860872" y="4442630"/>
                  <a:ext cx="316800" cy="316800"/>
                </a:xfrm>
                <a:prstGeom prst="ellipse">
                  <a:avLst/>
                </a:prstGeom>
                <a:solidFill>
                  <a:srgbClr val="D6ECE2"/>
                </a:solidFill>
                <a:ln w="9525">
                  <a:solidFill>
                    <a:srgbClr val="FF0000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4" name="Shape 67">
                  <a:extLst>
                    <a:ext uri="{FF2B5EF4-FFF2-40B4-BE49-F238E27FC236}">
                      <a16:creationId xmlns:a16="http://schemas.microsoft.com/office/drawing/2014/main" id="{2B8F8D14-FEEB-43FD-15B2-F81E90D4742E}"/>
                    </a:ext>
                  </a:extLst>
                </p:cNvPr>
                <p:cNvSpPr/>
                <p:nvPr/>
              </p:nvSpPr>
              <p:spPr>
                <a:xfrm>
                  <a:off x="9869400" y="4936935"/>
                  <a:ext cx="315490" cy="315490"/>
                </a:xfrm>
                <a:prstGeom prst="ellipse">
                  <a:avLst/>
                </a:prstGeom>
                <a:solidFill>
                  <a:srgbClr val="D6ECE2"/>
                </a:solidFill>
                <a:ln w="9525">
                  <a:solidFill>
                    <a:srgbClr val="FF0000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5" name="Shape 71">
                  <a:extLst>
                    <a:ext uri="{FF2B5EF4-FFF2-40B4-BE49-F238E27FC236}">
                      <a16:creationId xmlns:a16="http://schemas.microsoft.com/office/drawing/2014/main" id="{5DD49CE3-CF3B-E6A9-1AB6-20217B137562}"/>
                    </a:ext>
                  </a:extLst>
                </p:cNvPr>
                <p:cNvSpPr/>
                <p:nvPr/>
              </p:nvSpPr>
              <p:spPr>
                <a:xfrm>
                  <a:off x="9869400" y="5404849"/>
                  <a:ext cx="315490" cy="315490"/>
                </a:xfrm>
                <a:prstGeom prst="ellipse">
                  <a:avLst/>
                </a:prstGeom>
                <a:solidFill>
                  <a:srgbClr val="D6ECE2"/>
                </a:solidFill>
                <a:ln w="9525">
                  <a:solidFill>
                    <a:srgbClr val="FF0000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C17B2743-2C66-5F5D-597C-AD0DFC06C69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877906" y="2587031"/>
                <a:ext cx="298910" cy="3124187"/>
                <a:chOff x="9313519" y="2630359"/>
                <a:chExt cx="298910" cy="3124187"/>
              </a:xfrm>
            </p:grpSpPr>
            <p:sp>
              <p:nvSpPr>
                <p:cNvPr id="50" name="Text 47">
                  <a:extLst>
                    <a:ext uri="{FF2B5EF4-FFF2-40B4-BE49-F238E27FC236}">
                      <a16:creationId xmlns:a16="http://schemas.microsoft.com/office/drawing/2014/main" id="{2E2E1BEE-B784-8ABF-74F7-68AF9BB2D8C0}"/>
                    </a:ext>
                  </a:extLst>
                </p:cNvPr>
                <p:cNvSpPr/>
                <p:nvPr/>
              </p:nvSpPr>
              <p:spPr>
                <a:xfrm>
                  <a:off x="9334870" y="2630359"/>
                  <a:ext cx="256208" cy="316707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FFFFFF"/>
                      </a:solidFill>
                    </a:rPr>
                    <a:t>REDACTED_00051</a:t>
                  </a:r>
                  <a:endParaRPr lang="en-US" sz="650"/>
                </a:p>
              </p:txBody>
            </p:sp>
            <p:sp>
              <p:nvSpPr>
                <p:cNvPr id="51" name="Text 51">
                  <a:extLst>
                    <a:ext uri="{FF2B5EF4-FFF2-40B4-BE49-F238E27FC236}">
                      <a16:creationId xmlns:a16="http://schemas.microsoft.com/office/drawing/2014/main" id="{0F910066-AE01-1C5F-7A21-0A6F778C5F78}"/>
                    </a:ext>
                  </a:extLst>
                </p:cNvPr>
                <p:cNvSpPr/>
                <p:nvPr/>
              </p:nvSpPr>
              <p:spPr>
                <a:xfrm>
                  <a:off x="9334870" y="3098272"/>
                  <a:ext cx="256208" cy="316707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FFFFFF"/>
                      </a:solidFill>
                    </a:rPr>
                    <a:t>REDACTED_00052</a:t>
                  </a:r>
                  <a:endParaRPr lang="en-US" sz="650"/>
                </a:p>
              </p:txBody>
            </p:sp>
            <p:sp>
              <p:nvSpPr>
                <p:cNvPr id="52" name="Text 55">
                  <a:extLst>
                    <a:ext uri="{FF2B5EF4-FFF2-40B4-BE49-F238E27FC236}">
                      <a16:creationId xmlns:a16="http://schemas.microsoft.com/office/drawing/2014/main" id="{D43911FB-053F-B118-1F8E-5320335397E4}"/>
                    </a:ext>
                  </a:extLst>
                </p:cNvPr>
                <p:cNvSpPr/>
                <p:nvPr/>
              </p:nvSpPr>
              <p:spPr>
                <a:xfrm>
                  <a:off x="9334870" y="3566186"/>
                  <a:ext cx="256208" cy="316707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650" b="1">
                      <a:solidFill>
                        <a:srgbClr val="5F5E5A"/>
                      </a:solidFill>
                    </a:rPr>
                    <a:t>REDACTED_00053</a:t>
                  </a:r>
                </a:p>
              </p:txBody>
            </p:sp>
            <p:sp>
              <p:nvSpPr>
                <p:cNvPr id="53" name="Text 59">
                  <a:extLst>
                    <a:ext uri="{FF2B5EF4-FFF2-40B4-BE49-F238E27FC236}">
                      <a16:creationId xmlns:a16="http://schemas.microsoft.com/office/drawing/2014/main" id="{D5858306-467D-52FD-3D11-E233BE799A59}"/>
                    </a:ext>
                  </a:extLst>
                </p:cNvPr>
                <p:cNvSpPr/>
                <p:nvPr/>
              </p:nvSpPr>
              <p:spPr>
                <a:xfrm>
                  <a:off x="9334870" y="4034099"/>
                  <a:ext cx="256208" cy="316707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650" b="1">
                      <a:solidFill>
                        <a:srgbClr val="5F5E5A"/>
                      </a:solidFill>
                    </a:rPr>
                    <a:t>REDACTED_00054</a:t>
                  </a:r>
                </a:p>
              </p:txBody>
            </p:sp>
            <p:sp>
              <p:nvSpPr>
                <p:cNvPr id="54" name="Text 63">
                  <a:extLst>
                    <a:ext uri="{FF2B5EF4-FFF2-40B4-BE49-F238E27FC236}">
                      <a16:creationId xmlns:a16="http://schemas.microsoft.com/office/drawing/2014/main" id="{B5E7FA8E-8EB7-55D4-C5DC-6566D2EA91CD}"/>
                    </a:ext>
                  </a:extLst>
                </p:cNvPr>
                <p:cNvSpPr/>
                <p:nvPr/>
              </p:nvSpPr>
              <p:spPr>
                <a:xfrm>
                  <a:off x="9313519" y="4475620"/>
                  <a:ext cx="298910" cy="3694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650" b="1">
                      <a:solidFill>
                        <a:srgbClr val="5F5E5A"/>
                      </a:solidFill>
                    </a:rPr>
                    <a:t>REDACTED_00055</a:t>
                  </a:r>
                </a:p>
              </p:txBody>
            </p:sp>
            <p:sp>
              <p:nvSpPr>
                <p:cNvPr id="55" name="Text 68">
                  <a:extLst>
                    <a:ext uri="{FF2B5EF4-FFF2-40B4-BE49-F238E27FC236}">
                      <a16:creationId xmlns:a16="http://schemas.microsoft.com/office/drawing/2014/main" id="{6E6400BB-42C6-685B-5B94-F97D35AD645D}"/>
                    </a:ext>
                  </a:extLst>
                </p:cNvPr>
                <p:cNvSpPr/>
                <p:nvPr/>
              </p:nvSpPr>
              <p:spPr>
                <a:xfrm>
                  <a:off x="9334870" y="4969925"/>
                  <a:ext cx="256208" cy="316707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5F5E5A"/>
                      </a:solidFill>
                    </a:rPr>
                    <a:t>REDACTED_00056</a:t>
                  </a:r>
                  <a:endParaRPr lang="en-US" sz="650"/>
                </a:p>
              </p:txBody>
            </p:sp>
            <p:sp>
              <p:nvSpPr>
                <p:cNvPr id="56" name="Text 72">
                  <a:extLst>
                    <a:ext uri="{FF2B5EF4-FFF2-40B4-BE49-F238E27FC236}">
                      <a16:creationId xmlns:a16="http://schemas.microsoft.com/office/drawing/2014/main" id="{E63552C6-D32C-B6AA-EE50-125C54EE3687}"/>
                    </a:ext>
                  </a:extLst>
                </p:cNvPr>
                <p:cNvSpPr/>
                <p:nvPr/>
              </p:nvSpPr>
              <p:spPr>
                <a:xfrm>
                  <a:off x="9334870" y="5437839"/>
                  <a:ext cx="256208" cy="316707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5F5E5A"/>
                      </a:solidFill>
                    </a:rPr>
                    <a:t>REDACTED_00057</a:t>
                  </a:r>
                  <a:endParaRPr lang="en-US" sz="650"/>
                </a:p>
              </p:txBody>
            </p:sp>
          </p:grpSp>
        </p:grpSp>
        <p:sp>
          <p:nvSpPr>
            <p:cNvPr id="66" name="Text 43">
              <a:extLst>
                <a:ext uri="{FF2B5EF4-FFF2-40B4-BE49-F238E27FC236}">
                  <a16:creationId xmlns:a16="http://schemas.microsoft.com/office/drawing/2014/main" id="{6FB93886-EADB-C970-C348-8E143C05D744}"/>
                </a:ext>
              </a:extLst>
            </p:cNvPr>
            <p:cNvSpPr/>
            <p:nvPr/>
          </p:nvSpPr>
          <p:spPr>
            <a:xfrm rot="16200000">
              <a:off x="9467377" y="3844684"/>
              <a:ext cx="659807" cy="1281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50">
                  <a:solidFill>
                    <a:srgbClr val="0F6E56"/>
                  </a:solidFill>
                </a:rPr>
                <a:t>REDACTED_00038</a:t>
              </a:r>
              <a:endParaRPr lang="en-US" sz="550"/>
            </a:p>
          </p:txBody>
        </p: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4F179888-000A-3F61-6DAA-AE8AD8391E24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50800" dist="381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Text 2">
            <a:extLst>
              <a:ext uri="{FF2B5EF4-FFF2-40B4-BE49-F238E27FC236}">
                <a16:creationId xmlns:a16="http://schemas.microsoft.com/office/drawing/2014/main" id="{2B98C735-F3FB-1801-9AA5-D119E3F785F9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Inter"/>
              </a:rPr>
              <a:t>REDACTED_00345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E995E58-EE21-D718-8D1E-06F6AC8D5652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133DF25-DD20-131C-4FBE-E9CCF1A60246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r>
                <a:rPr lang="en-US" sz="1400" b="1">
                  <a:solidFill>
                    <a:srgbClr val="FFFFFF"/>
                  </a:solidFill>
                </a:rPr>
                <a:t>REDACTED_00346</a:t>
              </a:r>
              <a:endParaRPr lang="en-US" sz="1400"/>
            </a:p>
          </p:txBody>
        </p:sp>
        <p:sp>
          <p:nvSpPr>
            <p:cNvPr id="100" name="Text 4">
              <a:extLst>
                <a:ext uri="{FF2B5EF4-FFF2-40B4-BE49-F238E27FC236}">
                  <a16:creationId xmlns:a16="http://schemas.microsoft.com/office/drawing/2014/main" id="{3B3EC3E6-0014-5956-B2B0-CC25272B993B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rgbClr val="93DCDC"/>
                  </a:solidFill>
                </a:rPr>
                <a:t>REDACTED_00347</a:t>
              </a:r>
              <a:endParaRPr lang="en-US" sz="70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5A1D8FF-BA2C-9773-F27B-498869EF69A7}"/>
              </a:ext>
            </a:extLst>
          </p:cNvPr>
          <p:cNvGrpSpPr/>
          <p:nvPr/>
        </p:nvGrpSpPr>
        <p:grpSpPr>
          <a:xfrm>
            <a:off x="10361410" y="126180"/>
            <a:ext cx="1737360" cy="256032"/>
            <a:chOff x="10361410" y="147441"/>
            <a:chExt cx="1737360" cy="256032"/>
          </a:xfrm>
        </p:grpSpPr>
        <p:sp>
          <p:nvSpPr>
            <p:cNvPr id="102" name="Shape 5">
              <a:extLst>
                <a:ext uri="{FF2B5EF4-FFF2-40B4-BE49-F238E27FC236}">
                  <a16:creationId xmlns:a16="http://schemas.microsoft.com/office/drawing/2014/main" id="{8514E720-AF60-F832-40D2-5895212AFD7A}"/>
                </a:ext>
              </a:extLst>
            </p:cNvPr>
            <p:cNvSpPr/>
            <p:nvPr/>
          </p:nvSpPr>
          <p:spPr>
            <a:xfrm>
              <a:off x="10361410" y="147441"/>
              <a:ext cx="658368" cy="256032"/>
            </a:xfrm>
            <a:prstGeom prst="rect">
              <a:avLst/>
            </a:prstGeom>
            <a:solidFill>
              <a:srgbClr val="003C23"/>
            </a:solidFill>
            <a:ln w="190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3" name="Text 6">
              <a:extLst>
                <a:ext uri="{FF2B5EF4-FFF2-40B4-BE49-F238E27FC236}">
                  <a16:creationId xmlns:a16="http://schemas.microsoft.com/office/drawing/2014/main" id="{CE45B468-D006-BCDB-E5E2-9E71F60D417F}"/>
                </a:ext>
              </a:extLst>
            </p:cNvPr>
            <p:cNvSpPr/>
            <p:nvPr/>
          </p:nvSpPr>
          <p:spPr>
            <a:xfrm>
              <a:off x="10361410" y="147441"/>
              <a:ext cx="6583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93DCDC"/>
                  </a:solidFill>
                </a:rPr>
                <a:t>REDACTED_00348</a:t>
              </a:r>
              <a:endParaRPr lang="en-US" sz="900"/>
            </a:p>
          </p:txBody>
        </p:sp>
        <p:sp>
          <p:nvSpPr>
            <p:cNvPr id="104" name="Shape 7">
              <a:extLst>
                <a:ext uri="{FF2B5EF4-FFF2-40B4-BE49-F238E27FC236}">
                  <a16:creationId xmlns:a16="http://schemas.microsoft.com/office/drawing/2014/main" id="{1513D470-D37C-9432-20C3-AB27FEABAEB3}"/>
                </a:ext>
              </a:extLst>
            </p:cNvPr>
            <p:cNvSpPr/>
            <p:nvPr/>
          </p:nvSpPr>
          <p:spPr>
            <a:xfrm>
              <a:off x="11092930" y="147441"/>
              <a:ext cx="1005840" cy="256032"/>
            </a:xfrm>
            <a:prstGeom prst="rect">
              <a:avLst/>
            </a:prstGeom>
            <a:solidFill>
              <a:srgbClr val="003C23"/>
            </a:solidFill>
            <a:ln w="1270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5" name="Text 8">
              <a:extLst>
                <a:ext uri="{FF2B5EF4-FFF2-40B4-BE49-F238E27FC236}">
                  <a16:creationId xmlns:a16="http://schemas.microsoft.com/office/drawing/2014/main" id="{2E7A2B0D-F11C-C522-DD22-0C4459A88E3A}"/>
                </a:ext>
              </a:extLst>
            </p:cNvPr>
            <p:cNvSpPr/>
            <p:nvPr/>
          </p:nvSpPr>
          <p:spPr>
            <a:xfrm>
              <a:off x="11092930" y="147441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850" b="1">
                  <a:solidFill>
                    <a:schemeClr val="bg2"/>
                  </a:solidFill>
                </a:rPr>
                <a:t>REDACTED_00156</a:t>
              </a:r>
            </a:p>
          </p:txBody>
        </p:sp>
      </p:grpSp>
      <p:sp>
        <p:nvSpPr>
          <p:cNvPr id="109" name="Shape 10">
            <a:extLst>
              <a:ext uri="{FF2B5EF4-FFF2-40B4-BE49-F238E27FC236}">
                <a16:creationId xmlns:a16="http://schemas.microsoft.com/office/drawing/2014/main" id="{D52537CF-4081-E3B5-7663-67A8C565CA50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3" name="Text 12">
            <a:extLst>
              <a:ext uri="{FF2B5EF4-FFF2-40B4-BE49-F238E27FC236}">
                <a16:creationId xmlns:a16="http://schemas.microsoft.com/office/drawing/2014/main" id="{D7874D71-78E8-5304-CB2E-9F70E17A9D34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REDACTED_00349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REDACTED_00350</a:t>
            </a:r>
            <a:endParaRPr lang="en-US" sz="800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CB446C0-022E-DA31-CA80-112E38D71164}"/>
              </a:ext>
            </a:extLst>
          </p:cNvPr>
          <p:cNvGrpSpPr/>
          <p:nvPr/>
        </p:nvGrpSpPr>
        <p:grpSpPr>
          <a:xfrm>
            <a:off x="9770789" y="1533598"/>
            <a:ext cx="2333207" cy="635929"/>
            <a:chOff x="10112273" y="2891965"/>
            <a:chExt cx="1920240" cy="580548"/>
          </a:xfrm>
        </p:grpSpPr>
        <p:sp>
          <p:nvSpPr>
            <p:cNvPr id="193" name="Shape 243">
              <a:extLst>
                <a:ext uri="{FF2B5EF4-FFF2-40B4-BE49-F238E27FC236}">
                  <a16:creationId xmlns:a16="http://schemas.microsoft.com/office/drawing/2014/main" id="{A8479B49-C057-028C-89F4-85D2A214E862}"/>
                </a:ext>
              </a:extLst>
            </p:cNvPr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97" name="Text 241a">
              <a:extLst>
                <a:ext uri="{FF2B5EF4-FFF2-40B4-BE49-F238E27FC236}">
                  <a16:creationId xmlns:a16="http://schemas.microsoft.com/office/drawing/2014/main" id="{ADB4D094-19C7-CF91-D81D-E8700751DBD0}"/>
                </a:ext>
              </a:extLst>
            </p:cNvPr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201" name="Text 245a">
              <a:extLst>
                <a:ext uri="{FF2B5EF4-FFF2-40B4-BE49-F238E27FC236}">
                  <a16:creationId xmlns:a16="http://schemas.microsoft.com/office/drawing/2014/main" id="{6A456F02-D2DE-F6B8-7533-3ED72898D509}"/>
                </a:ext>
              </a:extLst>
            </p:cNvPr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202" name="Shape 245a">
              <a:extLst>
                <a:ext uri="{FF2B5EF4-FFF2-40B4-BE49-F238E27FC236}">
                  <a16:creationId xmlns:a16="http://schemas.microsoft.com/office/drawing/2014/main" id="{639113DE-3E60-DCBF-B7D7-A18C89828001}"/>
                </a:ext>
              </a:extLst>
            </p:cNvPr>
            <p:cNvSpPr/>
            <p:nvPr/>
          </p:nvSpPr>
          <p:spPr>
            <a:xfrm>
              <a:off x="10198303" y="3237891"/>
              <a:ext cx="139000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04" name="Text 247a">
              <a:extLst>
                <a:ext uri="{FF2B5EF4-FFF2-40B4-BE49-F238E27FC236}">
                  <a16:creationId xmlns:a16="http://schemas.microsoft.com/office/drawing/2014/main" id="{6867078E-A354-E659-A0E1-2615DFDFE382}"/>
                </a:ext>
              </a:extLst>
            </p:cNvPr>
            <p:cNvSpPr/>
            <p:nvPr/>
          </p:nvSpPr>
          <p:spPr>
            <a:xfrm>
              <a:off x="11700022" y="3289633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003C23"/>
                  </a:solidFill>
                  <a:latin typeface="Calibri"/>
                </a:rPr>
                <a:t>REDACTED_00351</a:t>
              </a:r>
            </a:p>
          </p:txBody>
        </p:sp>
      </p:grpSp>
      <p:sp>
        <p:nvSpPr>
          <p:cNvPr id="223" name="Shape 130">
            <a:extLst>
              <a:ext uri="{FF2B5EF4-FFF2-40B4-BE49-F238E27FC236}">
                <a16:creationId xmlns:a16="http://schemas.microsoft.com/office/drawing/2014/main" id="{D48F837D-52D8-E576-60E5-DA9AE337136F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DFC14BC9-1170-31DD-E0EB-BF69BBF9F4D3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27" name="Picture 226" descr="A black and blue logo  AI-generated content may be incorrect.">
            <a:extLst>
              <a:ext uri="{FF2B5EF4-FFF2-40B4-BE49-F238E27FC236}">
                <a16:creationId xmlns:a16="http://schemas.microsoft.com/office/drawing/2014/main" id="{5DE54E73-6197-8CD7-A768-3C1C1EF9D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231" name="Text 211a">
            <a:extLst>
              <a:ext uri="{FF2B5EF4-FFF2-40B4-BE49-F238E27FC236}">
                <a16:creationId xmlns:a16="http://schemas.microsoft.com/office/drawing/2014/main" id="{856ABADB-04AA-3D80-030E-0708E31E522E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233" name="Text 213a">
            <a:extLst>
              <a:ext uri="{FF2B5EF4-FFF2-40B4-BE49-F238E27FC236}">
                <a16:creationId xmlns:a16="http://schemas.microsoft.com/office/drawing/2014/main" id="{B59D6C15-EE77-0AF7-6559-B828FE50A4A5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235" name="Text 218a">
            <a:extLst>
              <a:ext uri="{FF2B5EF4-FFF2-40B4-BE49-F238E27FC236}">
                <a16:creationId xmlns:a16="http://schemas.microsoft.com/office/drawing/2014/main" id="{59B8CA41-C4EE-7772-E6B9-42FB9421109B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237" name="Shape 229">
            <a:extLst>
              <a:ext uri="{FF2B5EF4-FFF2-40B4-BE49-F238E27FC236}">
                <a16:creationId xmlns:a16="http://schemas.microsoft.com/office/drawing/2014/main" id="{B4C01889-6862-6EBA-8F4C-0DCD5F10F33D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REDACTED_00341</a:t>
            </a:r>
          </a:p>
        </p:txBody>
      </p:sp>
      <p:pic>
        <p:nvPicPr>
          <p:cNvPr id="240" name="Picture 239">
            <a:extLst>
              <a:ext uri="{FF2B5EF4-FFF2-40B4-BE49-F238E27FC236}">
                <a16:creationId xmlns:a16="http://schemas.microsoft.com/office/drawing/2014/main" id="{B106DC89-B3CA-9EB1-EF6D-A0982C9FD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651" y="6208978"/>
            <a:ext cx="1852551" cy="814115"/>
          </a:xfrm>
          <a:prstGeom prst="rect">
            <a:avLst/>
          </a:prstGeom>
          <a:noFill/>
        </p:spPr>
      </p:pic>
      <p:sp>
        <p:nvSpPr>
          <p:cNvPr id="257" name="Shape 10">
            <a:extLst>
              <a:ext uri="{FF2B5EF4-FFF2-40B4-BE49-F238E27FC236}">
                <a16:creationId xmlns:a16="http://schemas.microsoft.com/office/drawing/2014/main" id="{88603278-A018-D5D8-1B7A-DFD54D1FC6FC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0" name="Text 31">
            <a:extLst>
              <a:ext uri="{FF2B5EF4-FFF2-40B4-BE49-F238E27FC236}">
                <a16:creationId xmlns:a16="http://schemas.microsoft.com/office/drawing/2014/main" id="{EC52EB22-9F0C-7690-6F66-70B33D73EA34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62" name="Shape 32">
            <a:extLst>
              <a:ext uri="{FF2B5EF4-FFF2-40B4-BE49-F238E27FC236}">
                <a16:creationId xmlns:a16="http://schemas.microsoft.com/office/drawing/2014/main" id="{1CF7510D-B483-4C34-4DCC-AEC3C3B685C8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4" name="Text 33">
            <a:extLst>
              <a:ext uri="{FF2B5EF4-FFF2-40B4-BE49-F238E27FC236}">
                <a16:creationId xmlns:a16="http://schemas.microsoft.com/office/drawing/2014/main" id="{6375D3D1-E935-98AB-8548-B5962AAF7E9A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REDACTED_00352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266" name="Text 33">
            <a:extLst>
              <a:ext uri="{FF2B5EF4-FFF2-40B4-BE49-F238E27FC236}">
                <a16:creationId xmlns:a16="http://schemas.microsoft.com/office/drawing/2014/main" id="{D0CEE15C-DEB0-79C9-D7F6-2A301620751D}"/>
              </a:ext>
            </a:extLst>
          </p:cNvPr>
          <p:cNvSpPr/>
          <p:nvPr/>
        </p:nvSpPr>
        <p:spPr>
          <a:xfrm>
            <a:off x="180001" y="23558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REDACTED_00353</a:t>
            </a:r>
          </a:p>
          <a:p>
            <a:r>
              <a:rPr lang="en-US" sz="800">
                <a:solidFill>
                  <a:srgbClr val="444444"/>
                </a:solidFill>
              </a:rPr>
              <a:t>REDACTED_00354</a:t>
            </a:r>
            <a:endParaRPr lang="en-US" sz="800"/>
          </a:p>
        </p:txBody>
      </p:sp>
      <p:sp>
        <p:nvSpPr>
          <p:cNvPr id="268" name="Text 31">
            <a:extLst>
              <a:ext uri="{FF2B5EF4-FFF2-40B4-BE49-F238E27FC236}">
                <a16:creationId xmlns:a16="http://schemas.microsoft.com/office/drawing/2014/main" id="{3446CADA-1782-C516-C2E4-4266547F9796}"/>
              </a:ext>
            </a:extLst>
          </p:cNvPr>
          <p:cNvSpPr/>
          <p:nvPr/>
        </p:nvSpPr>
        <p:spPr>
          <a:xfrm>
            <a:off x="180000" y="21885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70" name="Shape 32">
            <a:extLst>
              <a:ext uri="{FF2B5EF4-FFF2-40B4-BE49-F238E27FC236}">
                <a16:creationId xmlns:a16="http://schemas.microsoft.com/office/drawing/2014/main" id="{907D1D33-8908-EE4D-8025-F74181241704}"/>
              </a:ext>
            </a:extLst>
          </p:cNvPr>
          <p:cNvSpPr/>
          <p:nvPr/>
        </p:nvSpPr>
        <p:spPr>
          <a:xfrm>
            <a:off x="144000" y="23074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2" name="Shape 10">
            <a:extLst>
              <a:ext uri="{FF2B5EF4-FFF2-40B4-BE49-F238E27FC236}">
                <a16:creationId xmlns:a16="http://schemas.microsoft.com/office/drawing/2014/main" id="{077274A8-4449-6278-29E4-761BDF60B985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6" name="Shape 16">
            <a:extLst>
              <a:ext uri="{FF2B5EF4-FFF2-40B4-BE49-F238E27FC236}">
                <a16:creationId xmlns:a16="http://schemas.microsoft.com/office/drawing/2014/main" id="{5688D4C5-F0A4-9D37-5B91-2675B5C92420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78" name="Shape 16">
            <a:extLst>
              <a:ext uri="{FF2B5EF4-FFF2-40B4-BE49-F238E27FC236}">
                <a16:creationId xmlns:a16="http://schemas.microsoft.com/office/drawing/2014/main" id="{D4143B15-F983-E9F7-CD97-D266D4B01FF8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80" name="Shape 16">
            <a:extLst>
              <a:ext uri="{FF2B5EF4-FFF2-40B4-BE49-F238E27FC236}">
                <a16:creationId xmlns:a16="http://schemas.microsoft.com/office/drawing/2014/main" id="{F59B003B-35D5-8577-0DA2-4F1B28E1FBB2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82" name="Shape 16">
            <a:extLst>
              <a:ext uri="{FF2B5EF4-FFF2-40B4-BE49-F238E27FC236}">
                <a16:creationId xmlns:a16="http://schemas.microsoft.com/office/drawing/2014/main" id="{B593E0A9-4657-672F-0431-2FA5694C548F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chemeClr val="bg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370C47E7-F060-4F16-B432-E8863ED6B446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REDACTED_00078</a:t>
            </a: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95A9ADE9-5298-38B7-B473-4001DD9392DB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REDACTED_00079</a:t>
            </a: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A4D71591-D136-0092-7F40-19D9F72207C5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REDACTED_00080</a:t>
            </a: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65C78D7E-5749-AA40-DC5D-A678C75D7551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REDACTED_00081</a:t>
            </a:r>
          </a:p>
        </p:txBody>
      </p: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97355508-BDAC-DEDB-7479-D5FBDBD3273A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306" name="Shape 37">
              <a:extLst>
                <a:ext uri="{FF2B5EF4-FFF2-40B4-BE49-F238E27FC236}">
                  <a16:creationId xmlns:a16="http://schemas.microsoft.com/office/drawing/2014/main" id="{FD4CC5D9-384B-2DAD-DD92-24F30D8666B3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7" name="Shape 38">
              <a:extLst>
                <a:ext uri="{FF2B5EF4-FFF2-40B4-BE49-F238E27FC236}">
                  <a16:creationId xmlns:a16="http://schemas.microsoft.com/office/drawing/2014/main" id="{B2913B14-25FE-8BA2-4171-3946D7F11E99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8" name="Text 39">
              <a:extLst>
                <a:ext uri="{FF2B5EF4-FFF2-40B4-BE49-F238E27FC236}">
                  <a16:creationId xmlns:a16="http://schemas.microsoft.com/office/drawing/2014/main" id="{0BE0A8C7-4B1C-38C3-8C19-C56E0F0C21AB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REDACTED_00355</a:t>
              </a:r>
              <a:endParaRPr lang="en-US" sz="800"/>
            </a:p>
          </p:txBody>
        </p: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C71B1499-23DC-9039-B91D-ED6BC32706F8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310" name="Shape 37">
              <a:extLst>
                <a:ext uri="{FF2B5EF4-FFF2-40B4-BE49-F238E27FC236}">
                  <a16:creationId xmlns:a16="http://schemas.microsoft.com/office/drawing/2014/main" id="{833F053C-806F-6A76-F9BA-8891769AF169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1" name="Shape 38">
              <a:extLst>
                <a:ext uri="{FF2B5EF4-FFF2-40B4-BE49-F238E27FC236}">
                  <a16:creationId xmlns:a16="http://schemas.microsoft.com/office/drawing/2014/main" id="{8B00D1E1-0BD8-2733-F324-442371C48CD1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2" name="Text 39">
              <a:extLst>
                <a:ext uri="{FF2B5EF4-FFF2-40B4-BE49-F238E27FC236}">
                  <a16:creationId xmlns:a16="http://schemas.microsoft.com/office/drawing/2014/main" id="{D9698920-9B0C-4BF9-311E-0C2A4F61B715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REDACTED_00355</a:t>
              </a:r>
              <a:endParaRPr lang="en-US" sz="800"/>
            </a:p>
          </p:txBody>
        </p:sp>
      </p:grpSp>
      <p:sp>
        <p:nvSpPr>
          <p:cNvPr id="317" name="Shape 229">
            <a:extLst>
              <a:ext uri="{FF2B5EF4-FFF2-40B4-BE49-F238E27FC236}">
                <a16:creationId xmlns:a16="http://schemas.microsoft.com/office/drawing/2014/main" id="{864E1332-EC8D-77B5-0983-EF525DD28C8C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REDACTED_00082</a:t>
            </a:r>
          </a:p>
        </p:txBody>
      </p:sp>
      <p:sp>
        <p:nvSpPr>
          <p:cNvPr id="319" name="Shape 46">
            <a:extLst>
              <a:ext uri="{FF2B5EF4-FFF2-40B4-BE49-F238E27FC236}">
                <a16:creationId xmlns:a16="http://schemas.microsoft.com/office/drawing/2014/main" id="{08F4C832-2D1E-D246-20B3-C84C953F71D0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96806B43-8A12-E32B-4AA2-2B68DE5D1EDB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35" name="Text 35">
            <a:extLst>
              <a:ext uri="{FF2B5EF4-FFF2-40B4-BE49-F238E27FC236}">
                <a16:creationId xmlns:a16="http://schemas.microsoft.com/office/drawing/2014/main" id="{6C75D967-F939-BB56-D535-746568141C22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37" name="Shape 36">
            <a:extLst>
              <a:ext uri="{FF2B5EF4-FFF2-40B4-BE49-F238E27FC236}">
                <a16:creationId xmlns:a16="http://schemas.microsoft.com/office/drawing/2014/main" id="{C209C71F-CF4D-AEFA-53D2-CD197E93F7BE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9" name="Shape 36">
            <a:extLst>
              <a:ext uri="{FF2B5EF4-FFF2-40B4-BE49-F238E27FC236}">
                <a16:creationId xmlns:a16="http://schemas.microsoft.com/office/drawing/2014/main" id="{7CB869DB-D2AD-BB07-B5CB-19192B59F676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1" name="Text 35">
            <a:extLst>
              <a:ext uri="{FF2B5EF4-FFF2-40B4-BE49-F238E27FC236}">
                <a16:creationId xmlns:a16="http://schemas.microsoft.com/office/drawing/2014/main" id="{8FCF3C7D-A2E9-F623-6188-019C52AB735E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43" name="Text 90">
            <a:extLst>
              <a:ext uri="{FF2B5EF4-FFF2-40B4-BE49-F238E27FC236}">
                <a16:creationId xmlns:a16="http://schemas.microsoft.com/office/drawing/2014/main" id="{CD705B67-AEC3-455D-CA08-FC9D030A6FB1}"/>
              </a:ext>
            </a:extLst>
          </p:cNvPr>
          <p:cNvSpPr/>
          <p:nvPr/>
        </p:nvSpPr>
        <p:spPr>
          <a:xfrm>
            <a:off x="7168364" y="1917812"/>
            <a:ext cx="2158458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REDACTED_00356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0FD270-092D-4529-69D0-A5BED22BF905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003C23"/>
                </a:solidFill>
              </a:rPr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REDACTED_00355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5B2364-81CF-41A5-27C5-44D35D730736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REDACTED_00355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73EE023-6D71-B498-538F-5F5246627E7B}"/>
              </a:ext>
            </a:extLst>
          </p:cNvPr>
          <p:cNvGrpSpPr/>
          <p:nvPr/>
        </p:nvGrpSpPr>
        <p:grpSpPr>
          <a:xfrm>
            <a:off x="3717780" y="2472279"/>
            <a:ext cx="3065147" cy="336564"/>
            <a:chOff x="3828681" y="1696973"/>
            <a:chExt cx="7721343" cy="449118"/>
          </a:xfrm>
        </p:grpSpPr>
        <p:sp>
          <p:nvSpPr>
            <p:cNvPr id="41" name="Shape 37">
              <a:extLst>
                <a:ext uri="{FF2B5EF4-FFF2-40B4-BE49-F238E27FC236}">
                  <a16:creationId xmlns:a16="http://schemas.microsoft.com/office/drawing/2014/main" id="{599EDFE3-9163-BC38-7C37-A16E27995924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Shape 38">
              <a:extLst>
                <a:ext uri="{FF2B5EF4-FFF2-40B4-BE49-F238E27FC236}">
                  <a16:creationId xmlns:a16="http://schemas.microsoft.com/office/drawing/2014/main" id="{879B7824-0D52-91FB-BB26-DEBEDAFFA52B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2ADB64D9-36DE-8551-0A57-0D6E444567BB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REDACTED_00355</a:t>
              </a:r>
              <a:endParaRPr lang="en-US" sz="800"/>
            </a:p>
          </p:txBody>
        </p:sp>
      </p:grpSp>
      <p:sp>
        <p:nvSpPr>
          <p:cNvPr id="34" name="Shape 32">
            <a:extLst>
              <a:ext uri="{FF2B5EF4-FFF2-40B4-BE49-F238E27FC236}">
                <a16:creationId xmlns:a16="http://schemas.microsoft.com/office/drawing/2014/main" id="{E353A8C4-E166-292C-6B28-D6F03E0D1464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BB0B7289-798B-DF90-C7C8-BEEA27F9B002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3" name="Text 35">
            <a:extLst>
              <a:ext uri="{FF2B5EF4-FFF2-40B4-BE49-F238E27FC236}">
                <a16:creationId xmlns:a16="http://schemas.microsoft.com/office/drawing/2014/main" id="{6DD46764-602A-DE76-F44A-9613B6792BDE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5" name="Shape 36">
            <a:extLst>
              <a:ext uri="{FF2B5EF4-FFF2-40B4-BE49-F238E27FC236}">
                <a16:creationId xmlns:a16="http://schemas.microsoft.com/office/drawing/2014/main" id="{638EFCC2-6C01-A6D7-ACAD-3DF50C5DD361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5">
            <a:extLst>
              <a:ext uri="{FF2B5EF4-FFF2-40B4-BE49-F238E27FC236}">
                <a16:creationId xmlns:a16="http://schemas.microsoft.com/office/drawing/2014/main" id="{2B3A2E32-9946-659B-FE91-B5ECB1F18A3E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9" name="Shape 36">
            <a:extLst>
              <a:ext uri="{FF2B5EF4-FFF2-40B4-BE49-F238E27FC236}">
                <a16:creationId xmlns:a16="http://schemas.microsoft.com/office/drawing/2014/main" id="{D2233084-D788-2EA9-A493-1476A06F7CD7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7743410-8A15-F807-C96F-944C9B600B5B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11" name="PersonIcon">
              <a:extLst>
                <a:ext uri="{FF2B5EF4-FFF2-40B4-BE49-F238E27FC236}">
                  <a16:creationId xmlns:a16="http://schemas.microsoft.com/office/drawing/2014/main" id="{440644AE-695B-13DC-8F18-54C392FF3D00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 107">
              <a:extLst>
                <a:ext uri="{FF2B5EF4-FFF2-40B4-BE49-F238E27FC236}">
                  <a16:creationId xmlns:a16="http://schemas.microsoft.com/office/drawing/2014/main" id="{106AED26-DBBE-082B-5721-D3C052C48D2A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3" name="Text 108">
              <a:extLst>
                <a:ext uri="{FF2B5EF4-FFF2-40B4-BE49-F238E27FC236}">
                  <a16:creationId xmlns:a16="http://schemas.microsoft.com/office/drawing/2014/main" id="{D0D5EE9A-6553-6C41-A901-58AC42AFD390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REDACTED_00351</a:t>
              </a:r>
              <a:endParaRPr lang="en-US" sz="80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21381F-1F2A-99C1-0A21-A5182BDA5C64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15" name="BuildingIcon">
              <a:extLst>
                <a:ext uri="{FF2B5EF4-FFF2-40B4-BE49-F238E27FC236}">
                  <a16:creationId xmlns:a16="http://schemas.microsoft.com/office/drawing/2014/main" id="{BCE5EABE-94CD-1B82-9F86-D0864AEF8174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 109">
              <a:extLst>
                <a:ext uri="{FF2B5EF4-FFF2-40B4-BE49-F238E27FC236}">
                  <a16:creationId xmlns:a16="http://schemas.microsoft.com/office/drawing/2014/main" id="{D120A4FF-4E87-E6E1-3956-0D6DB801CBE5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7" name="Text 110">
              <a:extLst>
                <a:ext uri="{FF2B5EF4-FFF2-40B4-BE49-F238E27FC236}">
                  <a16:creationId xmlns:a16="http://schemas.microsoft.com/office/drawing/2014/main" id="{152AFC62-B684-B086-5F05-C4DC8DB14DF6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REDACTED_00351</a:t>
              </a:r>
              <a:endParaRPr lang="en-US" sz="8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42A09C-F40F-4AFB-DF3B-669892F94E2C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19" name="GradCapIcon">
              <a:extLst>
                <a:ext uri="{FF2B5EF4-FFF2-40B4-BE49-F238E27FC236}">
                  <a16:creationId xmlns:a16="http://schemas.microsoft.com/office/drawing/2014/main" id="{3D06E71F-B609-4E9A-3046-754E52A6F25C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 111">
              <a:extLst>
                <a:ext uri="{FF2B5EF4-FFF2-40B4-BE49-F238E27FC236}">
                  <a16:creationId xmlns:a16="http://schemas.microsoft.com/office/drawing/2014/main" id="{6CDF8D53-EBCA-486E-E100-EAE4FB726474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21" name="Text 112">
              <a:extLst>
                <a:ext uri="{FF2B5EF4-FFF2-40B4-BE49-F238E27FC236}">
                  <a16:creationId xmlns:a16="http://schemas.microsoft.com/office/drawing/2014/main" id="{48EDCA34-7018-E3F0-1626-4D40E0105A21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REDACTED_00351</a:t>
              </a:r>
              <a:endParaRPr lang="en-US" sz="800"/>
            </a:p>
          </p:txBody>
        </p:sp>
      </p:grpSp>
      <p:sp>
        <p:nvSpPr>
          <p:cNvPr id="4" name="Text 6">
            <a:extLst>
              <a:ext uri="{FF2B5EF4-FFF2-40B4-BE49-F238E27FC236}">
                <a16:creationId xmlns:a16="http://schemas.microsoft.com/office/drawing/2014/main" id="{330BE534-BD82-C222-BF55-AB27B4BCC23D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003C23"/>
                </a:solidFill>
              </a:rPr>
              <a:t>REDACTED_00038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89">
            <a:extLst>
              <a:ext uri="{FF2B5EF4-FFF2-40B4-BE49-F238E27FC236}">
                <a16:creationId xmlns:a16="http://schemas.microsoft.com/office/drawing/2014/main" id="{4B9B4E38-F89D-3B94-15A4-7B427B3F8FF9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14764" b="-14764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6" name="Shape 13">
            <a:extLst>
              <a:ext uri="{FF2B5EF4-FFF2-40B4-BE49-F238E27FC236}">
                <a16:creationId xmlns:a16="http://schemas.microsoft.com/office/drawing/2014/main" id="{3A52E014-A5B4-39A0-AC54-93A6994614B1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5" name="Shape 13">
            <a:extLst>
              <a:ext uri="{FF2B5EF4-FFF2-40B4-BE49-F238E27FC236}">
                <a16:creationId xmlns:a16="http://schemas.microsoft.com/office/drawing/2014/main" id="{2C3C84D2-CACB-4A87-C082-4D3AA763DF5D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6" name="Shape 229">
            <a:extLst>
              <a:ext uri="{FF2B5EF4-FFF2-40B4-BE49-F238E27FC236}">
                <a16:creationId xmlns:a16="http://schemas.microsoft.com/office/drawing/2014/main" id="{074FACAF-C0B3-556F-0943-8BD73DF2D4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9" name="Shape 9">
            <a:extLst>
              <a:ext uri="{FF2B5EF4-FFF2-40B4-BE49-F238E27FC236}">
                <a16:creationId xmlns:a16="http://schemas.microsoft.com/office/drawing/2014/main" id="{7F4F29E5-C684-D3BC-F5B6-B463C5C7260C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6" name="Shape 46">
            <a:extLst>
              <a:ext uri="{FF2B5EF4-FFF2-40B4-BE49-F238E27FC236}">
                <a16:creationId xmlns:a16="http://schemas.microsoft.com/office/drawing/2014/main" id="{6D10F50B-8B81-7A57-6BAB-A68AC822B639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2" name="Shape 46">
            <a:extLst>
              <a:ext uri="{FF2B5EF4-FFF2-40B4-BE49-F238E27FC236}">
                <a16:creationId xmlns:a16="http://schemas.microsoft.com/office/drawing/2014/main" id="{8CB13C8E-603C-AF95-0B39-5BE3CC40D618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3" name="Shape 105">
            <a:extLst>
              <a:ext uri="{FF2B5EF4-FFF2-40B4-BE49-F238E27FC236}">
                <a16:creationId xmlns:a16="http://schemas.microsoft.com/office/drawing/2014/main" id="{82A165CA-A2A7-9B96-EE5D-85AA887C4292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B90EA3C-4DE7-9DF4-2028-8B84CF08DBBA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50800" dist="381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F18C70A3-C643-16BD-2641-5BFB84150A03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Inter"/>
              </a:rPr>
              <a:t>REDACTED_00357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A4DE80B-501F-210D-E8BE-82DABD5A4A3C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DFA7D16-5218-91C7-2D09-A58F4676D790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r>
                <a:rPr lang="en-US" sz="1400" b="1">
                  <a:solidFill>
                    <a:srgbClr val="FFFFFF"/>
                  </a:solidFill>
                </a:rPr>
                <a:t>REDACTED_00358</a:t>
              </a:r>
              <a:endParaRPr lang="en-US" sz="1400"/>
            </a:p>
          </p:txBody>
        </p:sp>
        <p:sp>
          <p:nvSpPr>
            <p:cNvPr id="59" name="Text 4">
              <a:extLst>
                <a:ext uri="{FF2B5EF4-FFF2-40B4-BE49-F238E27FC236}">
                  <a16:creationId xmlns:a16="http://schemas.microsoft.com/office/drawing/2014/main" id="{A6BF62B1-46CB-ABA3-1ADC-BC2C40467F20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rgbClr val="93DCDC"/>
                  </a:solidFill>
                </a:rPr>
                <a:t>REDACTED_00359</a:t>
              </a:r>
              <a:endParaRPr lang="en-US" sz="70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BC9704A-EF59-6229-E344-18D401A9236A}"/>
              </a:ext>
            </a:extLst>
          </p:cNvPr>
          <p:cNvGrpSpPr/>
          <p:nvPr/>
        </p:nvGrpSpPr>
        <p:grpSpPr>
          <a:xfrm>
            <a:off x="10361410" y="126180"/>
            <a:ext cx="1737360" cy="256032"/>
            <a:chOff x="10361410" y="147441"/>
            <a:chExt cx="1737360" cy="256032"/>
          </a:xfrm>
        </p:grpSpPr>
        <p:sp>
          <p:nvSpPr>
            <p:cNvPr id="61" name="Shape 5">
              <a:extLst>
                <a:ext uri="{FF2B5EF4-FFF2-40B4-BE49-F238E27FC236}">
                  <a16:creationId xmlns:a16="http://schemas.microsoft.com/office/drawing/2014/main" id="{173B69B6-4F58-DC0F-5A8A-B61CF60F52D3}"/>
                </a:ext>
              </a:extLst>
            </p:cNvPr>
            <p:cNvSpPr/>
            <p:nvPr/>
          </p:nvSpPr>
          <p:spPr>
            <a:xfrm>
              <a:off x="10361410" y="147441"/>
              <a:ext cx="658368" cy="256032"/>
            </a:xfrm>
            <a:prstGeom prst="rect">
              <a:avLst/>
            </a:prstGeom>
            <a:solidFill>
              <a:srgbClr val="003C23"/>
            </a:solidFill>
            <a:ln w="190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 6">
              <a:extLst>
                <a:ext uri="{FF2B5EF4-FFF2-40B4-BE49-F238E27FC236}">
                  <a16:creationId xmlns:a16="http://schemas.microsoft.com/office/drawing/2014/main" id="{DE8321AE-F790-7E08-2DAF-A894F2EE27E7}"/>
                </a:ext>
              </a:extLst>
            </p:cNvPr>
            <p:cNvSpPr/>
            <p:nvPr/>
          </p:nvSpPr>
          <p:spPr>
            <a:xfrm>
              <a:off x="10361410" y="147441"/>
              <a:ext cx="6583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93DCDC"/>
                  </a:solidFill>
                </a:rPr>
                <a:t>REDACTED_00195</a:t>
              </a:r>
              <a:endParaRPr lang="en-US" sz="900"/>
            </a:p>
          </p:txBody>
        </p:sp>
        <p:sp>
          <p:nvSpPr>
            <p:cNvPr id="63" name="Shape 7">
              <a:extLst>
                <a:ext uri="{FF2B5EF4-FFF2-40B4-BE49-F238E27FC236}">
                  <a16:creationId xmlns:a16="http://schemas.microsoft.com/office/drawing/2014/main" id="{BB4C0578-1CAB-A12E-FBDE-70259EB260C0}"/>
                </a:ext>
              </a:extLst>
            </p:cNvPr>
            <p:cNvSpPr/>
            <p:nvPr/>
          </p:nvSpPr>
          <p:spPr>
            <a:xfrm>
              <a:off x="11092930" y="147441"/>
              <a:ext cx="1005840" cy="256032"/>
            </a:xfrm>
            <a:prstGeom prst="rect">
              <a:avLst/>
            </a:prstGeom>
            <a:solidFill>
              <a:srgbClr val="003C23"/>
            </a:solidFill>
            <a:ln w="1270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78" name="Shape 10">
            <a:extLst>
              <a:ext uri="{FF2B5EF4-FFF2-40B4-BE49-F238E27FC236}">
                <a16:creationId xmlns:a16="http://schemas.microsoft.com/office/drawing/2014/main" id="{1B70CE0E-DE2E-33B3-4E47-CD174881A7A7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1" name="Text 11">
            <a:extLst>
              <a:ext uri="{FF2B5EF4-FFF2-40B4-BE49-F238E27FC236}">
                <a16:creationId xmlns:a16="http://schemas.microsoft.com/office/drawing/2014/main" id="{7B886CF1-5DF6-6423-F68C-5A50CBEBFBF9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84" name="Text 12">
            <a:extLst>
              <a:ext uri="{FF2B5EF4-FFF2-40B4-BE49-F238E27FC236}">
                <a16:creationId xmlns:a16="http://schemas.microsoft.com/office/drawing/2014/main" id="{8446E49D-3055-610F-5997-53CC17749411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REDACTED_00360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REDACTED_00361</a:t>
            </a:r>
            <a:endParaRPr lang="en-US" sz="800"/>
          </a:p>
        </p:txBody>
      </p:sp>
      <p:grpSp>
        <p:nvGrpSpPr>
          <p:cNvPr id="247" name="Group 246"/>
          <p:cNvGrpSpPr/>
          <p:nvPr/>
        </p:nvGrpSpPr>
        <p:grpSpPr>
          <a:xfrm>
            <a:off x="9770789" y="1533598"/>
            <a:ext cx="2333207" cy="635929"/>
            <a:chOff x="10112273" y="2891965"/>
            <a:chExt cx="1920240" cy="580548"/>
          </a:xfrm>
        </p:grpSpPr>
        <p:sp>
          <p:nvSpPr>
            <p:cNvPr id="251" name="Shape 249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9" name="Text 247a"/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REDACTED_00362</a:t>
              </a:r>
            </a:p>
          </p:txBody>
        </p:sp>
        <p:sp>
          <p:nvSpPr>
            <p:cNvPr id="253" name="Text 251a"/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REDACTED_00363</a:t>
              </a:r>
            </a:p>
          </p:txBody>
        </p:sp>
        <p:sp>
          <p:nvSpPr>
            <p:cNvPr id="254" name="Shape 252a"/>
            <p:cNvSpPr/>
            <p:nvPr/>
          </p:nvSpPr>
          <p:spPr>
            <a:xfrm>
              <a:off x="10740403" y="3237891"/>
              <a:ext cx="84790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6" name="Text 254a"/>
            <p:cNvSpPr/>
            <p:nvPr/>
          </p:nvSpPr>
          <p:spPr>
            <a:xfrm>
              <a:off x="11700022" y="3289633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003C23"/>
                  </a:solidFill>
                  <a:latin typeface="Calibri"/>
                </a:rPr>
                <a:t>REDACTED_00364</a:t>
              </a:r>
            </a:p>
          </p:txBody>
        </p:sp>
        <p:sp>
          <p:nvSpPr>
            <p:cNvPr id="252" name="Shape 250"/>
            <p:cNvSpPr/>
            <p:nvPr/>
          </p:nvSpPr>
          <p:spPr>
            <a:xfrm>
              <a:off x="10198302" y="3237890"/>
              <a:ext cx="1390000" cy="79601"/>
            </a:xfrm>
            <a:prstGeom prst="rect">
              <a:avLst/>
            </a:prstGeom>
            <a:solidFill>
              <a:srgbClr val="003C23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47" name="Shape 130">
            <a:extLst>
              <a:ext uri="{FF2B5EF4-FFF2-40B4-BE49-F238E27FC236}">
                <a16:creationId xmlns:a16="http://schemas.microsoft.com/office/drawing/2014/main" id="{F39829EC-4FE5-6804-79CB-1E102225E98D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984F5053-4D59-9C95-26C8-CBFA274A91CC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4" name="Picture 153" descr="A black and blue logo  AI-generated content may be incorrect.">
            <a:extLst>
              <a:ext uri="{FF2B5EF4-FFF2-40B4-BE49-F238E27FC236}">
                <a16:creationId xmlns:a16="http://schemas.microsoft.com/office/drawing/2014/main" id="{C8DDC0F5-5B16-C386-BAB4-71F6B7DA7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grpSp>
        <p:nvGrpSpPr>
          <p:cNvPr id="160" name="Group 159">
            <a:extLst>
              <a:ext uri="{FF2B5EF4-FFF2-40B4-BE49-F238E27FC236}">
                <a16:creationId xmlns:a16="http://schemas.microsoft.com/office/drawing/2014/main" id="{6ABB9C79-5B90-0521-6F6D-A597ECEC8088}"/>
              </a:ext>
            </a:extLst>
          </p:cNvPr>
          <p:cNvGrpSpPr/>
          <p:nvPr/>
        </p:nvGrpSpPr>
        <p:grpSpPr>
          <a:xfrm>
            <a:off x="12601384" y="2680989"/>
            <a:ext cx="2445033" cy="3192230"/>
            <a:chOff x="12620461" y="2591523"/>
            <a:chExt cx="2445033" cy="3192230"/>
          </a:xfrm>
        </p:grpSpPr>
        <p:sp>
          <p:nvSpPr>
            <p:cNvPr id="117" name="Text 83">
              <a:extLst>
                <a:ext uri="{FF2B5EF4-FFF2-40B4-BE49-F238E27FC236}">
                  <a16:creationId xmlns:a16="http://schemas.microsoft.com/office/drawing/2014/main" id="{B569A546-D3A1-59AE-07D3-7BC11D985804}"/>
                </a:ext>
              </a:extLst>
            </p:cNvPr>
            <p:cNvSpPr/>
            <p:nvPr/>
          </p:nvSpPr>
          <p:spPr>
            <a:xfrm>
              <a:off x="13464323" y="2591523"/>
              <a:ext cx="1601171" cy="160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REDACTED_00039</a:t>
              </a:r>
              <a:endParaRPr lang="en-US" sz="650"/>
            </a:p>
          </p:txBody>
        </p:sp>
        <p:sp>
          <p:nvSpPr>
            <p:cNvPr id="128" name="Text 87">
              <a:extLst>
                <a:ext uri="{FF2B5EF4-FFF2-40B4-BE49-F238E27FC236}">
                  <a16:creationId xmlns:a16="http://schemas.microsoft.com/office/drawing/2014/main" id="{CF671155-E143-DFBB-FF1D-2E3796CD231B}"/>
                </a:ext>
              </a:extLst>
            </p:cNvPr>
            <p:cNvSpPr/>
            <p:nvPr/>
          </p:nvSpPr>
          <p:spPr>
            <a:xfrm>
              <a:off x="13464323" y="3066280"/>
              <a:ext cx="1601171" cy="160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085041"/>
                  </a:solidFill>
                </a:rPr>
                <a:t>REDACTED_00041</a:t>
              </a:r>
            </a:p>
          </p:txBody>
        </p:sp>
        <p:sp>
          <p:nvSpPr>
            <p:cNvPr id="129" name="Text 88">
              <a:extLst>
                <a:ext uri="{FF2B5EF4-FFF2-40B4-BE49-F238E27FC236}">
                  <a16:creationId xmlns:a16="http://schemas.microsoft.com/office/drawing/2014/main" id="{33E91DBE-3344-7088-C4D0-C3A9B0525406}"/>
                </a:ext>
              </a:extLst>
            </p:cNvPr>
            <p:cNvSpPr/>
            <p:nvPr/>
          </p:nvSpPr>
          <p:spPr>
            <a:xfrm>
              <a:off x="13464323" y="3226950"/>
              <a:ext cx="1601171" cy="133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85041"/>
                  </a:solidFill>
                </a:rPr>
                <a:t>REDACTED_00365</a:t>
              </a:r>
              <a:endParaRPr lang="en-US" sz="550"/>
            </a:p>
          </p:txBody>
        </p:sp>
        <p:sp>
          <p:nvSpPr>
            <p:cNvPr id="132" name="Text 91">
              <a:extLst>
                <a:ext uri="{FF2B5EF4-FFF2-40B4-BE49-F238E27FC236}">
                  <a16:creationId xmlns:a16="http://schemas.microsoft.com/office/drawing/2014/main" id="{B421BA44-02CA-FD21-EC51-85AC146A4896}"/>
                </a:ext>
              </a:extLst>
            </p:cNvPr>
            <p:cNvSpPr/>
            <p:nvPr/>
          </p:nvSpPr>
          <p:spPr>
            <a:xfrm>
              <a:off x="13464323" y="3541037"/>
              <a:ext cx="1601171" cy="160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 b="1">
                  <a:solidFill>
                    <a:srgbClr val="04342C"/>
                  </a:solidFill>
                </a:rPr>
                <a:t>REDACTED_00366</a:t>
              </a:r>
            </a:p>
          </p:txBody>
        </p:sp>
        <p:sp>
          <p:nvSpPr>
            <p:cNvPr id="133" name="Text 92">
              <a:extLst>
                <a:ext uri="{FF2B5EF4-FFF2-40B4-BE49-F238E27FC236}">
                  <a16:creationId xmlns:a16="http://schemas.microsoft.com/office/drawing/2014/main" id="{211C1D01-1B44-D0D9-C9FC-6ADC870518FE}"/>
                </a:ext>
              </a:extLst>
            </p:cNvPr>
            <p:cNvSpPr/>
            <p:nvPr/>
          </p:nvSpPr>
          <p:spPr>
            <a:xfrm>
              <a:off x="13464323" y="3701707"/>
              <a:ext cx="1601171" cy="133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endParaRPr lang="en-US" sz="550"/>
            </a:p>
          </p:txBody>
        </p:sp>
        <p:sp>
          <p:nvSpPr>
            <p:cNvPr id="136" name="Text 95">
              <a:extLst>
                <a:ext uri="{FF2B5EF4-FFF2-40B4-BE49-F238E27FC236}">
                  <a16:creationId xmlns:a16="http://schemas.microsoft.com/office/drawing/2014/main" id="{B067E787-743C-5EA6-83A4-53D1C4893C5C}"/>
                </a:ext>
              </a:extLst>
            </p:cNvPr>
            <p:cNvSpPr/>
            <p:nvPr/>
          </p:nvSpPr>
          <p:spPr>
            <a:xfrm>
              <a:off x="13464323" y="4015794"/>
              <a:ext cx="1601171" cy="160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REDACTED_00045</a:t>
              </a:r>
              <a:endParaRPr lang="en-US" sz="650"/>
            </a:p>
          </p:txBody>
        </p:sp>
        <p:sp>
          <p:nvSpPr>
            <p:cNvPr id="137" name="Text 96">
              <a:extLst>
                <a:ext uri="{FF2B5EF4-FFF2-40B4-BE49-F238E27FC236}">
                  <a16:creationId xmlns:a16="http://schemas.microsoft.com/office/drawing/2014/main" id="{C6AB106C-FF63-FE73-D837-91279D8D6035}"/>
                </a:ext>
              </a:extLst>
            </p:cNvPr>
            <p:cNvSpPr/>
            <p:nvPr/>
          </p:nvSpPr>
          <p:spPr>
            <a:xfrm>
              <a:off x="13464323" y="4176464"/>
              <a:ext cx="1601171" cy="133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REDACTED_00367</a:t>
              </a:r>
              <a:endParaRPr lang="en-US" sz="550"/>
            </a:p>
          </p:txBody>
        </p:sp>
        <p:sp>
          <p:nvSpPr>
            <p:cNvPr id="140" name="Text 99">
              <a:extLst>
                <a:ext uri="{FF2B5EF4-FFF2-40B4-BE49-F238E27FC236}">
                  <a16:creationId xmlns:a16="http://schemas.microsoft.com/office/drawing/2014/main" id="{138574E7-7255-4500-1D92-4BA88ED30BCA}"/>
                </a:ext>
              </a:extLst>
            </p:cNvPr>
            <p:cNvSpPr/>
            <p:nvPr/>
          </p:nvSpPr>
          <p:spPr>
            <a:xfrm>
              <a:off x="13464323" y="4490551"/>
              <a:ext cx="1601171" cy="160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REDACTED_00047</a:t>
              </a:r>
              <a:endParaRPr lang="en-US" sz="650"/>
            </a:p>
          </p:txBody>
        </p:sp>
        <p:sp>
          <p:nvSpPr>
            <p:cNvPr id="141" name="Text 100">
              <a:extLst>
                <a:ext uri="{FF2B5EF4-FFF2-40B4-BE49-F238E27FC236}">
                  <a16:creationId xmlns:a16="http://schemas.microsoft.com/office/drawing/2014/main" id="{558E48DF-7ECB-55AA-D8FB-3001F15A99C0}"/>
                </a:ext>
              </a:extLst>
            </p:cNvPr>
            <p:cNvSpPr/>
            <p:nvPr/>
          </p:nvSpPr>
          <p:spPr>
            <a:xfrm>
              <a:off x="13464323" y="4651221"/>
              <a:ext cx="1601171" cy="133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REDACTED_00368</a:t>
              </a:r>
              <a:endParaRPr lang="en-US" sz="550"/>
            </a:p>
          </p:txBody>
        </p:sp>
        <p:sp>
          <p:nvSpPr>
            <p:cNvPr id="144" name="Text 103">
              <a:extLst>
                <a:ext uri="{FF2B5EF4-FFF2-40B4-BE49-F238E27FC236}">
                  <a16:creationId xmlns:a16="http://schemas.microsoft.com/office/drawing/2014/main" id="{26C03BE5-EC51-F858-FBC6-37BA5F678768}"/>
                </a:ext>
              </a:extLst>
            </p:cNvPr>
            <p:cNvSpPr/>
            <p:nvPr/>
          </p:nvSpPr>
          <p:spPr>
            <a:xfrm>
              <a:off x="13464323" y="4965309"/>
              <a:ext cx="1601171" cy="160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REDACTED_00049</a:t>
              </a:r>
              <a:endParaRPr lang="en-US" sz="650"/>
            </a:p>
          </p:txBody>
        </p:sp>
        <p:sp>
          <p:nvSpPr>
            <p:cNvPr id="145" name="Text 104">
              <a:extLst>
                <a:ext uri="{FF2B5EF4-FFF2-40B4-BE49-F238E27FC236}">
                  <a16:creationId xmlns:a16="http://schemas.microsoft.com/office/drawing/2014/main" id="{E9F4D367-9625-7C46-B0D0-3E3A66F149D7}"/>
                </a:ext>
              </a:extLst>
            </p:cNvPr>
            <p:cNvSpPr/>
            <p:nvPr/>
          </p:nvSpPr>
          <p:spPr>
            <a:xfrm>
              <a:off x="13464323" y="5125978"/>
              <a:ext cx="1601171" cy="133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REDACTED_00050</a:t>
              </a:r>
              <a:endParaRPr lang="en-US" sz="550"/>
            </a:p>
          </p:txBody>
        </p:sp>
        <p:sp>
          <p:nvSpPr>
            <p:cNvPr id="148" name="Text 107">
              <a:extLst>
                <a:ext uri="{FF2B5EF4-FFF2-40B4-BE49-F238E27FC236}">
                  <a16:creationId xmlns:a16="http://schemas.microsoft.com/office/drawing/2014/main" id="{1A5B1A0B-98EF-FE92-7662-4DFC3D50B6FE}"/>
                </a:ext>
              </a:extLst>
            </p:cNvPr>
            <p:cNvSpPr/>
            <p:nvPr/>
          </p:nvSpPr>
          <p:spPr>
            <a:xfrm>
              <a:off x="13464323" y="5440066"/>
              <a:ext cx="1601171" cy="160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REDACTED_00058</a:t>
              </a:r>
              <a:endParaRPr lang="en-US" sz="650"/>
            </a:p>
          </p:txBody>
        </p:sp>
        <p:sp>
          <p:nvSpPr>
            <p:cNvPr id="94" name="Shape 44">
              <a:extLst>
                <a:ext uri="{FF2B5EF4-FFF2-40B4-BE49-F238E27FC236}">
                  <a16:creationId xmlns:a16="http://schemas.microsoft.com/office/drawing/2014/main" id="{BA2DE7BA-7852-0414-C397-A1A13AE8D5F8}"/>
                </a:ext>
              </a:extLst>
            </p:cNvPr>
            <p:cNvSpPr/>
            <p:nvPr/>
          </p:nvSpPr>
          <p:spPr>
            <a:xfrm>
              <a:off x="12964467" y="2766897"/>
              <a:ext cx="48039" cy="2807480"/>
            </a:xfrm>
            <a:prstGeom prst="roundRect">
              <a:avLst>
                <a:gd name="adj" fmla="val 44444"/>
              </a:avLst>
            </a:prstGeom>
            <a:solidFill>
              <a:srgbClr val="B4D4C4"/>
            </a:solidFill>
            <a:ln w="12700">
              <a:solidFill>
                <a:srgbClr val="B4D4C4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95" name="Shape 45">
              <a:extLst>
                <a:ext uri="{FF2B5EF4-FFF2-40B4-BE49-F238E27FC236}">
                  <a16:creationId xmlns:a16="http://schemas.microsoft.com/office/drawing/2014/main" id="{ADFA619C-71DF-19A5-6217-B1121AA40D4C}"/>
                </a:ext>
              </a:extLst>
            </p:cNvPr>
            <p:cNvSpPr/>
            <p:nvPr/>
          </p:nvSpPr>
          <p:spPr>
            <a:xfrm>
              <a:off x="12964467" y="2773495"/>
              <a:ext cx="45719" cy="1512617"/>
            </a:xfrm>
            <a:prstGeom prst="roundRect">
              <a:avLst>
                <a:gd name="adj" fmla="val 44444"/>
              </a:avLst>
            </a:prstGeom>
            <a:solidFill>
              <a:srgbClr val="1D9E75"/>
            </a:solidFill>
            <a:ln w="1270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96" name="Shape 46">
              <a:extLst>
                <a:ext uri="{FF2B5EF4-FFF2-40B4-BE49-F238E27FC236}">
                  <a16:creationId xmlns:a16="http://schemas.microsoft.com/office/drawing/2014/main" id="{E90F8B68-FC30-DE56-25B5-06A25C904768}"/>
                </a:ext>
              </a:extLst>
            </p:cNvPr>
            <p:cNvSpPr/>
            <p:nvPr/>
          </p:nvSpPr>
          <p:spPr>
            <a:xfrm>
              <a:off x="12830086" y="2608543"/>
              <a:ext cx="315490" cy="315490"/>
            </a:xfrm>
            <a:prstGeom prst="ellipse">
              <a:avLst/>
            </a:prstGeom>
            <a:solidFill>
              <a:srgbClr val="1D9E75"/>
            </a:solidFill>
            <a:ln w="9525">
              <a:solidFill>
                <a:srgbClr val="08504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97" name="Shape 50">
              <a:extLst>
                <a:ext uri="{FF2B5EF4-FFF2-40B4-BE49-F238E27FC236}">
                  <a16:creationId xmlns:a16="http://schemas.microsoft.com/office/drawing/2014/main" id="{1801EDC8-26F6-0061-1FC5-9ED41F966558}"/>
                </a:ext>
              </a:extLst>
            </p:cNvPr>
            <p:cNvSpPr/>
            <p:nvPr/>
          </p:nvSpPr>
          <p:spPr>
            <a:xfrm>
              <a:off x="12793142" y="3469310"/>
              <a:ext cx="396000" cy="396000"/>
            </a:xfrm>
            <a:prstGeom prst="ellipse">
              <a:avLst/>
            </a:prstGeom>
            <a:solidFill>
              <a:srgbClr val="0F6E56"/>
            </a:solidFill>
            <a:ln w="19050">
              <a:solidFill>
                <a:srgbClr val="08504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99" name="Shape 58">
              <a:extLst>
                <a:ext uri="{FF2B5EF4-FFF2-40B4-BE49-F238E27FC236}">
                  <a16:creationId xmlns:a16="http://schemas.microsoft.com/office/drawing/2014/main" id="{0DD0923B-3EB7-4575-64CD-F170A22C1A05}"/>
                </a:ext>
              </a:extLst>
            </p:cNvPr>
            <p:cNvSpPr/>
            <p:nvPr/>
          </p:nvSpPr>
          <p:spPr>
            <a:xfrm>
              <a:off x="12830086" y="3984575"/>
              <a:ext cx="324000" cy="324000"/>
            </a:xfrm>
            <a:prstGeom prst="ellipse">
              <a:avLst/>
            </a:prstGeom>
            <a:solidFill>
              <a:srgbClr val="D6ECE2"/>
            </a:solidFill>
            <a:ln w="9525">
              <a:solidFill>
                <a:srgbClr val="9FC9B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0" name="Shape 62">
              <a:extLst>
                <a:ext uri="{FF2B5EF4-FFF2-40B4-BE49-F238E27FC236}">
                  <a16:creationId xmlns:a16="http://schemas.microsoft.com/office/drawing/2014/main" id="{5CB26789-4AB7-87F3-7E2E-7BD1F06A41A9}"/>
                </a:ext>
              </a:extLst>
            </p:cNvPr>
            <p:cNvSpPr/>
            <p:nvPr/>
          </p:nvSpPr>
          <p:spPr>
            <a:xfrm>
              <a:off x="12821558" y="4453804"/>
              <a:ext cx="316800" cy="316800"/>
            </a:xfrm>
            <a:prstGeom prst="ellipse">
              <a:avLst/>
            </a:prstGeom>
            <a:solidFill>
              <a:srgbClr val="D6ECE2"/>
            </a:solidFill>
            <a:ln w="9525">
              <a:solidFill>
                <a:srgbClr val="9FC9B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1" name="Shape 67">
              <a:extLst>
                <a:ext uri="{FF2B5EF4-FFF2-40B4-BE49-F238E27FC236}">
                  <a16:creationId xmlns:a16="http://schemas.microsoft.com/office/drawing/2014/main" id="{15AB372F-B3B6-6781-87D3-66F81C889137}"/>
                </a:ext>
              </a:extLst>
            </p:cNvPr>
            <p:cNvSpPr/>
            <p:nvPr/>
          </p:nvSpPr>
          <p:spPr>
            <a:xfrm>
              <a:off x="12830086" y="4948109"/>
              <a:ext cx="315490" cy="315490"/>
            </a:xfrm>
            <a:prstGeom prst="ellipse">
              <a:avLst/>
            </a:prstGeom>
            <a:solidFill>
              <a:srgbClr val="D6ECE2"/>
            </a:solidFill>
            <a:ln w="9525">
              <a:solidFill>
                <a:srgbClr val="9FC9B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2" name="Shape 71">
              <a:extLst>
                <a:ext uri="{FF2B5EF4-FFF2-40B4-BE49-F238E27FC236}">
                  <a16:creationId xmlns:a16="http://schemas.microsoft.com/office/drawing/2014/main" id="{D25F463D-41B0-5A06-DEF4-47546753324B}"/>
                </a:ext>
              </a:extLst>
            </p:cNvPr>
            <p:cNvSpPr/>
            <p:nvPr/>
          </p:nvSpPr>
          <p:spPr>
            <a:xfrm>
              <a:off x="12830086" y="5416023"/>
              <a:ext cx="315490" cy="315490"/>
            </a:xfrm>
            <a:prstGeom prst="ellipse">
              <a:avLst/>
            </a:prstGeom>
            <a:solidFill>
              <a:srgbClr val="D6ECE2"/>
            </a:solidFill>
            <a:ln w="9525">
              <a:solidFill>
                <a:srgbClr val="9FC9B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85" name="Text 47">
              <a:extLst>
                <a:ext uri="{FF2B5EF4-FFF2-40B4-BE49-F238E27FC236}">
                  <a16:creationId xmlns:a16="http://schemas.microsoft.com/office/drawing/2014/main" id="{0E8B2648-5CAC-D2D8-DEB1-0B2496D11C12}"/>
                </a:ext>
              </a:extLst>
            </p:cNvPr>
            <p:cNvSpPr/>
            <p:nvPr/>
          </p:nvSpPr>
          <p:spPr>
            <a:xfrm>
              <a:off x="12859943" y="2598205"/>
              <a:ext cx="256208" cy="3167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rgbClr val="FFFFFF"/>
                  </a:solidFill>
                </a:rPr>
                <a:t>REDACTED_00051</a:t>
              </a:r>
              <a:endParaRPr lang="en-US" sz="650"/>
            </a:p>
          </p:txBody>
        </p:sp>
        <p:sp>
          <p:nvSpPr>
            <p:cNvPr id="87" name="Text 55">
              <a:extLst>
                <a:ext uri="{FF2B5EF4-FFF2-40B4-BE49-F238E27FC236}">
                  <a16:creationId xmlns:a16="http://schemas.microsoft.com/office/drawing/2014/main" id="{B57DE830-9F74-CB11-87F8-049C5F477830}"/>
                </a:ext>
              </a:extLst>
            </p:cNvPr>
            <p:cNvSpPr/>
            <p:nvPr/>
          </p:nvSpPr>
          <p:spPr>
            <a:xfrm>
              <a:off x="12859943" y="3534032"/>
              <a:ext cx="256208" cy="3167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50" b="1">
                  <a:solidFill>
                    <a:schemeClr val="bg1"/>
                  </a:solidFill>
                </a:rPr>
                <a:t>REDACTED_00053</a:t>
              </a:r>
            </a:p>
          </p:txBody>
        </p:sp>
        <p:sp>
          <p:nvSpPr>
            <p:cNvPr id="88" name="Text 59">
              <a:extLst>
                <a:ext uri="{FF2B5EF4-FFF2-40B4-BE49-F238E27FC236}">
                  <a16:creationId xmlns:a16="http://schemas.microsoft.com/office/drawing/2014/main" id="{62964562-717E-CB9E-55D2-BC23154BDD4E}"/>
                </a:ext>
              </a:extLst>
            </p:cNvPr>
            <p:cNvSpPr/>
            <p:nvPr/>
          </p:nvSpPr>
          <p:spPr>
            <a:xfrm>
              <a:off x="12859943" y="4001945"/>
              <a:ext cx="256208" cy="3167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50" b="1">
                  <a:solidFill>
                    <a:srgbClr val="5F5E5A"/>
                  </a:solidFill>
                </a:rPr>
                <a:t>REDACTED_00369</a:t>
              </a:r>
            </a:p>
          </p:txBody>
        </p:sp>
        <p:sp>
          <p:nvSpPr>
            <p:cNvPr id="89" name="Text 63">
              <a:extLst>
                <a:ext uri="{FF2B5EF4-FFF2-40B4-BE49-F238E27FC236}">
                  <a16:creationId xmlns:a16="http://schemas.microsoft.com/office/drawing/2014/main" id="{55517A20-671F-FA86-7261-4B5FEB709CCB}"/>
                </a:ext>
              </a:extLst>
            </p:cNvPr>
            <p:cNvSpPr/>
            <p:nvPr/>
          </p:nvSpPr>
          <p:spPr>
            <a:xfrm>
              <a:off x="12838592" y="4443466"/>
              <a:ext cx="298910" cy="3694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50" b="1">
                  <a:solidFill>
                    <a:srgbClr val="5F5E5A"/>
                  </a:solidFill>
                </a:rPr>
                <a:t>REDACTED_00055</a:t>
              </a:r>
            </a:p>
          </p:txBody>
        </p:sp>
        <p:sp>
          <p:nvSpPr>
            <p:cNvPr id="90" name="Text 68">
              <a:extLst>
                <a:ext uri="{FF2B5EF4-FFF2-40B4-BE49-F238E27FC236}">
                  <a16:creationId xmlns:a16="http://schemas.microsoft.com/office/drawing/2014/main" id="{31A920F6-600F-4DD4-F542-BACD782AF967}"/>
                </a:ext>
              </a:extLst>
            </p:cNvPr>
            <p:cNvSpPr/>
            <p:nvPr/>
          </p:nvSpPr>
          <p:spPr>
            <a:xfrm>
              <a:off x="12859943" y="4937771"/>
              <a:ext cx="256208" cy="3167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rgbClr val="5F5E5A"/>
                  </a:solidFill>
                </a:rPr>
                <a:t>REDACTED_00056</a:t>
              </a:r>
              <a:endParaRPr lang="en-US" sz="650"/>
            </a:p>
          </p:txBody>
        </p:sp>
        <p:sp>
          <p:nvSpPr>
            <p:cNvPr id="93" name="Text 72">
              <a:extLst>
                <a:ext uri="{FF2B5EF4-FFF2-40B4-BE49-F238E27FC236}">
                  <a16:creationId xmlns:a16="http://schemas.microsoft.com/office/drawing/2014/main" id="{2EAB964B-384A-F190-2134-A05AC337528F}"/>
                </a:ext>
              </a:extLst>
            </p:cNvPr>
            <p:cNvSpPr/>
            <p:nvPr/>
          </p:nvSpPr>
          <p:spPr>
            <a:xfrm>
              <a:off x="12859943" y="5405685"/>
              <a:ext cx="256208" cy="3167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rgbClr val="5F5E5A"/>
                  </a:solidFill>
                </a:rPr>
                <a:t>REDACTED_00057</a:t>
              </a:r>
              <a:endParaRPr lang="en-US" sz="650"/>
            </a:p>
          </p:txBody>
        </p:sp>
        <p:sp>
          <p:nvSpPr>
            <p:cNvPr id="67" name="Shape 50">
              <a:extLst>
                <a:ext uri="{FF2B5EF4-FFF2-40B4-BE49-F238E27FC236}">
                  <a16:creationId xmlns:a16="http://schemas.microsoft.com/office/drawing/2014/main" id="{1616E8C9-EAFD-CD57-1DE1-08DEC83323DA}"/>
                </a:ext>
              </a:extLst>
            </p:cNvPr>
            <p:cNvSpPr/>
            <p:nvPr/>
          </p:nvSpPr>
          <p:spPr>
            <a:xfrm>
              <a:off x="12829581" y="3056041"/>
              <a:ext cx="315490" cy="315490"/>
            </a:xfrm>
            <a:prstGeom prst="ellipse">
              <a:avLst/>
            </a:prstGeom>
            <a:solidFill>
              <a:srgbClr val="1D9E75"/>
            </a:solidFill>
            <a:ln w="9525">
              <a:solidFill>
                <a:srgbClr val="08504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86" name="Text 51">
              <a:extLst>
                <a:ext uri="{FF2B5EF4-FFF2-40B4-BE49-F238E27FC236}">
                  <a16:creationId xmlns:a16="http://schemas.microsoft.com/office/drawing/2014/main" id="{855F4F54-3192-A082-C954-E5136D8D1766}"/>
                </a:ext>
              </a:extLst>
            </p:cNvPr>
            <p:cNvSpPr/>
            <p:nvPr/>
          </p:nvSpPr>
          <p:spPr>
            <a:xfrm>
              <a:off x="12859943" y="3066118"/>
              <a:ext cx="256208" cy="3167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rgbClr val="FFFFFF"/>
                  </a:solidFill>
                </a:rPr>
                <a:t>REDACTED_00052</a:t>
              </a:r>
              <a:endParaRPr lang="en-US" sz="65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87EF24D-CE86-F159-2813-D01517764778}"/>
                </a:ext>
              </a:extLst>
            </p:cNvPr>
            <p:cNvSpPr/>
            <p:nvPr/>
          </p:nvSpPr>
          <p:spPr>
            <a:xfrm>
              <a:off x="12620461" y="4401928"/>
              <a:ext cx="2338527" cy="1381825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53B563F-3F20-465E-7D16-E34C2D6F5293}"/>
                </a:ext>
              </a:extLst>
            </p:cNvPr>
            <p:cNvCxnSpPr>
              <a:cxnSpLocks/>
            </p:cNvCxnSpPr>
            <p:nvPr/>
          </p:nvCxnSpPr>
          <p:spPr>
            <a:xfrm>
              <a:off x="12721772" y="4401928"/>
              <a:ext cx="2266698" cy="0"/>
            </a:xfrm>
            <a:prstGeom prst="line">
              <a:avLst/>
            </a:prstGeom>
            <a:ln w="25400">
              <a:solidFill>
                <a:srgbClr val="6738A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A1AA437-B945-C6B6-9EAA-E8888457AF3E}"/>
                </a:ext>
              </a:extLst>
            </p:cNvPr>
            <p:cNvSpPr txBox="1"/>
            <p:nvPr/>
          </p:nvSpPr>
          <p:spPr>
            <a:xfrm rot="5400000">
              <a:off x="14401008" y="3713108"/>
              <a:ext cx="105494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AU" sz="1000">
                  <a:solidFill>
                    <a:srgbClr val="6738A7"/>
                  </a:solidFill>
                  <a:latin typeface="Inter"/>
                </a:rPr>
                <a:t>REDACTED_00060</a:t>
              </a:r>
            </a:p>
          </p:txBody>
        </p:sp>
      </p:grpSp>
      <p:sp>
        <p:nvSpPr>
          <p:cNvPr id="162" name="Text 211a">
            <a:extLst>
              <a:ext uri="{FF2B5EF4-FFF2-40B4-BE49-F238E27FC236}">
                <a16:creationId xmlns:a16="http://schemas.microsoft.com/office/drawing/2014/main" id="{D80D53E9-80E1-E3C6-684F-EC088CD9FF76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64" name="Text 213a">
            <a:extLst>
              <a:ext uri="{FF2B5EF4-FFF2-40B4-BE49-F238E27FC236}">
                <a16:creationId xmlns:a16="http://schemas.microsoft.com/office/drawing/2014/main" id="{AB81F228-E50B-9BD7-886F-4B276DFD07C1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6" name="Text 218a">
            <a:extLst>
              <a:ext uri="{FF2B5EF4-FFF2-40B4-BE49-F238E27FC236}">
                <a16:creationId xmlns:a16="http://schemas.microsoft.com/office/drawing/2014/main" id="{D6426C07-FD0F-4097-1BE4-8BF03BBC53CB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8" name="Shape 229">
            <a:extLst>
              <a:ext uri="{FF2B5EF4-FFF2-40B4-BE49-F238E27FC236}">
                <a16:creationId xmlns:a16="http://schemas.microsoft.com/office/drawing/2014/main" id="{203077EE-867B-8B8C-4E65-2C3262A701D6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REDACTED_00370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B16CFE9D-F76D-763E-9134-65DA80A37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651" y="6208978"/>
            <a:ext cx="1852551" cy="814115"/>
          </a:xfrm>
          <a:prstGeom prst="rect">
            <a:avLst/>
          </a:prstGeom>
          <a:noFill/>
        </p:spPr>
      </p:pic>
      <p:sp>
        <p:nvSpPr>
          <p:cNvPr id="179" name="Shape 10">
            <a:extLst>
              <a:ext uri="{FF2B5EF4-FFF2-40B4-BE49-F238E27FC236}">
                <a16:creationId xmlns:a16="http://schemas.microsoft.com/office/drawing/2014/main" id="{ACF691C4-31AB-3A72-118B-DB743F417959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2" name="Text 31">
            <a:extLst>
              <a:ext uri="{FF2B5EF4-FFF2-40B4-BE49-F238E27FC236}">
                <a16:creationId xmlns:a16="http://schemas.microsoft.com/office/drawing/2014/main" id="{B3D8C4A3-E67E-86BF-585C-BC864B82D9CB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84" name="Shape 32">
            <a:extLst>
              <a:ext uri="{FF2B5EF4-FFF2-40B4-BE49-F238E27FC236}">
                <a16:creationId xmlns:a16="http://schemas.microsoft.com/office/drawing/2014/main" id="{9E73190D-5559-5D9D-7FC1-D4FB485F4E8D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6" name="Text 33">
            <a:extLst>
              <a:ext uri="{FF2B5EF4-FFF2-40B4-BE49-F238E27FC236}">
                <a16:creationId xmlns:a16="http://schemas.microsoft.com/office/drawing/2014/main" id="{29DD74BB-A63D-91B2-4240-4D9D76C16679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REDACTED_00371</a:t>
            </a:r>
            <a:r>
              <a:rPr lang="en-US" sz="800" err="1">
                <a:solidFill>
                  <a:srgbClr val="444444"/>
                </a:solidFill>
              </a:rPr>
              <a:t>REDACTED_00307</a:t>
            </a:r>
            <a:r>
              <a:rPr lang="en-US" sz="800">
                <a:solidFill>
                  <a:srgbClr val="444444"/>
                </a:solidFill>
              </a:rPr>
              <a:t>REDACTED_00372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188" name="Text 33">
            <a:extLst>
              <a:ext uri="{FF2B5EF4-FFF2-40B4-BE49-F238E27FC236}">
                <a16:creationId xmlns:a16="http://schemas.microsoft.com/office/drawing/2014/main" id="{A4861A8C-471E-1A96-1B0D-22EF0AC409F9}"/>
              </a:ext>
            </a:extLst>
          </p:cNvPr>
          <p:cNvSpPr/>
          <p:nvPr/>
        </p:nvSpPr>
        <p:spPr>
          <a:xfrm>
            <a:off x="180001" y="27114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REDACTED_00373</a:t>
            </a:r>
          </a:p>
          <a:p>
            <a:r>
              <a:rPr lang="en-US" sz="800">
                <a:solidFill>
                  <a:srgbClr val="444444"/>
                </a:solidFill>
              </a:rPr>
              <a:t>REDACTED_00374</a:t>
            </a:r>
            <a:r>
              <a:rPr lang="en-US" sz="800" err="1">
                <a:solidFill>
                  <a:srgbClr val="444444"/>
                </a:solidFill>
              </a:rPr>
              <a:t>REDACTED_00307</a:t>
            </a:r>
            <a:r>
              <a:rPr lang="en-US" sz="800">
                <a:solidFill>
                  <a:srgbClr val="444444"/>
                </a:solidFill>
              </a:rPr>
              <a:t>REDACTED_00375</a:t>
            </a:r>
          </a:p>
          <a:p>
            <a:r>
              <a:rPr lang="en-US" sz="800">
                <a:solidFill>
                  <a:srgbClr val="444444"/>
                </a:solidFill>
              </a:rPr>
              <a:t>REDACTED_00376</a:t>
            </a:r>
          </a:p>
        </p:txBody>
      </p:sp>
      <p:sp>
        <p:nvSpPr>
          <p:cNvPr id="190" name="Text 31">
            <a:extLst>
              <a:ext uri="{FF2B5EF4-FFF2-40B4-BE49-F238E27FC236}">
                <a16:creationId xmlns:a16="http://schemas.microsoft.com/office/drawing/2014/main" id="{9F5CAB3D-E632-69B3-B20F-C1EC991E38C2}"/>
              </a:ext>
            </a:extLst>
          </p:cNvPr>
          <p:cNvSpPr/>
          <p:nvPr/>
        </p:nvSpPr>
        <p:spPr>
          <a:xfrm>
            <a:off x="180000" y="25441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92" name="Shape 32">
            <a:extLst>
              <a:ext uri="{FF2B5EF4-FFF2-40B4-BE49-F238E27FC236}">
                <a16:creationId xmlns:a16="http://schemas.microsoft.com/office/drawing/2014/main" id="{AC25BA0E-9C34-0D8D-1223-055B30F382E6}"/>
              </a:ext>
            </a:extLst>
          </p:cNvPr>
          <p:cNvSpPr/>
          <p:nvPr/>
        </p:nvSpPr>
        <p:spPr>
          <a:xfrm>
            <a:off x="144000" y="26630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4" name="Shape 10">
            <a:extLst>
              <a:ext uri="{FF2B5EF4-FFF2-40B4-BE49-F238E27FC236}">
                <a16:creationId xmlns:a16="http://schemas.microsoft.com/office/drawing/2014/main" id="{15B97F3A-94B3-DAFB-0777-52B8F586DA3C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8" name="Shape 16">
            <a:extLst>
              <a:ext uri="{FF2B5EF4-FFF2-40B4-BE49-F238E27FC236}">
                <a16:creationId xmlns:a16="http://schemas.microsoft.com/office/drawing/2014/main" id="{E5987E93-A2C8-20F8-5A62-60CEAF072E50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REDACTED_00377</a:t>
            </a:r>
          </a:p>
        </p:txBody>
      </p:sp>
      <p:sp>
        <p:nvSpPr>
          <p:cNvPr id="200" name="Shape 16">
            <a:extLst>
              <a:ext uri="{FF2B5EF4-FFF2-40B4-BE49-F238E27FC236}">
                <a16:creationId xmlns:a16="http://schemas.microsoft.com/office/drawing/2014/main" id="{F2403611-4896-93DA-2BCC-193A117A1015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REDACTED_00378</a:t>
            </a:r>
          </a:p>
        </p:txBody>
      </p:sp>
      <p:sp>
        <p:nvSpPr>
          <p:cNvPr id="202" name="Shape 16">
            <a:extLst>
              <a:ext uri="{FF2B5EF4-FFF2-40B4-BE49-F238E27FC236}">
                <a16:creationId xmlns:a16="http://schemas.microsoft.com/office/drawing/2014/main" id="{8FF588CD-CE3C-568B-129D-40EC2A674719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REDACTED_00379</a:t>
            </a:r>
          </a:p>
        </p:txBody>
      </p:sp>
      <p:sp>
        <p:nvSpPr>
          <p:cNvPr id="204" name="Shape 16">
            <a:extLst>
              <a:ext uri="{FF2B5EF4-FFF2-40B4-BE49-F238E27FC236}">
                <a16:creationId xmlns:a16="http://schemas.microsoft.com/office/drawing/2014/main" id="{50C37470-A7A5-3219-ABD3-DC49F3AB6064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bg2"/>
                </a:solidFill>
              </a:rPr>
              <a:t>REDACTED_00380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C14AF9C3-B9DA-FCD6-22A8-81B7BC1AD24C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REDACTED_00078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79664DE-4A51-E5EE-4444-4D0D750488BF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REDACTED_00079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6027F389-7500-F0A4-81CB-5534948C853E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REDACTED_00080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DEC1837D-FE4E-87A0-6A97-6809C247C4EC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REDACTED_00081</a:t>
            </a:r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314A0832-F291-91CD-07DE-B7500ABF427A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28" name="Shape 37">
              <a:extLst>
                <a:ext uri="{FF2B5EF4-FFF2-40B4-BE49-F238E27FC236}">
                  <a16:creationId xmlns:a16="http://schemas.microsoft.com/office/drawing/2014/main" id="{A74B00A1-2884-8F84-AD5B-F4458253936F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9" name="Shape 38">
              <a:extLst>
                <a:ext uri="{FF2B5EF4-FFF2-40B4-BE49-F238E27FC236}">
                  <a16:creationId xmlns:a16="http://schemas.microsoft.com/office/drawing/2014/main" id="{8FA93E2B-883F-8EF6-D5A8-063B89350C51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0" name="Text 39">
              <a:extLst>
                <a:ext uri="{FF2B5EF4-FFF2-40B4-BE49-F238E27FC236}">
                  <a16:creationId xmlns:a16="http://schemas.microsoft.com/office/drawing/2014/main" id="{BDF48762-9AF5-D6F8-4D17-AB45240E461B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REDACTED_00381</a:t>
              </a:r>
              <a:endParaRPr lang="en-US" sz="800"/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12533F4B-4A20-1EE0-EC46-2401C9F83C12}"/>
              </a:ext>
            </a:extLst>
          </p:cNvPr>
          <p:cNvGrpSpPr/>
          <p:nvPr/>
        </p:nvGrpSpPr>
        <p:grpSpPr>
          <a:xfrm>
            <a:off x="3717780" y="2107610"/>
            <a:ext cx="3065147" cy="330976"/>
            <a:chOff x="3828681" y="1704593"/>
            <a:chExt cx="7721343" cy="433878"/>
          </a:xfrm>
        </p:grpSpPr>
        <p:sp>
          <p:nvSpPr>
            <p:cNvPr id="232" name="Shape 37">
              <a:extLst>
                <a:ext uri="{FF2B5EF4-FFF2-40B4-BE49-F238E27FC236}">
                  <a16:creationId xmlns:a16="http://schemas.microsoft.com/office/drawing/2014/main" id="{2DDC3331-30C0-201B-5924-6B8822A4F6B3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Shape 38">
              <a:extLst>
                <a:ext uri="{FF2B5EF4-FFF2-40B4-BE49-F238E27FC236}">
                  <a16:creationId xmlns:a16="http://schemas.microsoft.com/office/drawing/2014/main" id="{169A5A9C-085D-C559-20DC-911E8FEF3355}"/>
                </a:ext>
              </a:extLst>
            </p:cNvPr>
            <p:cNvSpPr/>
            <p:nvPr/>
          </p:nvSpPr>
          <p:spPr>
            <a:xfrm>
              <a:off x="3828681" y="1712903"/>
              <a:ext cx="90687" cy="424733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4" name="Text 39">
              <a:extLst>
                <a:ext uri="{FF2B5EF4-FFF2-40B4-BE49-F238E27FC236}">
                  <a16:creationId xmlns:a16="http://schemas.microsoft.com/office/drawing/2014/main" id="{91810959-8D93-BCE6-4E1E-57B023509DDB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REDACTED_00382</a:t>
              </a:r>
              <a:endParaRPr lang="en-US" sz="800"/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1649C37C-C4D6-4C9B-8472-F5E69EB0BBAB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36" name="Shape 37">
              <a:extLst>
                <a:ext uri="{FF2B5EF4-FFF2-40B4-BE49-F238E27FC236}">
                  <a16:creationId xmlns:a16="http://schemas.microsoft.com/office/drawing/2014/main" id="{81107BF2-F186-C83A-8C98-91171B1B7739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Shape 38">
              <a:extLst>
                <a:ext uri="{FF2B5EF4-FFF2-40B4-BE49-F238E27FC236}">
                  <a16:creationId xmlns:a16="http://schemas.microsoft.com/office/drawing/2014/main" id="{0F8A1218-90D7-03AA-EDA4-553C72CBC503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8" name="Text 39">
              <a:extLst>
                <a:ext uri="{FF2B5EF4-FFF2-40B4-BE49-F238E27FC236}">
                  <a16:creationId xmlns:a16="http://schemas.microsoft.com/office/drawing/2014/main" id="{A2715D50-4CE7-3134-892E-9ED1F6EA5CF7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REDACTED_00383</a:t>
              </a:r>
              <a:endParaRPr lang="en-US" sz="800"/>
            </a:p>
          </p:txBody>
        </p:sp>
      </p:grpSp>
      <p:sp>
        <p:nvSpPr>
          <p:cNvPr id="239" name="Shape 229">
            <a:extLst>
              <a:ext uri="{FF2B5EF4-FFF2-40B4-BE49-F238E27FC236}">
                <a16:creationId xmlns:a16="http://schemas.microsoft.com/office/drawing/2014/main" id="{3C83F0D5-74A8-1710-18E7-45FC128FC284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REDACTED_00082</a:t>
            </a:r>
          </a:p>
        </p:txBody>
      </p:sp>
      <p:sp>
        <p:nvSpPr>
          <p:cNvPr id="241" name="Shape 46">
            <a:extLst>
              <a:ext uri="{FF2B5EF4-FFF2-40B4-BE49-F238E27FC236}">
                <a16:creationId xmlns:a16="http://schemas.microsoft.com/office/drawing/2014/main" id="{A31A7B6F-5D0C-1B86-EAE0-A5EBB26FF62E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B99404BC-7637-50E4-2402-7779C2B08B80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268" name="Text 35">
            <a:extLst>
              <a:ext uri="{FF2B5EF4-FFF2-40B4-BE49-F238E27FC236}">
                <a16:creationId xmlns:a16="http://schemas.microsoft.com/office/drawing/2014/main" id="{0FECB221-EF2C-F51B-2EC1-DB6A9D2A9946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70" name="Shape 36">
            <a:extLst>
              <a:ext uri="{FF2B5EF4-FFF2-40B4-BE49-F238E27FC236}">
                <a16:creationId xmlns:a16="http://schemas.microsoft.com/office/drawing/2014/main" id="{D658047F-CCEA-BC7C-DBAB-98ED047374AB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2" name="Shape 36">
            <a:extLst>
              <a:ext uri="{FF2B5EF4-FFF2-40B4-BE49-F238E27FC236}">
                <a16:creationId xmlns:a16="http://schemas.microsoft.com/office/drawing/2014/main" id="{F60EC21A-6437-D99C-9AAD-79D752380296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4" name="Text 35">
            <a:extLst>
              <a:ext uri="{FF2B5EF4-FFF2-40B4-BE49-F238E27FC236}">
                <a16:creationId xmlns:a16="http://schemas.microsoft.com/office/drawing/2014/main" id="{F2BBAB76-6ED8-7EBA-231E-8731B7D99409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276" name="Text 90">
            <a:extLst>
              <a:ext uri="{FF2B5EF4-FFF2-40B4-BE49-F238E27FC236}">
                <a16:creationId xmlns:a16="http://schemas.microsoft.com/office/drawing/2014/main" id="{11834114-97FE-E0C0-CA72-DF3A473556C1}"/>
              </a:ext>
            </a:extLst>
          </p:cNvPr>
          <p:cNvSpPr/>
          <p:nvPr/>
        </p:nvSpPr>
        <p:spPr>
          <a:xfrm>
            <a:off x="7486450" y="1917812"/>
            <a:ext cx="1522286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REDACTED_00384</a:t>
            </a:r>
            <a:endParaRPr lang="en-US" sz="800"/>
          </a:p>
        </p:txBody>
      </p:sp>
      <p:sp>
        <p:nvSpPr>
          <p:cNvPr id="278" name="Text 113">
            <a:extLst>
              <a:ext uri="{FF2B5EF4-FFF2-40B4-BE49-F238E27FC236}">
                <a16:creationId xmlns:a16="http://schemas.microsoft.com/office/drawing/2014/main" id="{ACDF279B-D2C7-740E-16C2-1013421AC91A}"/>
              </a:ext>
            </a:extLst>
          </p:cNvPr>
          <p:cNvSpPr/>
          <p:nvPr/>
        </p:nvSpPr>
        <p:spPr>
          <a:xfrm>
            <a:off x="-3094010" y="5196198"/>
            <a:ext cx="589136" cy="19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999999"/>
                </a:solidFill>
              </a:rPr>
              <a:t>REDACTED_00003</a:t>
            </a:r>
            <a:endParaRPr lang="en-US" sz="700"/>
          </a:p>
        </p:txBody>
      </p:sp>
      <p:pic>
        <p:nvPicPr>
          <p:cNvPr id="282" name="Graphic 281" descr="Door Closed with solid fill">
            <a:extLst>
              <a:ext uri="{FF2B5EF4-FFF2-40B4-BE49-F238E27FC236}">
                <a16:creationId xmlns:a16="http://schemas.microsoft.com/office/drawing/2014/main" id="{ECE695A7-0BB5-F303-F157-1F4FC732A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20670" y="118147"/>
            <a:ext cx="288000" cy="288000"/>
          </a:xfrm>
          <a:prstGeom prst="rect">
            <a:avLst/>
          </a:prstGeom>
        </p:spPr>
      </p:pic>
      <p:sp>
        <p:nvSpPr>
          <p:cNvPr id="284" name="Text 17">
            <a:extLst>
              <a:ext uri="{FF2B5EF4-FFF2-40B4-BE49-F238E27FC236}">
                <a16:creationId xmlns:a16="http://schemas.microsoft.com/office/drawing/2014/main" id="{399CD5F8-941B-5E24-0FF2-9E715B19BDDE}"/>
              </a:ext>
            </a:extLst>
          </p:cNvPr>
          <p:cNvSpPr/>
          <p:nvPr/>
        </p:nvSpPr>
        <p:spPr>
          <a:xfrm>
            <a:off x="10953236" y="153737"/>
            <a:ext cx="1008275" cy="2215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bg2"/>
                </a:solidFill>
              </a:rPr>
              <a:t>REDACTED_00013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BD371A-55FA-2B9A-6D59-8F10AFCBCF19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003C23"/>
                </a:solidFill>
              </a:rPr>
              <a:t>REDACTED_00385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REDACTED_00386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REDACTED_00387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625713-57F0-A8A4-548B-0CA5DB0A77AF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REDACTED_00388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REDACTED_00389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REDACTED_00390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REDACTED_00391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73B6F784-CF56-D214-05CB-FFA5726786A7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35">
            <a:extLst>
              <a:ext uri="{FF2B5EF4-FFF2-40B4-BE49-F238E27FC236}">
                <a16:creationId xmlns:a16="http://schemas.microsoft.com/office/drawing/2014/main" id="{A2588145-8389-42FE-FD51-A83450223757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5" name="Shape 36">
            <a:extLst>
              <a:ext uri="{FF2B5EF4-FFF2-40B4-BE49-F238E27FC236}">
                <a16:creationId xmlns:a16="http://schemas.microsoft.com/office/drawing/2014/main" id="{772D8C00-4418-D354-056C-D3C8B2F227A2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5">
            <a:extLst>
              <a:ext uri="{FF2B5EF4-FFF2-40B4-BE49-F238E27FC236}">
                <a16:creationId xmlns:a16="http://schemas.microsoft.com/office/drawing/2014/main" id="{A799DA6C-AAB8-EACF-3395-C113C3DE7405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9" name="Shape 36">
            <a:extLst>
              <a:ext uri="{FF2B5EF4-FFF2-40B4-BE49-F238E27FC236}">
                <a16:creationId xmlns:a16="http://schemas.microsoft.com/office/drawing/2014/main" id="{35570E02-375C-1893-D0D8-CB4A08B127A7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3A337E-AE8B-CF1E-CA8E-C3D22FDA987C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11" name="PersonIcon">
              <a:extLst>
                <a:ext uri="{FF2B5EF4-FFF2-40B4-BE49-F238E27FC236}">
                  <a16:creationId xmlns:a16="http://schemas.microsoft.com/office/drawing/2014/main" id="{4AE6F874-ED34-7EB1-6517-6BCB8C291AAE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 107">
              <a:extLst>
                <a:ext uri="{FF2B5EF4-FFF2-40B4-BE49-F238E27FC236}">
                  <a16:creationId xmlns:a16="http://schemas.microsoft.com/office/drawing/2014/main" id="{615B3197-2444-FD9A-EE9B-7B143034D75A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3" name="Text 108">
              <a:extLst>
                <a:ext uri="{FF2B5EF4-FFF2-40B4-BE49-F238E27FC236}">
                  <a16:creationId xmlns:a16="http://schemas.microsoft.com/office/drawing/2014/main" id="{167BA504-8614-0354-5FD8-FF9B17A248C1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REDACTED_00004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1C348F-BA17-7C1B-5EE8-D2DC8770F210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15" name="BuildingIcon">
              <a:extLst>
                <a:ext uri="{FF2B5EF4-FFF2-40B4-BE49-F238E27FC236}">
                  <a16:creationId xmlns:a16="http://schemas.microsoft.com/office/drawing/2014/main" id="{92C267FB-0F02-CE2A-AD7C-50A691016A3B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 109">
              <a:extLst>
                <a:ext uri="{FF2B5EF4-FFF2-40B4-BE49-F238E27FC236}">
                  <a16:creationId xmlns:a16="http://schemas.microsoft.com/office/drawing/2014/main" id="{9960C375-64B4-714A-C83B-9A2618C6C240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7" name="Text 110">
              <a:extLst>
                <a:ext uri="{FF2B5EF4-FFF2-40B4-BE49-F238E27FC236}">
                  <a16:creationId xmlns:a16="http://schemas.microsoft.com/office/drawing/2014/main" id="{0CFD0FD0-A515-50D3-0195-FDA7B57CCD76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REDACTED_00006</a:t>
              </a:r>
              <a:endParaRPr lang="en-US" sz="8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12EDD71-C62C-738E-7542-321E290E2E6A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19" name="GradCapIcon">
              <a:extLst>
                <a:ext uri="{FF2B5EF4-FFF2-40B4-BE49-F238E27FC236}">
                  <a16:creationId xmlns:a16="http://schemas.microsoft.com/office/drawing/2014/main" id="{B44719AB-1795-60A0-DD88-142AC8A26D30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 111">
              <a:extLst>
                <a:ext uri="{FF2B5EF4-FFF2-40B4-BE49-F238E27FC236}">
                  <a16:creationId xmlns:a16="http://schemas.microsoft.com/office/drawing/2014/main" id="{EA05CE3E-FB7F-DB7A-94C1-2F5D5D7AB866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21" name="Text 112">
              <a:extLst>
                <a:ext uri="{FF2B5EF4-FFF2-40B4-BE49-F238E27FC236}">
                  <a16:creationId xmlns:a16="http://schemas.microsoft.com/office/drawing/2014/main" id="{8D570C6D-5CA8-AF61-D3FB-A934D10EB535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REDACTED_00392</a:t>
              </a:r>
              <a:endParaRPr lang="en-US" sz="800"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65326CB7-D4CE-F2EB-1BEF-492E649456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19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2F8AAD1-6226-FB83-F7A5-DE9B8C2ABE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800" y="4413600"/>
            <a:ext cx="1315738" cy="1879200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984EC7A1-D675-C556-D2A3-418225B38FDE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003C23"/>
                </a:solidFill>
              </a:rPr>
              <a:t>REDACTED_00038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89">
            <a:extLst>
              <a:ext uri="{FF2B5EF4-FFF2-40B4-BE49-F238E27FC236}">
                <a16:creationId xmlns:a16="http://schemas.microsoft.com/office/drawing/2014/main" id="{0422D541-9E85-74CE-245F-1EEDDA54E9BF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86000"/>
          </a:xfrm>
          <a:prstGeom prst="rect">
            <a:avLst/>
          </a:prstGeom>
          <a:blipFill>
            <a:blip r:embed="rId3"/>
            <a:srcRect/>
            <a:stretch>
              <a:fillRect t="-17966" b="-17966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49E1BD68-90A9-BDDA-1D57-2DE0E3EE29E5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1" name="Shape 46">
            <a:extLst>
              <a:ext uri="{FF2B5EF4-FFF2-40B4-BE49-F238E27FC236}">
                <a16:creationId xmlns:a16="http://schemas.microsoft.com/office/drawing/2014/main" id="{4D05CFD6-C95B-DDAA-A244-699B2DA42ADD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1" name="Shape 46">
            <a:extLst>
              <a:ext uri="{FF2B5EF4-FFF2-40B4-BE49-F238E27FC236}">
                <a16:creationId xmlns:a16="http://schemas.microsoft.com/office/drawing/2014/main" id="{1F131427-7E83-F4E3-4BC2-B0376AF47534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8" name="Shape 105">
            <a:extLst>
              <a:ext uri="{FF2B5EF4-FFF2-40B4-BE49-F238E27FC236}">
                <a16:creationId xmlns:a16="http://schemas.microsoft.com/office/drawing/2014/main" id="{9ACC4265-B3C6-0D81-1D8E-2C9619E024E9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1" name="Shape 13">
            <a:extLst>
              <a:ext uri="{FF2B5EF4-FFF2-40B4-BE49-F238E27FC236}">
                <a16:creationId xmlns:a16="http://schemas.microsoft.com/office/drawing/2014/main" id="{E81E83CD-B3B0-9C03-7240-C9C608A741EE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4" name="Shape 13">
            <a:extLst>
              <a:ext uri="{FF2B5EF4-FFF2-40B4-BE49-F238E27FC236}">
                <a16:creationId xmlns:a16="http://schemas.microsoft.com/office/drawing/2014/main" id="{878D115E-83E4-AA48-03F6-1DB0602A3F8F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3" name="Shape 229">
            <a:extLst>
              <a:ext uri="{FF2B5EF4-FFF2-40B4-BE49-F238E27FC236}">
                <a16:creationId xmlns:a16="http://schemas.microsoft.com/office/drawing/2014/main" id="{45D31573-FC93-8ED2-14E3-7B2A92FB24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F620FBA-FD82-E2C7-AD80-749B8B448968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50800" dist="381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 2">
            <a:extLst>
              <a:ext uri="{FF2B5EF4-FFF2-40B4-BE49-F238E27FC236}">
                <a16:creationId xmlns:a16="http://schemas.microsoft.com/office/drawing/2014/main" id="{8AC99FF6-B746-13F2-4E67-6C3B77147049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Inter"/>
              </a:rPr>
              <a:t>REDACTED_00393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4D8BB6E-A0FA-0E1E-1B49-22438FA95326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0AEA99C-AD43-0992-31C0-825298485713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3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REDACTED_00394</a:t>
              </a:r>
            </a:p>
          </p:txBody>
        </p:sp>
        <p:sp>
          <p:nvSpPr>
            <p:cNvPr id="87" name="Text 4">
              <a:extLst>
                <a:ext uri="{FF2B5EF4-FFF2-40B4-BE49-F238E27FC236}">
                  <a16:creationId xmlns:a16="http://schemas.microsoft.com/office/drawing/2014/main" id="{79E62C9D-388B-3599-8FEB-91C45CEA9E18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rgbClr val="93DCDC"/>
                  </a:solidFill>
                </a:rPr>
                <a:t>REDACTED_00395</a:t>
              </a:r>
              <a:endParaRPr lang="en-US" sz="70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A25A290-ECA8-FBE4-CC07-110166BE5578}"/>
              </a:ext>
            </a:extLst>
          </p:cNvPr>
          <p:cNvGrpSpPr/>
          <p:nvPr/>
        </p:nvGrpSpPr>
        <p:grpSpPr>
          <a:xfrm>
            <a:off x="10361410" y="126180"/>
            <a:ext cx="658368" cy="256032"/>
            <a:chOff x="10361410" y="147441"/>
            <a:chExt cx="658368" cy="256032"/>
          </a:xfrm>
        </p:grpSpPr>
        <p:sp>
          <p:nvSpPr>
            <p:cNvPr id="91" name="Shape 5">
              <a:extLst>
                <a:ext uri="{FF2B5EF4-FFF2-40B4-BE49-F238E27FC236}">
                  <a16:creationId xmlns:a16="http://schemas.microsoft.com/office/drawing/2014/main" id="{2F250AF8-4C41-2F70-A367-9ED0BB9C7614}"/>
                </a:ext>
              </a:extLst>
            </p:cNvPr>
            <p:cNvSpPr/>
            <p:nvPr/>
          </p:nvSpPr>
          <p:spPr>
            <a:xfrm>
              <a:off x="10361410" y="147441"/>
              <a:ext cx="658368" cy="256032"/>
            </a:xfrm>
            <a:prstGeom prst="rect">
              <a:avLst/>
            </a:prstGeom>
            <a:solidFill>
              <a:srgbClr val="003C23"/>
            </a:solidFill>
            <a:ln w="190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92" name="Text 6">
              <a:extLst>
                <a:ext uri="{FF2B5EF4-FFF2-40B4-BE49-F238E27FC236}">
                  <a16:creationId xmlns:a16="http://schemas.microsoft.com/office/drawing/2014/main" id="{E3064E49-98CE-284B-6A4E-90C78AF82155}"/>
                </a:ext>
              </a:extLst>
            </p:cNvPr>
            <p:cNvSpPr/>
            <p:nvPr/>
          </p:nvSpPr>
          <p:spPr>
            <a:xfrm>
              <a:off x="10361410" y="147441"/>
              <a:ext cx="6583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93DCDC"/>
                  </a:solidFill>
                </a:rPr>
                <a:t>REDACTED_00364</a:t>
              </a:r>
              <a:endParaRPr lang="en-US" sz="900"/>
            </a:p>
          </p:txBody>
        </p:sp>
      </p:grpSp>
      <p:sp>
        <p:nvSpPr>
          <p:cNvPr id="99" name="Shape 10">
            <a:extLst>
              <a:ext uri="{FF2B5EF4-FFF2-40B4-BE49-F238E27FC236}">
                <a16:creationId xmlns:a16="http://schemas.microsoft.com/office/drawing/2014/main" id="{225ABFF5-DB24-594B-C552-C836945A9309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Text 11">
            <a:extLst>
              <a:ext uri="{FF2B5EF4-FFF2-40B4-BE49-F238E27FC236}">
                <a16:creationId xmlns:a16="http://schemas.microsoft.com/office/drawing/2014/main" id="{90471A2E-C7F6-17CE-6CED-8FB28A216870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03" name="Text 12">
            <a:extLst>
              <a:ext uri="{FF2B5EF4-FFF2-40B4-BE49-F238E27FC236}">
                <a16:creationId xmlns:a16="http://schemas.microsoft.com/office/drawing/2014/main" id="{99176EC0-1760-A093-3FEF-6B11B8469AF4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REDACTED_00396</a:t>
            </a:r>
          </a:p>
          <a:p>
            <a:r>
              <a:rPr lang="en-US" sz="800">
                <a:solidFill>
                  <a:srgbClr val="1A1A1A"/>
                </a:solidFill>
              </a:rPr>
              <a:t>REDACTED_00397</a:t>
            </a:r>
            <a:endParaRPr lang="en-US" sz="800"/>
          </a:p>
        </p:txBody>
      </p:sp>
      <p:grpSp>
        <p:nvGrpSpPr>
          <p:cNvPr id="243" name="Group 242"/>
          <p:cNvGrpSpPr/>
          <p:nvPr/>
        </p:nvGrpSpPr>
        <p:grpSpPr>
          <a:xfrm>
            <a:off x="9753480" y="1533603"/>
            <a:ext cx="2338444" cy="635924"/>
            <a:chOff x="10112273" y="2891968"/>
            <a:chExt cx="1924550" cy="580543"/>
          </a:xfrm>
        </p:grpSpPr>
        <p:sp>
          <p:nvSpPr>
            <p:cNvPr id="247" name="Shape 245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5" name="Text 243a"/>
            <p:cNvSpPr/>
            <p:nvPr/>
          </p:nvSpPr>
          <p:spPr>
            <a:xfrm>
              <a:off x="10884679" y="2891968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REDACTED_00159</a:t>
              </a:r>
            </a:p>
          </p:txBody>
        </p:sp>
        <p:sp>
          <p:nvSpPr>
            <p:cNvPr id="249" name="Text 247a"/>
            <p:cNvSpPr/>
            <p:nvPr/>
          </p:nvSpPr>
          <p:spPr>
            <a:xfrm>
              <a:off x="10884679" y="3026712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REDACTED_00398</a:t>
              </a:r>
            </a:p>
          </p:txBody>
        </p:sp>
        <p:sp>
          <p:nvSpPr>
            <p:cNvPr id="248" name="Shape 246"/>
            <p:cNvSpPr/>
            <p:nvPr/>
          </p:nvSpPr>
          <p:spPr>
            <a:xfrm>
              <a:off x="10198303" y="3237891"/>
              <a:ext cx="1390000" cy="64008"/>
            </a:xfrm>
            <a:prstGeom prst="rect">
              <a:avLst/>
            </a:prstGeom>
            <a:solidFill>
              <a:srgbClr val="003C23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0" name="Shape 248a"/>
            <p:cNvSpPr/>
            <p:nvPr/>
          </p:nvSpPr>
          <p:spPr>
            <a:xfrm>
              <a:off x="11588303" y="3237891"/>
              <a:ext cx="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2" name="Text 250a"/>
            <p:cNvSpPr/>
            <p:nvPr/>
          </p:nvSpPr>
          <p:spPr>
            <a:xfrm>
              <a:off x="11714268" y="3289631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003C23"/>
                  </a:solidFill>
                  <a:latin typeface="Calibri"/>
                </a:rPr>
                <a:t>REDACTED_00364</a:t>
              </a:r>
            </a:p>
          </p:txBody>
        </p:sp>
      </p:grpSp>
      <p:sp>
        <p:nvSpPr>
          <p:cNvPr id="144" name="Shape 130">
            <a:extLst>
              <a:ext uri="{FF2B5EF4-FFF2-40B4-BE49-F238E27FC236}">
                <a16:creationId xmlns:a16="http://schemas.microsoft.com/office/drawing/2014/main" id="{8DE64549-CF18-34B6-76E7-245460D00DBC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30B610D8-DB14-FD4B-0FBD-62F2D01A878C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2" name="Picture 151" descr="A black and blue logo  AI-generated content may be incorrect.">
            <a:extLst>
              <a:ext uri="{FF2B5EF4-FFF2-40B4-BE49-F238E27FC236}">
                <a16:creationId xmlns:a16="http://schemas.microsoft.com/office/drawing/2014/main" id="{E2311A0B-7B00-2F64-4401-7602AD33F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grpSp>
        <p:nvGrpSpPr>
          <p:cNvPr id="155" name="Group 154">
            <a:extLst>
              <a:ext uri="{FF2B5EF4-FFF2-40B4-BE49-F238E27FC236}">
                <a16:creationId xmlns:a16="http://schemas.microsoft.com/office/drawing/2014/main" id="{ECA10027-CCFB-E508-6E79-76DAC91389FD}"/>
              </a:ext>
            </a:extLst>
          </p:cNvPr>
          <p:cNvGrpSpPr/>
          <p:nvPr/>
        </p:nvGrpSpPr>
        <p:grpSpPr>
          <a:xfrm>
            <a:off x="12741432" y="2862398"/>
            <a:ext cx="2202781" cy="3145144"/>
            <a:chOff x="12879493" y="2623296"/>
            <a:chExt cx="2202781" cy="3145144"/>
          </a:xfrm>
        </p:grpSpPr>
        <p:sp>
          <p:nvSpPr>
            <p:cNvPr id="125" name="Text 118">
              <a:extLst>
                <a:ext uri="{FF2B5EF4-FFF2-40B4-BE49-F238E27FC236}">
                  <a16:creationId xmlns:a16="http://schemas.microsoft.com/office/drawing/2014/main" id="{09F8470D-BE05-51FD-08BA-D61038070296}"/>
                </a:ext>
              </a:extLst>
            </p:cNvPr>
            <p:cNvSpPr/>
            <p:nvPr/>
          </p:nvSpPr>
          <p:spPr>
            <a:xfrm>
              <a:off x="13481103" y="2623296"/>
              <a:ext cx="1601171" cy="1613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REDACTED_00039</a:t>
              </a:r>
              <a:endParaRPr lang="en-US" sz="650"/>
            </a:p>
          </p:txBody>
        </p:sp>
        <p:sp>
          <p:nvSpPr>
            <p:cNvPr id="126" name="Text 119">
              <a:extLst>
                <a:ext uri="{FF2B5EF4-FFF2-40B4-BE49-F238E27FC236}">
                  <a16:creationId xmlns:a16="http://schemas.microsoft.com/office/drawing/2014/main" id="{1C8DA87E-7276-0BFC-0FAA-EC7C7129D7F7}"/>
                </a:ext>
              </a:extLst>
            </p:cNvPr>
            <p:cNvSpPr/>
            <p:nvPr/>
          </p:nvSpPr>
          <p:spPr>
            <a:xfrm>
              <a:off x="13481103" y="2784643"/>
              <a:ext cx="1601171" cy="134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F6E56"/>
                  </a:solidFill>
                </a:rPr>
                <a:t>REDACTED_00187</a:t>
              </a:r>
              <a:endParaRPr lang="en-US" sz="550"/>
            </a:p>
          </p:txBody>
        </p:sp>
        <p:sp>
          <p:nvSpPr>
            <p:cNvPr id="129" name="Text 122">
              <a:extLst>
                <a:ext uri="{FF2B5EF4-FFF2-40B4-BE49-F238E27FC236}">
                  <a16:creationId xmlns:a16="http://schemas.microsoft.com/office/drawing/2014/main" id="{9F8B6E71-BCD3-9629-36B9-AB75F3C1CEFA}"/>
                </a:ext>
              </a:extLst>
            </p:cNvPr>
            <p:cNvSpPr/>
            <p:nvPr/>
          </p:nvSpPr>
          <p:spPr>
            <a:xfrm>
              <a:off x="13481103" y="3100054"/>
              <a:ext cx="1601171" cy="1613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REDACTED_00041</a:t>
              </a:r>
              <a:endParaRPr lang="en-US" sz="650"/>
            </a:p>
          </p:txBody>
        </p:sp>
        <p:sp>
          <p:nvSpPr>
            <p:cNvPr id="130" name="Text 123">
              <a:extLst>
                <a:ext uri="{FF2B5EF4-FFF2-40B4-BE49-F238E27FC236}">
                  <a16:creationId xmlns:a16="http://schemas.microsoft.com/office/drawing/2014/main" id="{34AA67DF-1A85-B4D1-EB0B-84B12321F8AF}"/>
                </a:ext>
              </a:extLst>
            </p:cNvPr>
            <p:cNvSpPr/>
            <p:nvPr/>
          </p:nvSpPr>
          <p:spPr>
            <a:xfrm>
              <a:off x="13481103" y="3261402"/>
              <a:ext cx="1601171" cy="134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F6E56"/>
                  </a:solidFill>
                </a:rPr>
                <a:t>REDACTED_00042</a:t>
              </a:r>
              <a:endParaRPr lang="en-US" sz="550"/>
            </a:p>
          </p:txBody>
        </p:sp>
        <p:sp>
          <p:nvSpPr>
            <p:cNvPr id="133" name="Text 126">
              <a:extLst>
                <a:ext uri="{FF2B5EF4-FFF2-40B4-BE49-F238E27FC236}">
                  <a16:creationId xmlns:a16="http://schemas.microsoft.com/office/drawing/2014/main" id="{00E48B5C-6B5F-4C8F-86B5-50515780FC5B}"/>
                </a:ext>
              </a:extLst>
            </p:cNvPr>
            <p:cNvSpPr/>
            <p:nvPr/>
          </p:nvSpPr>
          <p:spPr>
            <a:xfrm>
              <a:off x="13481103" y="3576813"/>
              <a:ext cx="1601171" cy="1613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REDACTED_00043</a:t>
              </a:r>
              <a:endParaRPr lang="en-US" sz="650"/>
            </a:p>
          </p:txBody>
        </p:sp>
        <p:sp>
          <p:nvSpPr>
            <p:cNvPr id="134" name="Text 127">
              <a:extLst>
                <a:ext uri="{FF2B5EF4-FFF2-40B4-BE49-F238E27FC236}">
                  <a16:creationId xmlns:a16="http://schemas.microsoft.com/office/drawing/2014/main" id="{3BA0C90C-558D-7849-FCEF-F69B62F9FB6D}"/>
                </a:ext>
              </a:extLst>
            </p:cNvPr>
            <p:cNvSpPr/>
            <p:nvPr/>
          </p:nvSpPr>
          <p:spPr>
            <a:xfrm>
              <a:off x="13481103" y="3738160"/>
              <a:ext cx="1601171" cy="134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F6E56"/>
                  </a:solidFill>
                </a:rPr>
                <a:t>REDACTED_00399</a:t>
              </a:r>
              <a:endParaRPr lang="en-US" sz="550"/>
            </a:p>
          </p:txBody>
        </p:sp>
        <p:sp>
          <p:nvSpPr>
            <p:cNvPr id="137" name="Text 130">
              <a:extLst>
                <a:ext uri="{FF2B5EF4-FFF2-40B4-BE49-F238E27FC236}">
                  <a16:creationId xmlns:a16="http://schemas.microsoft.com/office/drawing/2014/main" id="{1C84C0E3-14BD-4AB7-8FC4-305FE36B65D6}"/>
                </a:ext>
              </a:extLst>
            </p:cNvPr>
            <p:cNvSpPr/>
            <p:nvPr/>
          </p:nvSpPr>
          <p:spPr>
            <a:xfrm>
              <a:off x="13481103" y="4053572"/>
              <a:ext cx="1601171" cy="1613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REDACTED_00045</a:t>
              </a:r>
              <a:endParaRPr lang="en-US" sz="650"/>
            </a:p>
          </p:txBody>
        </p:sp>
        <p:sp>
          <p:nvSpPr>
            <p:cNvPr id="138" name="Text 131">
              <a:extLst>
                <a:ext uri="{FF2B5EF4-FFF2-40B4-BE49-F238E27FC236}">
                  <a16:creationId xmlns:a16="http://schemas.microsoft.com/office/drawing/2014/main" id="{897E3F8A-753D-D636-06F3-E87EDE22E206}"/>
                </a:ext>
              </a:extLst>
            </p:cNvPr>
            <p:cNvSpPr/>
            <p:nvPr/>
          </p:nvSpPr>
          <p:spPr>
            <a:xfrm>
              <a:off x="13481103" y="4214919"/>
              <a:ext cx="1601171" cy="134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F6E56"/>
                  </a:solidFill>
                </a:rPr>
                <a:t>REDACTED_00400</a:t>
              </a:r>
              <a:endParaRPr lang="en-US" sz="550"/>
            </a:p>
          </p:txBody>
        </p:sp>
        <p:sp>
          <p:nvSpPr>
            <p:cNvPr id="145" name="Text 134">
              <a:extLst>
                <a:ext uri="{FF2B5EF4-FFF2-40B4-BE49-F238E27FC236}">
                  <a16:creationId xmlns:a16="http://schemas.microsoft.com/office/drawing/2014/main" id="{2037CEDF-5E08-0683-716C-E162317BDDC2}"/>
                </a:ext>
              </a:extLst>
            </p:cNvPr>
            <p:cNvSpPr/>
            <p:nvPr/>
          </p:nvSpPr>
          <p:spPr>
            <a:xfrm>
              <a:off x="13481103" y="4530330"/>
              <a:ext cx="1601171" cy="1613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REDACTED_00047</a:t>
              </a:r>
              <a:endParaRPr lang="en-US" sz="650"/>
            </a:p>
          </p:txBody>
        </p:sp>
        <p:sp>
          <p:nvSpPr>
            <p:cNvPr id="146" name="Text 135">
              <a:extLst>
                <a:ext uri="{FF2B5EF4-FFF2-40B4-BE49-F238E27FC236}">
                  <a16:creationId xmlns:a16="http://schemas.microsoft.com/office/drawing/2014/main" id="{A687F0E0-DC80-5DAC-9763-7BA3793D702C}"/>
                </a:ext>
              </a:extLst>
            </p:cNvPr>
            <p:cNvSpPr/>
            <p:nvPr/>
          </p:nvSpPr>
          <p:spPr>
            <a:xfrm>
              <a:off x="13481103" y="4691678"/>
              <a:ext cx="1601171" cy="134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F6E56"/>
                  </a:solidFill>
                </a:rPr>
                <a:t>REDACTED_00401</a:t>
              </a:r>
              <a:endParaRPr lang="en-US" sz="550"/>
            </a:p>
          </p:txBody>
        </p:sp>
        <p:sp>
          <p:nvSpPr>
            <p:cNvPr id="149" name="Text 139">
              <a:extLst>
                <a:ext uri="{FF2B5EF4-FFF2-40B4-BE49-F238E27FC236}">
                  <a16:creationId xmlns:a16="http://schemas.microsoft.com/office/drawing/2014/main" id="{654C98E0-66DF-297C-73B5-B9B5BDAC2FA0}"/>
                </a:ext>
              </a:extLst>
            </p:cNvPr>
            <p:cNvSpPr/>
            <p:nvPr/>
          </p:nvSpPr>
          <p:spPr>
            <a:xfrm>
              <a:off x="13481103" y="5007089"/>
              <a:ext cx="1601171" cy="1613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REDACTED_00058</a:t>
              </a:r>
              <a:endParaRPr lang="en-US" sz="650"/>
            </a:p>
          </p:txBody>
        </p:sp>
        <p:sp>
          <p:nvSpPr>
            <p:cNvPr id="150" name="Text 140">
              <a:extLst>
                <a:ext uri="{FF2B5EF4-FFF2-40B4-BE49-F238E27FC236}">
                  <a16:creationId xmlns:a16="http://schemas.microsoft.com/office/drawing/2014/main" id="{29B8D3CF-BB2E-A710-BC14-8DD7ED963646}"/>
                </a:ext>
              </a:extLst>
            </p:cNvPr>
            <p:cNvSpPr/>
            <p:nvPr/>
          </p:nvSpPr>
          <p:spPr>
            <a:xfrm>
              <a:off x="13481103" y="5168436"/>
              <a:ext cx="1601171" cy="134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REDACTED_00402</a:t>
              </a:r>
              <a:endParaRPr lang="en-US" sz="550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0A75D15-EAA4-9777-53F6-9D404B2B5E54}"/>
                </a:ext>
              </a:extLst>
            </p:cNvPr>
            <p:cNvGrpSpPr/>
            <p:nvPr/>
          </p:nvGrpSpPr>
          <p:grpSpPr>
            <a:xfrm>
              <a:off x="12879493" y="2635132"/>
              <a:ext cx="396000" cy="3133308"/>
              <a:chOff x="9832456" y="2587031"/>
              <a:chExt cx="396000" cy="313330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7387C8B0-C06D-F1CC-6B40-188BDA5A7AA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832456" y="2597369"/>
                <a:ext cx="396000" cy="3122970"/>
                <a:chOff x="9832456" y="2597369"/>
                <a:chExt cx="396000" cy="3122970"/>
              </a:xfrm>
            </p:grpSpPr>
            <p:sp>
              <p:nvSpPr>
                <p:cNvPr id="59" name="Shape 44">
                  <a:extLst>
                    <a:ext uri="{FF2B5EF4-FFF2-40B4-BE49-F238E27FC236}">
                      <a16:creationId xmlns:a16="http://schemas.microsoft.com/office/drawing/2014/main" id="{5F27D5F6-B5AB-2FB6-D4D4-956CDFF0EE8B}"/>
                    </a:ext>
                  </a:extLst>
                </p:cNvPr>
                <p:cNvSpPr/>
                <p:nvPr/>
              </p:nvSpPr>
              <p:spPr>
                <a:xfrm>
                  <a:off x="10003781" y="2755723"/>
                  <a:ext cx="48039" cy="2807480"/>
                </a:xfrm>
                <a:prstGeom prst="roundRect">
                  <a:avLst>
                    <a:gd name="adj" fmla="val 44444"/>
                  </a:avLst>
                </a:prstGeom>
                <a:solidFill>
                  <a:srgbClr val="B4D4C4"/>
                </a:solidFill>
                <a:ln w="12700">
                  <a:solidFill>
                    <a:srgbClr val="B4D4C4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0" name="Shape 45">
                  <a:extLst>
                    <a:ext uri="{FF2B5EF4-FFF2-40B4-BE49-F238E27FC236}">
                      <a16:creationId xmlns:a16="http://schemas.microsoft.com/office/drawing/2014/main" id="{28605292-1AC0-C9BE-023B-8D06F7F66AEC}"/>
                    </a:ext>
                  </a:extLst>
                </p:cNvPr>
                <p:cNvSpPr/>
                <p:nvPr/>
              </p:nvSpPr>
              <p:spPr>
                <a:xfrm>
                  <a:off x="10003781" y="2762321"/>
                  <a:ext cx="48039" cy="2339566"/>
                </a:xfrm>
                <a:prstGeom prst="roundRect">
                  <a:avLst>
                    <a:gd name="adj" fmla="val 44444"/>
                  </a:avLst>
                </a:prstGeom>
                <a:solidFill>
                  <a:srgbClr val="1D9E75"/>
                </a:solidFill>
                <a:ln w="12700">
                  <a:solidFill>
                    <a:srgbClr val="1D9E75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1" name="Shape 46">
                  <a:extLst>
                    <a:ext uri="{FF2B5EF4-FFF2-40B4-BE49-F238E27FC236}">
                      <a16:creationId xmlns:a16="http://schemas.microsoft.com/office/drawing/2014/main" id="{BA07DB6A-0368-EC81-0187-081E60D9BEE7}"/>
                    </a:ext>
                  </a:extLst>
                </p:cNvPr>
                <p:cNvSpPr/>
                <p:nvPr/>
              </p:nvSpPr>
              <p:spPr>
                <a:xfrm>
                  <a:off x="9869400" y="2597369"/>
                  <a:ext cx="315490" cy="315490"/>
                </a:xfrm>
                <a:prstGeom prst="ellipse">
                  <a:avLst/>
                </a:prstGeom>
                <a:solidFill>
                  <a:srgbClr val="1D9E75"/>
                </a:solidFill>
                <a:ln w="9525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2" name="Shape 50">
                  <a:extLst>
                    <a:ext uri="{FF2B5EF4-FFF2-40B4-BE49-F238E27FC236}">
                      <a16:creationId xmlns:a16="http://schemas.microsoft.com/office/drawing/2014/main" id="{F07CA7BE-A983-6335-80B0-95412BE9286A}"/>
                    </a:ext>
                  </a:extLst>
                </p:cNvPr>
                <p:cNvSpPr/>
                <p:nvPr/>
              </p:nvSpPr>
              <p:spPr>
                <a:xfrm>
                  <a:off x="9869400" y="3065282"/>
                  <a:ext cx="315490" cy="315490"/>
                </a:xfrm>
                <a:prstGeom prst="ellipse">
                  <a:avLst/>
                </a:prstGeom>
                <a:solidFill>
                  <a:srgbClr val="1D9E75"/>
                </a:solidFill>
                <a:ln w="9525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3" name="Shape 54">
                  <a:extLst>
                    <a:ext uri="{FF2B5EF4-FFF2-40B4-BE49-F238E27FC236}">
                      <a16:creationId xmlns:a16="http://schemas.microsoft.com/office/drawing/2014/main" id="{82DA6606-F4E2-EF4A-A48E-5D596836E785}"/>
                    </a:ext>
                  </a:extLst>
                </p:cNvPr>
                <p:cNvSpPr/>
                <p:nvPr/>
              </p:nvSpPr>
              <p:spPr>
                <a:xfrm>
                  <a:off x="9869400" y="3533196"/>
                  <a:ext cx="315490" cy="315490"/>
                </a:xfrm>
                <a:prstGeom prst="ellipse">
                  <a:avLst/>
                </a:prstGeom>
                <a:solidFill>
                  <a:srgbClr val="1D9E75"/>
                </a:solidFill>
                <a:ln w="9525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4" name="Shape 58">
                  <a:extLst>
                    <a:ext uri="{FF2B5EF4-FFF2-40B4-BE49-F238E27FC236}">
                      <a16:creationId xmlns:a16="http://schemas.microsoft.com/office/drawing/2014/main" id="{9F6D85D9-F7B2-9846-5735-06FBB17F5076}"/>
                    </a:ext>
                  </a:extLst>
                </p:cNvPr>
                <p:cNvSpPr/>
                <p:nvPr/>
              </p:nvSpPr>
              <p:spPr>
                <a:xfrm>
                  <a:off x="9869400" y="4001861"/>
                  <a:ext cx="315490" cy="315490"/>
                </a:xfrm>
                <a:prstGeom prst="ellipse">
                  <a:avLst/>
                </a:prstGeom>
                <a:solidFill>
                  <a:srgbClr val="1D9E75"/>
                </a:solidFill>
                <a:ln w="9525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5" name="Shape 62">
                  <a:extLst>
                    <a:ext uri="{FF2B5EF4-FFF2-40B4-BE49-F238E27FC236}">
                      <a16:creationId xmlns:a16="http://schemas.microsoft.com/office/drawing/2014/main" id="{82D43A6A-F43D-58A4-D804-C3062822061E}"/>
                    </a:ext>
                  </a:extLst>
                </p:cNvPr>
                <p:cNvSpPr/>
                <p:nvPr/>
              </p:nvSpPr>
              <p:spPr>
                <a:xfrm>
                  <a:off x="9870108" y="4461102"/>
                  <a:ext cx="316800" cy="316800"/>
                </a:xfrm>
                <a:prstGeom prst="ellipse">
                  <a:avLst/>
                </a:prstGeom>
                <a:solidFill>
                  <a:srgbClr val="1D9E75"/>
                </a:solidFill>
                <a:ln w="9525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6" name="Shape 67">
                  <a:extLst>
                    <a:ext uri="{FF2B5EF4-FFF2-40B4-BE49-F238E27FC236}">
                      <a16:creationId xmlns:a16="http://schemas.microsoft.com/office/drawing/2014/main" id="{A9CBF3C0-85DE-C409-B3D5-18E68DB192E4}"/>
                    </a:ext>
                  </a:extLst>
                </p:cNvPr>
                <p:cNvSpPr/>
                <p:nvPr/>
              </p:nvSpPr>
              <p:spPr>
                <a:xfrm>
                  <a:off x="9832456" y="4909227"/>
                  <a:ext cx="396000" cy="396000"/>
                </a:xfrm>
                <a:prstGeom prst="ellipse">
                  <a:avLst/>
                </a:prstGeom>
                <a:solidFill>
                  <a:srgbClr val="0F6E56"/>
                </a:solidFill>
                <a:ln w="19050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7" name="Shape 71">
                  <a:extLst>
                    <a:ext uri="{FF2B5EF4-FFF2-40B4-BE49-F238E27FC236}">
                      <a16:creationId xmlns:a16="http://schemas.microsoft.com/office/drawing/2014/main" id="{8E81D6E6-C152-89BE-1593-D37AAA754797}"/>
                    </a:ext>
                  </a:extLst>
                </p:cNvPr>
                <p:cNvSpPr/>
                <p:nvPr/>
              </p:nvSpPr>
              <p:spPr>
                <a:xfrm>
                  <a:off x="9869400" y="5404849"/>
                  <a:ext cx="315490" cy="315490"/>
                </a:xfrm>
                <a:prstGeom prst="ellipse">
                  <a:avLst/>
                </a:prstGeom>
                <a:solidFill>
                  <a:srgbClr val="1D9E75"/>
                </a:solidFill>
                <a:ln w="9525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6BEECA2-A0E3-0576-F469-ED5C1366DD7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877906" y="2587031"/>
                <a:ext cx="298910" cy="3124187"/>
                <a:chOff x="9313519" y="2630359"/>
                <a:chExt cx="298910" cy="3124187"/>
              </a:xfrm>
            </p:grpSpPr>
            <p:sp>
              <p:nvSpPr>
                <p:cNvPr id="52" name="Text 47">
                  <a:extLst>
                    <a:ext uri="{FF2B5EF4-FFF2-40B4-BE49-F238E27FC236}">
                      <a16:creationId xmlns:a16="http://schemas.microsoft.com/office/drawing/2014/main" id="{76847614-1219-766A-BA2C-3176A1EA3E80}"/>
                    </a:ext>
                  </a:extLst>
                </p:cNvPr>
                <p:cNvSpPr/>
                <p:nvPr/>
              </p:nvSpPr>
              <p:spPr>
                <a:xfrm>
                  <a:off x="9334870" y="2630359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FFFFFF"/>
                      </a:solidFill>
                    </a:rPr>
                    <a:t>REDACTED_00051</a:t>
                  </a:r>
                  <a:endParaRPr lang="en-US" sz="650"/>
                </a:p>
              </p:txBody>
            </p:sp>
            <p:sp>
              <p:nvSpPr>
                <p:cNvPr id="53" name="Text 51">
                  <a:extLst>
                    <a:ext uri="{FF2B5EF4-FFF2-40B4-BE49-F238E27FC236}">
                      <a16:creationId xmlns:a16="http://schemas.microsoft.com/office/drawing/2014/main" id="{68E28F4C-20C0-59F7-E186-C7025C225874}"/>
                    </a:ext>
                  </a:extLst>
                </p:cNvPr>
                <p:cNvSpPr/>
                <p:nvPr/>
              </p:nvSpPr>
              <p:spPr>
                <a:xfrm>
                  <a:off x="9334870" y="3098272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FFFFFF"/>
                      </a:solidFill>
                    </a:rPr>
                    <a:t>REDACTED_00052</a:t>
                  </a:r>
                  <a:endParaRPr lang="en-US" sz="650"/>
                </a:p>
              </p:txBody>
            </p:sp>
            <p:sp>
              <p:nvSpPr>
                <p:cNvPr id="54" name="Text 55">
                  <a:extLst>
                    <a:ext uri="{FF2B5EF4-FFF2-40B4-BE49-F238E27FC236}">
                      <a16:creationId xmlns:a16="http://schemas.microsoft.com/office/drawing/2014/main" id="{EAF5E385-4864-CE85-400B-BD777C403972}"/>
                    </a:ext>
                  </a:extLst>
                </p:cNvPr>
                <p:cNvSpPr/>
                <p:nvPr/>
              </p:nvSpPr>
              <p:spPr>
                <a:xfrm>
                  <a:off x="9334870" y="3566186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FFFFFF"/>
                      </a:solidFill>
                    </a:rPr>
                    <a:t>REDACTED_00053</a:t>
                  </a:r>
                  <a:endParaRPr lang="en-US" sz="650"/>
                </a:p>
              </p:txBody>
            </p:sp>
            <p:sp>
              <p:nvSpPr>
                <p:cNvPr id="55" name="Text 59">
                  <a:extLst>
                    <a:ext uri="{FF2B5EF4-FFF2-40B4-BE49-F238E27FC236}">
                      <a16:creationId xmlns:a16="http://schemas.microsoft.com/office/drawing/2014/main" id="{0CD40B0C-309B-F4D7-3FD6-C48DA84CAEC8}"/>
                    </a:ext>
                  </a:extLst>
                </p:cNvPr>
                <p:cNvSpPr/>
                <p:nvPr/>
              </p:nvSpPr>
              <p:spPr>
                <a:xfrm>
                  <a:off x="9334870" y="4034099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FFFFFF"/>
                      </a:solidFill>
                    </a:rPr>
                    <a:t>REDACTED_00054</a:t>
                  </a:r>
                  <a:endParaRPr lang="en-US" sz="650"/>
                </a:p>
              </p:txBody>
            </p:sp>
            <p:sp>
              <p:nvSpPr>
                <p:cNvPr id="56" name="Text 63">
                  <a:extLst>
                    <a:ext uri="{FF2B5EF4-FFF2-40B4-BE49-F238E27FC236}">
                      <a16:creationId xmlns:a16="http://schemas.microsoft.com/office/drawing/2014/main" id="{196E387B-31C8-FE3A-1103-0BB46036180D}"/>
                    </a:ext>
                  </a:extLst>
                </p:cNvPr>
                <p:cNvSpPr/>
                <p:nvPr/>
              </p:nvSpPr>
              <p:spPr>
                <a:xfrm>
                  <a:off x="9313519" y="4475620"/>
                  <a:ext cx="298910" cy="3694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50" b="1">
                      <a:solidFill>
                        <a:srgbClr val="FFFFFF"/>
                      </a:solidFill>
                    </a:rPr>
                    <a:t>REDACTED_00055</a:t>
                  </a:r>
                  <a:endParaRPr lang="en-US" sz="750"/>
                </a:p>
              </p:txBody>
            </p:sp>
            <p:sp>
              <p:nvSpPr>
                <p:cNvPr id="57" name="Text 68">
                  <a:extLst>
                    <a:ext uri="{FF2B5EF4-FFF2-40B4-BE49-F238E27FC236}">
                      <a16:creationId xmlns:a16="http://schemas.microsoft.com/office/drawing/2014/main" id="{52A13682-F3D5-311E-9F9B-5B40F4316550}"/>
                    </a:ext>
                  </a:extLst>
                </p:cNvPr>
                <p:cNvSpPr/>
                <p:nvPr/>
              </p:nvSpPr>
              <p:spPr>
                <a:xfrm>
                  <a:off x="9334870" y="4969924"/>
                  <a:ext cx="256208" cy="3240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chemeClr val="bg1"/>
                      </a:solidFill>
                    </a:rPr>
                    <a:t>REDACTED_00056</a:t>
                  </a:r>
                  <a:endParaRPr lang="en-US" sz="6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8" name="Text 72">
                  <a:extLst>
                    <a:ext uri="{FF2B5EF4-FFF2-40B4-BE49-F238E27FC236}">
                      <a16:creationId xmlns:a16="http://schemas.microsoft.com/office/drawing/2014/main" id="{F2CAE0A8-A8A1-63D7-5B49-5D80A090D19F}"/>
                    </a:ext>
                  </a:extLst>
                </p:cNvPr>
                <p:cNvSpPr/>
                <p:nvPr/>
              </p:nvSpPr>
              <p:spPr>
                <a:xfrm>
                  <a:off x="9334870" y="5437839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5F5E5A"/>
                      </a:solidFill>
                    </a:rPr>
                    <a:t>REDACTED_00057</a:t>
                  </a:r>
                  <a:endParaRPr lang="en-US" sz="650"/>
                </a:p>
              </p:txBody>
            </p:sp>
          </p:grpSp>
        </p:grpSp>
      </p:grpSp>
      <p:sp>
        <p:nvSpPr>
          <p:cNvPr id="157" name="Text 211a">
            <a:extLst>
              <a:ext uri="{FF2B5EF4-FFF2-40B4-BE49-F238E27FC236}">
                <a16:creationId xmlns:a16="http://schemas.microsoft.com/office/drawing/2014/main" id="{0E64CEF3-9B04-268C-6624-1A7FE0D01F2F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59" name="Text 213a">
            <a:extLst>
              <a:ext uri="{FF2B5EF4-FFF2-40B4-BE49-F238E27FC236}">
                <a16:creationId xmlns:a16="http://schemas.microsoft.com/office/drawing/2014/main" id="{AEDC9737-CCC9-D65A-8F4F-4CE7B6D30982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1" name="Text 218a">
            <a:extLst>
              <a:ext uri="{FF2B5EF4-FFF2-40B4-BE49-F238E27FC236}">
                <a16:creationId xmlns:a16="http://schemas.microsoft.com/office/drawing/2014/main" id="{CC1D3C9C-0D25-2F4C-E3B6-5D61757DAA89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3" name="Shape 229">
            <a:extLst>
              <a:ext uri="{FF2B5EF4-FFF2-40B4-BE49-F238E27FC236}">
                <a16:creationId xmlns:a16="http://schemas.microsoft.com/office/drawing/2014/main" id="{510CAF81-1501-013E-3976-765A59A6BFD1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REDACTED_00403</a:t>
            </a: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B9E7F632-DE64-5FAC-B7D0-24B4927A0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651" y="6208978"/>
            <a:ext cx="1852551" cy="814115"/>
          </a:xfrm>
          <a:prstGeom prst="rect">
            <a:avLst/>
          </a:prstGeom>
          <a:noFill/>
        </p:spPr>
      </p:pic>
      <p:sp>
        <p:nvSpPr>
          <p:cNvPr id="174" name="Shape 10">
            <a:extLst>
              <a:ext uri="{FF2B5EF4-FFF2-40B4-BE49-F238E27FC236}">
                <a16:creationId xmlns:a16="http://schemas.microsoft.com/office/drawing/2014/main" id="{951618AD-97B4-3ECD-5F2C-BBC167C47C32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7" name="Text 31">
            <a:extLst>
              <a:ext uri="{FF2B5EF4-FFF2-40B4-BE49-F238E27FC236}">
                <a16:creationId xmlns:a16="http://schemas.microsoft.com/office/drawing/2014/main" id="{230D09CB-B76D-E0BA-8249-C657AD087202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79" name="Shape 32">
            <a:extLst>
              <a:ext uri="{FF2B5EF4-FFF2-40B4-BE49-F238E27FC236}">
                <a16:creationId xmlns:a16="http://schemas.microsoft.com/office/drawing/2014/main" id="{6663E2C8-4D56-6374-9337-AE56916C068F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1" name="Text 33">
            <a:extLst>
              <a:ext uri="{FF2B5EF4-FFF2-40B4-BE49-F238E27FC236}">
                <a16:creationId xmlns:a16="http://schemas.microsoft.com/office/drawing/2014/main" id="{620ACDE2-9EE9-3B43-10DE-AA0E0F35DF06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REDACTED_00404</a:t>
            </a:r>
          </a:p>
          <a:p>
            <a:pPr marL="0" indent="0">
              <a:buNone/>
            </a:pPr>
            <a:endParaRPr lang="en-US" sz="800"/>
          </a:p>
        </p:txBody>
      </p:sp>
      <p:sp>
        <p:nvSpPr>
          <p:cNvPr id="183" name="Text 33">
            <a:extLst>
              <a:ext uri="{FF2B5EF4-FFF2-40B4-BE49-F238E27FC236}">
                <a16:creationId xmlns:a16="http://schemas.microsoft.com/office/drawing/2014/main" id="{3C8BEA94-15EE-4D70-74D2-81511A10E8F9}"/>
              </a:ext>
            </a:extLst>
          </p:cNvPr>
          <p:cNvSpPr/>
          <p:nvPr/>
        </p:nvSpPr>
        <p:spPr>
          <a:xfrm>
            <a:off x="180001" y="24828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REDACTED_00405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REDACTED_00406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REDACTED_00407</a:t>
            </a:r>
            <a:endParaRPr lang="en-US" sz="800"/>
          </a:p>
        </p:txBody>
      </p:sp>
      <p:sp>
        <p:nvSpPr>
          <p:cNvPr id="185" name="Text 31">
            <a:extLst>
              <a:ext uri="{FF2B5EF4-FFF2-40B4-BE49-F238E27FC236}">
                <a16:creationId xmlns:a16="http://schemas.microsoft.com/office/drawing/2014/main" id="{6F2CE808-7DAA-DCCD-AB55-1928CA240815}"/>
              </a:ext>
            </a:extLst>
          </p:cNvPr>
          <p:cNvSpPr/>
          <p:nvPr/>
        </p:nvSpPr>
        <p:spPr>
          <a:xfrm>
            <a:off x="180000" y="23155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87" name="Shape 32">
            <a:extLst>
              <a:ext uri="{FF2B5EF4-FFF2-40B4-BE49-F238E27FC236}">
                <a16:creationId xmlns:a16="http://schemas.microsoft.com/office/drawing/2014/main" id="{535FFEE0-8222-74C9-6569-4EE4A469800A}"/>
              </a:ext>
            </a:extLst>
          </p:cNvPr>
          <p:cNvSpPr/>
          <p:nvPr/>
        </p:nvSpPr>
        <p:spPr>
          <a:xfrm>
            <a:off x="144000" y="24344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9" name="Shape 10">
            <a:extLst>
              <a:ext uri="{FF2B5EF4-FFF2-40B4-BE49-F238E27FC236}">
                <a16:creationId xmlns:a16="http://schemas.microsoft.com/office/drawing/2014/main" id="{3E9958CC-991B-ADCA-8EF7-ECA06345ACA0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3" name="Shape 16">
            <a:extLst>
              <a:ext uri="{FF2B5EF4-FFF2-40B4-BE49-F238E27FC236}">
                <a16:creationId xmlns:a16="http://schemas.microsoft.com/office/drawing/2014/main" id="{FA9B89F3-C65D-A998-3169-F5512702878F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195" name="Shape 16">
            <a:extLst>
              <a:ext uri="{FF2B5EF4-FFF2-40B4-BE49-F238E27FC236}">
                <a16:creationId xmlns:a16="http://schemas.microsoft.com/office/drawing/2014/main" id="{76D38138-1177-4CB9-27E2-DFA7D1C1D26B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REDACTED_00408</a:t>
            </a:r>
          </a:p>
        </p:txBody>
      </p:sp>
      <p:sp>
        <p:nvSpPr>
          <p:cNvPr id="197" name="Shape 16">
            <a:extLst>
              <a:ext uri="{FF2B5EF4-FFF2-40B4-BE49-F238E27FC236}">
                <a16:creationId xmlns:a16="http://schemas.microsoft.com/office/drawing/2014/main" id="{83C5D6AE-2443-A04D-103E-7EF3508E4597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REDACTED_00379</a:t>
            </a:r>
          </a:p>
        </p:txBody>
      </p:sp>
      <p:sp>
        <p:nvSpPr>
          <p:cNvPr id="199" name="Shape 16">
            <a:extLst>
              <a:ext uri="{FF2B5EF4-FFF2-40B4-BE49-F238E27FC236}">
                <a16:creationId xmlns:a16="http://schemas.microsoft.com/office/drawing/2014/main" id="{149F105C-B3F5-9959-7E68-1D9C3C0A9AFF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bg2"/>
                </a:solidFill>
              </a:rPr>
              <a:t>REDACTED_00409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F2467873-AC69-20CF-8FAE-D6C8D5C51CD7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REDACTED_00078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17C67B64-1E19-A7A1-688C-AA9695948D2B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REDACTED_00079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CCCD75CC-BA18-519C-9569-D9D73390FF65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REDACTED_00080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22DFAC04-8471-7971-A4B1-6040A221D6D4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REDACTED_00081</a:t>
            </a:r>
          </a:p>
        </p:txBody>
      </p: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F2A15608-6D4B-7427-2DDA-9F297946DE4B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23" name="Shape 37">
              <a:extLst>
                <a:ext uri="{FF2B5EF4-FFF2-40B4-BE49-F238E27FC236}">
                  <a16:creationId xmlns:a16="http://schemas.microsoft.com/office/drawing/2014/main" id="{FCC164DB-D924-B598-14BC-64722661A57E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4" name="Shape 38">
              <a:extLst>
                <a:ext uri="{FF2B5EF4-FFF2-40B4-BE49-F238E27FC236}">
                  <a16:creationId xmlns:a16="http://schemas.microsoft.com/office/drawing/2014/main" id="{24B09F24-A140-9F47-BE25-9A3C9851A3B6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5" name="Text 39">
              <a:extLst>
                <a:ext uri="{FF2B5EF4-FFF2-40B4-BE49-F238E27FC236}">
                  <a16:creationId xmlns:a16="http://schemas.microsoft.com/office/drawing/2014/main" id="{3EA7C53C-FE11-E0DE-3EC2-4CDD2233D63D}"/>
                </a:ext>
              </a:extLst>
            </p:cNvPr>
            <p:cNvSpPr/>
            <p:nvPr/>
          </p:nvSpPr>
          <p:spPr>
            <a:xfrm>
              <a:off x="4044558" y="1704593"/>
              <a:ext cx="7505466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REDACTED_00410</a:t>
              </a: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213F6A8E-9CF0-CC92-9544-9DBE7A3856E4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27" name="Shape 37">
              <a:extLst>
                <a:ext uri="{FF2B5EF4-FFF2-40B4-BE49-F238E27FC236}">
                  <a16:creationId xmlns:a16="http://schemas.microsoft.com/office/drawing/2014/main" id="{377B871F-84D7-8410-D1A5-63820FEF7716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8" name="Shape 38">
              <a:extLst>
                <a:ext uri="{FF2B5EF4-FFF2-40B4-BE49-F238E27FC236}">
                  <a16:creationId xmlns:a16="http://schemas.microsoft.com/office/drawing/2014/main" id="{E5C823C9-BE72-1914-09A9-88D1CE6843F1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9" name="Text 39">
              <a:extLst>
                <a:ext uri="{FF2B5EF4-FFF2-40B4-BE49-F238E27FC236}">
                  <a16:creationId xmlns:a16="http://schemas.microsoft.com/office/drawing/2014/main" id="{F927AF1B-CBE7-421B-046A-39A13091DDDD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REDACTED_00411</a:t>
              </a:r>
              <a:endParaRPr lang="en-US" sz="800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9812745D-A66A-783A-4AA8-9CB7CC32DDD1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31" name="Shape 37">
              <a:extLst>
                <a:ext uri="{FF2B5EF4-FFF2-40B4-BE49-F238E27FC236}">
                  <a16:creationId xmlns:a16="http://schemas.microsoft.com/office/drawing/2014/main" id="{CA6C39B3-A033-4A71-D5EE-629B123F1556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2" name="Shape 38">
              <a:extLst>
                <a:ext uri="{FF2B5EF4-FFF2-40B4-BE49-F238E27FC236}">
                  <a16:creationId xmlns:a16="http://schemas.microsoft.com/office/drawing/2014/main" id="{30C0645D-C4B3-EEEE-8857-45399C3CCE19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Text 39">
              <a:extLst>
                <a:ext uri="{FF2B5EF4-FFF2-40B4-BE49-F238E27FC236}">
                  <a16:creationId xmlns:a16="http://schemas.microsoft.com/office/drawing/2014/main" id="{EFA8F352-A235-9841-1B54-915D8CB9648D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REDACTED_00412</a:t>
              </a:r>
              <a:endParaRPr lang="en-US" sz="800"/>
            </a:p>
          </p:txBody>
        </p:sp>
      </p:grpSp>
      <p:sp>
        <p:nvSpPr>
          <p:cNvPr id="234" name="Shape 229">
            <a:extLst>
              <a:ext uri="{FF2B5EF4-FFF2-40B4-BE49-F238E27FC236}">
                <a16:creationId xmlns:a16="http://schemas.microsoft.com/office/drawing/2014/main" id="{E9F11EF7-69EC-56EC-97B0-3B8448AE615E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REDACTED_00082</a:t>
            </a:r>
          </a:p>
        </p:txBody>
      </p:sp>
      <p:sp>
        <p:nvSpPr>
          <p:cNvPr id="236" name="Shape 46">
            <a:extLst>
              <a:ext uri="{FF2B5EF4-FFF2-40B4-BE49-F238E27FC236}">
                <a16:creationId xmlns:a16="http://schemas.microsoft.com/office/drawing/2014/main" id="{FF00B21D-0F92-65A2-6D80-66CAC1400ED6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8AF8BE74-7D2B-6C4D-35C5-750AB470862C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267" name="Text 35">
            <a:extLst>
              <a:ext uri="{FF2B5EF4-FFF2-40B4-BE49-F238E27FC236}">
                <a16:creationId xmlns:a16="http://schemas.microsoft.com/office/drawing/2014/main" id="{B95FC016-6781-C6B2-60A4-981B3296DB9C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69" name="Shape 36">
            <a:extLst>
              <a:ext uri="{FF2B5EF4-FFF2-40B4-BE49-F238E27FC236}">
                <a16:creationId xmlns:a16="http://schemas.microsoft.com/office/drawing/2014/main" id="{C5F740C4-1487-A6DC-4C72-0E063E36A82D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1" name="Shape 36">
            <a:extLst>
              <a:ext uri="{FF2B5EF4-FFF2-40B4-BE49-F238E27FC236}">
                <a16:creationId xmlns:a16="http://schemas.microsoft.com/office/drawing/2014/main" id="{F174F5D8-B854-648C-9854-4095977B795D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3" name="Text 35">
            <a:extLst>
              <a:ext uri="{FF2B5EF4-FFF2-40B4-BE49-F238E27FC236}">
                <a16:creationId xmlns:a16="http://schemas.microsoft.com/office/drawing/2014/main" id="{BFDE0DBD-1790-D860-C1E4-06205E08AEFE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pic>
        <p:nvPicPr>
          <p:cNvPr id="277" name="Graphic 276" descr="Door Closed with solid fill">
            <a:extLst>
              <a:ext uri="{FF2B5EF4-FFF2-40B4-BE49-F238E27FC236}">
                <a16:creationId xmlns:a16="http://schemas.microsoft.com/office/drawing/2014/main" id="{C0163EB1-3E05-B825-DE8E-174AD5C49F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20670" y="118147"/>
            <a:ext cx="288000" cy="288000"/>
          </a:xfrm>
          <a:prstGeom prst="rect">
            <a:avLst/>
          </a:prstGeom>
        </p:spPr>
      </p:pic>
      <p:sp>
        <p:nvSpPr>
          <p:cNvPr id="279" name="Text 17">
            <a:extLst>
              <a:ext uri="{FF2B5EF4-FFF2-40B4-BE49-F238E27FC236}">
                <a16:creationId xmlns:a16="http://schemas.microsoft.com/office/drawing/2014/main" id="{EEC7B2D1-6027-6CFA-7022-77B612FF72D7}"/>
              </a:ext>
            </a:extLst>
          </p:cNvPr>
          <p:cNvSpPr/>
          <p:nvPr/>
        </p:nvSpPr>
        <p:spPr>
          <a:xfrm>
            <a:off x="10953236" y="153737"/>
            <a:ext cx="1008275" cy="2215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chemeClr val="bg2"/>
                </a:solidFill>
              </a:rPr>
              <a:t>REDACTED_00013</a:t>
            </a:r>
            <a:endParaRPr lang="en-US" sz="850">
              <a:solidFill>
                <a:schemeClr val="bg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900012-2300-F53B-61D2-73A8D80BAC2B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>
                <a:solidFill>
                  <a:srgbClr val="003C23"/>
                </a:solidFill>
              </a:rPr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REDACTED_00413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REDACTED_00414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REDACTED_00415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B22333-DC29-C96C-1D41-1355F49F1839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REDACTED_00416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REDACTED_00417</a:t>
            </a:r>
            <a:r>
              <a:rPr lang="en-US" sz="800" err="1">
                <a:solidFill>
                  <a:srgbClr val="444444"/>
                </a:solidFill>
                <a:latin typeface="Calibri" panose="020F0502020204030204"/>
              </a:rPr>
              <a:t>REDACTED_00099</a:t>
            </a: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REDACTED_00418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REDACTED_00419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REDACTED_00420</a:t>
            </a:r>
            <a:r>
              <a:rPr lang="en-US" sz="800" err="1">
                <a:solidFill>
                  <a:srgbClr val="444444"/>
                </a:solidFill>
                <a:latin typeface="Calibri" panose="020F0502020204030204"/>
              </a:rPr>
              <a:t>REDACTED_00421</a:t>
            </a: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REDACTED_00422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BD36F0DC-263D-77AD-E26A-13C55872A9DB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35">
            <a:extLst>
              <a:ext uri="{FF2B5EF4-FFF2-40B4-BE49-F238E27FC236}">
                <a16:creationId xmlns:a16="http://schemas.microsoft.com/office/drawing/2014/main" id="{31B07666-3200-7B59-D448-7DAF2E43C695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5" name="Shape 36">
            <a:extLst>
              <a:ext uri="{FF2B5EF4-FFF2-40B4-BE49-F238E27FC236}">
                <a16:creationId xmlns:a16="http://schemas.microsoft.com/office/drawing/2014/main" id="{B098CBA5-ACAC-FECF-1286-0FA9AFAA8DE2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5">
            <a:extLst>
              <a:ext uri="{FF2B5EF4-FFF2-40B4-BE49-F238E27FC236}">
                <a16:creationId xmlns:a16="http://schemas.microsoft.com/office/drawing/2014/main" id="{8DCF0003-6035-D946-047D-B20024D2594A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9" name="Shape 36">
            <a:extLst>
              <a:ext uri="{FF2B5EF4-FFF2-40B4-BE49-F238E27FC236}">
                <a16:creationId xmlns:a16="http://schemas.microsoft.com/office/drawing/2014/main" id="{2BC973B7-3F19-B4DC-E895-36571B8FE99C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1077C58-DEAC-E092-FCB4-CE2FD9F5B1F6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11" name="PersonIcon">
              <a:extLst>
                <a:ext uri="{FF2B5EF4-FFF2-40B4-BE49-F238E27FC236}">
                  <a16:creationId xmlns:a16="http://schemas.microsoft.com/office/drawing/2014/main" id="{5798B610-C96C-03EE-81FC-04A731E0D843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 107">
              <a:extLst>
                <a:ext uri="{FF2B5EF4-FFF2-40B4-BE49-F238E27FC236}">
                  <a16:creationId xmlns:a16="http://schemas.microsoft.com/office/drawing/2014/main" id="{ACB0C582-4556-0266-2FC9-F7050A42254C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3" name="Text 108">
              <a:extLst>
                <a:ext uri="{FF2B5EF4-FFF2-40B4-BE49-F238E27FC236}">
                  <a16:creationId xmlns:a16="http://schemas.microsoft.com/office/drawing/2014/main" id="{88D57DB8-B2F6-3FD4-3730-DBF09A18560D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REDACTED_00004</a:t>
              </a:r>
              <a:endParaRPr lang="en-US" sz="80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C8BB948-29D8-17C9-B05E-90CB9010E9F4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15" name="BuildingIcon">
              <a:extLst>
                <a:ext uri="{FF2B5EF4-FFF2-40B4-BE49-F238E27FC236}">
                  <a16:creationId xmlns:a16="http://schemas.microsoft.com/office/drawing/2014/main" id="{62093FD8-65E7-BA1F-0799-53F5322D66F4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 109">
              <a:extLst>
                <a:ext uri="{FF2B5EF4-FFF2-40B4-BE49-F238E27FC236}">
                  <a16:creationId xmlns:a16="http://schemas.microsoft.com/office/drawing/2014/main" id="{16A84862-1A1C-1FC6-7028-5D367DCCB99C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7" name="Text 110">
              <a:extLst>
                <a:ext uri="{FF2B5EF4-FFF2-40B4-BE49-F238E27FC236}">
                  <a16:creationId xmlns:a16="http://schemas.microsoft.com/office/drawing/2014/main" id="{13557FCF-635F-2804-F97D-DC0F199A324C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REDACTED_00006</a:t>
              </a:r>
              <a:endParaRPr lang="en-US" sz="8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E863667-27A3-189D-D06D-36D8FE2B2F51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19" name="GradCapIcon">
              <a:extLst>
                <a:ext uri="{FF2B5EF4-FFF2-40B4-BE49-F238E27FC236}">
                  <a16:creationId xmlns:a16="http://schemas.microsoft.com/office/drawing/2014/main" id="{F0444321-93E0-FDE4-4304-D950FEF06DBA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 111">
              <a:extLst>
                <a:ext uri="{FF2B5EF4-FFF2-40B4-BE49-F238E27FC236}">
                  <a16:creationId xmlns:a16="http://schemas.microsoft.com/office/drawing/2014/main" id="{30192D1F-7614-09B4-8A26-1689BF1A4F66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21" name="Text 112">
              <a:extLst>
                <a:ext uri="{FF2B5EF4-FFF2-40B4-BE49-F238E27FC236}">
                  <a16:creationId xmlns:a16="http://schemas.microsoft.com/office/drawing/2014/main" id="{9F873962-807A-E5AB-8868-098E305EDE1A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REDACTED_00008</a:t>
              </a:r>
              <a:endParaRPr lang="en-US" sz="80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E59A309-BFA7-E0F7-9EBE-9B611A451B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FDE37B98-B00C-0569-5391-26D5F114140F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003C23"/>
                </a:solidFill>
              </a:rPr>
              <a:t>REDACTED_00038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89">
            <a:extLst>
              <a:ext uri="{FF2B5EF4-FFF2-40B4-BE49-F238E27FC236}">
                <a16:creationId xmlns:a16="http://schemas.microsoft.com/office/drawing/2014/main" id="{A0D1B479-7194-24C2-C195-4A454E5BB87C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8786" b="-8786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E14984B5-A540-94A7-7107-0D1A2DCFEF9C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1" name="Shape 46">
            <a:extLst>
              <a:ext uri="{FF2B5EF4-FFF2-40B4-BE49-F238E27FC236}">
                <a16:creationId xmlns:a16="http://schemas.microsoft.com/office/drawing/2014/main" id="{DA260DF4-30B6-F2D5-47CE-1B95CBF19A5A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0" name="Shape 46">
            <a:extLst>
              <a:ext uri="{FF2B5EF4-FFF2-40B4-BE49-F238E27FC236}">
                <a16:creationId xmlns:a16="http://schemas.microsoft.com/office/drawing/2014/main" id="{1C4093DB-4A8A-1EAC-2FE2-D0EBA05463A6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8" name="Shape 105">
            <a:extLst>
              <a:ext uri="{FF2B5EF4-FFF2-40B4-BE49-F238E27FC236}">
                <a16:creationId xmlns:a16="http://schemas.microsoft.com/office/drawing/2014/main" id="{5BDEE3D9-E8F6-EC5C-9EDE-1F7D5D4871FA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1" name="Shape 13">
            <a:extLst>
              <a:ext uri="{FF2B5EF4-FFF2-40B4-BE49-F238E27FC236}">
                <a16:creationId xmlns:a16="http://schemas.microsoft.com/office/drawing/2014/main" id="{FC2D2A94-EA80-8C13-4042-1F605563DB7D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6" name="Shape 13">
            <a:extLst>
              <a:ext uri="{FF2B5EF4-FFF2-40B4-BE49-F238E27FC236}">
                <a16:creationId xmlns:a16="http://schemas.microsoft.com/office/drawing/2014/main" id="{96CCA430-65DB-AD52-201B-4A4EB853F18A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2" name="Shape 229">
            <a:extLst>
              <a:ext uri="{FF2B5EF4-FFF2-40B4-BE49-F238E27FC236}">
                <a16:creationId xmlns:a16="http://schemas.microsoft.com/office/drawing/2014/main" id="{DE5968C2-0C62-0626-B5E5-BC094666CE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DBCAAB7-54A4-C9BF-006C-C34B4A374242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50800" dist="381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Text 2">
            <a:extLst>
              <a:ext uri="{FF2B5EF4-FFF2-40B4-BE49-F238E27FC236}">
                <a16:creationId xmlns:a16="http://schemas.microsoft.com/office/drawing/2014/main" id="{E7CAE55A-D662-1744-88D6-5A1A4CB1F0BD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rgbClr val="003C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Inter"/>
              </a:rPr>
              <a:t>REDACTED_00423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C981FC3-FAED-3718-5D95-6BEC3E594B80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DA43AB4-DC43-7096-CFF2-C854D7DACB28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r>
                <a:rPr lang="en-US" sz="1400" b="1">
                  <a:solidFill>
                    <a:srgbClr val="FFFFFF"/>
                  </a:solidFill>
                </a:rPr>
                <a:t>REDACTED_00424</a:t>
              </a:r>
              <a:endParaRPr lang="en-US" sz="1400"/>
            </a:p>
          </p:txBody>
        </p:sp>
        <p:sp>
          <p:nvSpPr>
            <p:cNvPr id="90" name="Text 4">
              <a:extLst>
                <a:ext uri="{FF2B5EF4-FFF2-40B4-BE49-F238E27FC236}">
                  <a16:creationId xmlns:a16="http://schemas.microsoft.com/office/drawing/2014/main" id="{0E458760-722E-680F-B5A0-8434638EC340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rgbClr val="93DCDC"/>
                  </a:solidFill>
                </a:rPr>
                <a:t>REDACTED_00425</a:t>
              </a:r>
              <a:endParaRPr lang="en-US" sz="70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536DD43-F03C-B73E-EF5F-1287F5B77171}"/>
              </a:ext>
            </a:extLst>
          </p:cNvPr>
          <p:cNvGrpSpPr/>
          <p:nvPr/>
        </p:nvGrpSpPr>
        <p:grpSpPr>
          <a:xfrm>
            <a:off x="10361410" y="126180"/>
            <a:ext cx="1737360" cy="256032"/>
            <a:chOff x="10361410" y="147441"/>
            <a:chExt cx="1737360" cy="256032"/>
          </a:xfrm>
        </p:grpSpPr>
        <p:sp>
          <p:nvSpPr>
            <p:cNvPr id="92" name="Shape 5">
              <a:extLst>
                <a:ext uri="{FF2B5EF4-FFF2-40B4-BE49-F238E27FC236}">
                  <a16:creationId xmlns:a16="http://schemas.microsoft.com/office/drawing/2014/main" id="{8BECA88D-EF6C-7F8F-F378-2024270F8064}"/>
                </a:ext>
              </a:extLst>
            </p:cNvPr>
            <p:cNvSpPr/>
            <p:nvPr/>
          </p:nvSpPr>
          <p:spPr>
            <a:xfrm>
              <a:off x="10361410" y="147441"/>
              <a:ext cx="658368" cy="256032"/>
            </a:xfrm>
            <a:prstGeom prst="rect">
              <a:avLst/>
            </a:prstGeom>
            <a:solidFill>
              <a:srgbClr val="003C23"/>
            </a:solidFill>
            <a:ln w="190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93" name="Text 6">
              <a:extLst>
                <a:ext uri="{FF2B5EF4-FFF2-40B4-BE49-F238E27FC236}">
                  <a16:creationId xmlns:a16="http://schemas.microsoft.com/office/drawing/2014/main" id="{2A196D72-C8DB-B5E4-C39A-1B0EE6FB7298}"/>
                </a:ext>
              </a:extLst>
            </p:cNvPr>
            <p:cNvSpPr/>
            <p:nvPr/>
          </p:nvSpPr>
          <p:spPr>
            <a:xfrm>
              <a:off x="10361410" y="147441"/>
              <a:ext cx="6583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93DCDC"/>
                  </a:solidFill>
                </a:rPr>
                <a:t>REDACTED_00021</a:t>
              </a:r>
              <a:endParaRPr lang="en-US" sz="900"/>
            </a:p>
          </p:txBody>
        </p:sp>
        <p:sp>
          <p:nvSpPr>
            <p:cNvPr id="94" name="Shape 7">
              <a:extLst>
                <a:ext uri="{FF2B5EF4-FFF2-40B4-BE49-F238E27FC236}">
                  <a16:creationId xmlns:a16="http://schemas.microsoft.com/office/drawing/2014/main" id="{F5A2C89B-94DF-858C-4938-DE0F4D7A554B}"/>
                </a:ext>
              </a:extLst>
            </p:cNvPr>
            <p:cNvSpPr/>
            <p:nvPr/>
          </p:nvSpPr>
          <p:spPr>
            <a:xfrm>
              <a:off x="11092930" y="147441"/>
              <a:ext cx="1005840" cy="256032"/>
            </a:xfrm>
            <a:prstGeom prst="rect">
              <a:avLst/>
            </a:prstGeom>
            <a:solidFill>
              <a:srgbClr val="003C23"/>
            </a:solidFill>
            <a:ln w="1270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95" name="Text 8">
              <a:extLst>
                <a:ext uri="{FF2B5EF4-FFF2-40B4-BE49-F238E27FC236}">
                  <a16:creationId xmlns:a16="http://schemas.microsoft.com/office/drawing/2014/main" id="{F3E54981-FBB4-D27C-FB73-35F164BB7375}"/>
                </a:ext>
              </a:extLst>
            </p:cNvPr>
            <p:cNvSpPr/>
            <p:nvPr/>
          </p:nvSpPr>
          <p:spPr>
            <a:xfrm>
              <a:off x="11092930" y="147441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700" b="1">
                  <a:solidFill>
                    <a:srgbClr val="FFFFFF"/>
                  </a:solidFill>
                </a:rPr>
                <a:t>REDACTED_00156</a:t>
              </a:r>
              <a:endParaRPr lang="en-US" sz="700"/>
            </a:p>
          </p:txBody>
        </p:sp>
      </p:grpSp>
      <p:sp>
        <p:nvSpPr>
          <p:cNvPr id="99" name="Shape 10">
            <a:extLst>
              <a:ext uri="{FF2B5EF4-FFF2-40B4-BE49-F238E27FC236}">
                <a16:creationId xmlns:a16="http://schemas.microsoft.com/office/drawing/2014/main" id="{73E9475C-638A-E622-FD20-E785A68B3718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Text 11">
            <a:extLst>
              <a:ext uri="{FF2B5EF4-FFF2-40B4-BE49-F238E27FC236}">
                <a16:creationId xmlns:a16="http://schemas.microsoft.com/office/drawing/2014/main" id="{1DDE0E9C-0738-78E3-E441-6DD467F8C485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03" name="Text 12">
            <a:extLst>
              <a:ext uri="{FF2B5EF4-FFF2-40B4-BE49-F238E27FC236}">
                <a16:creationId xmlns:a16="http://schemas.microsoft.com/office/drawing/2014/main" id="{B0F22FF1-DD6E-F254-EB43-AD1955598314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REDACTED_00426</a:t>
            </a:r>
            <a:r>
              <a:rPr lang="en-US" sz="800" err="1">
                <a:solidFill>
                  <a:srgbClr val="1A1A1A"/>
                </a:solidFill>
              </a:rPr>
              <a:t>REDACTED_00208</a:t>
            </a:r>
            <a:r>
              <a:rPr lang="en-US" sz="800">
                <a:solidFill>
                  <a:srgbClr val="1A1A1A"/>
                </a:solidFill>
              </a:rPr>
              <a:t>REDACTED_00427</a:t>
            </a:r>
            <a:endParaRPr lang="en-US" sz="800"/>
          </a:p>
        </p:txBody>
      </p:sp>
      <p:grpSp>
        <p:nvGrpSpPr>
          <p:cNvPr id="242" name="Group 241"/>
          <p:cNvGrpSpPr/>
          <p:nvPr/>
        </p:nvGrpSpPr>
        <p:grpSpPr>
          <a:xfrm>
            <a:off x="9770789" y="1533598"/>
            <a:ext cx="2333207" cy="635929"/>
            <a:chOff x="10112273" y="2891965"/>
            <a:chExt cx="1920240" cy="580548"/>
          </a:xfrm>
        </p:grpSpPr>
        <p:sp>
          <p:nvSpPr>
            <p:cNvPr id="246" name="Shape 244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4" name="Text 242a"/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REDACTED_00428</a:t>
              </a:r>
            </a:p>
          </p:txBody>
        </p:sp>
        <p:sp>
          <p:nvSpPr>
            <p:cNvPr id="248" name="Text 246a"/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REDACTED_00429</a:t>
              </a:r>
            </a:p>
          </p:txBody>
        </p:sp>
        <p:sp>
          <p:nvSpPr>
            <p:cNvPr id="247" name="Shape 245"/>
            <p:cNvSpPr/>
            <p:nvPr/>
          </p:nvSpPr>
          <p:spPr>
            <a:xfrm>
              <a:off x="10198302" y="3237891"/>
              <a:ext cx="1351044" cy="64008"/>
            </a:xfrm>
            <a:prstGeom prst="rect">
              <a:avLst/>
            </a:prstGeom>
            <a:solidFill>
              <a:srgbClr val="003C23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9" name="Shape 247a"/>
            <p:cNvSpPr/>
            <p:nvPr/>
          </p:nvSpPr>
          <p:spPr>
            <a:xfrm>
              <a:off x="11549346" y="3237891"/>
              <a:ext cx="130364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1" name="Text 249a"/>
            <p:cNvSpPr/>
            <p:nvPr/>
          </p:nvSpPr>
          <p:spPr>
            <a:xfrm>
              <a:off x="11700022" y="3289633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003C23"/>
                  </a:solidFill>
                  <a:latin typeface="Calibri"/>
                </a:rPr>
                <a:t>REDACTED_00430</a:t>
              </a:r>
            </a:p>
          </p:txBody>
        </p:sp>
      </p:grpSp>
      <p:sp>
        <p:nvSpPr>
          <p:cNvPr id="146" name="Shape 130">
            <a:extLst>
              <a:ext uri="{FF2B5EF4-FFF2-40B4-BE49-F238E27FC236}">
                <a16:creationId xmlns:a16="http://schemas.microsoft.com/office/drawing/2014/main" id="{FC66A435-4AE7-3914-5854-011AD810AB3D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rgbClr val="93DCDC"/>
          </a:solidFill>
          <a:ln w="12700">
            <a:solidFill>
              <a:srgbClr val="93DCD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83F4F37F-E7C4-E9F0-087D-1EE81F10E260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2" name="Picture 151" descr="A black and blue logo  AI-generated content may be incorrect.">
            <a:extLst>
              <a:ext uri="{FF2B5EF4-FFF2-40B4-BE49-F238E27FC236}">
                <a16:creationId xmlns:a16="http://schemas.microsoft.com/office/drawing/2014/main" id="{5970C05D-533E-E842-7B92-6D9C7FB93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grpSp>
        <p:nvGrpSpPr>
          <p:cNvPr id="155" name="Group 154">
            <a:extLst>
              <a:ext uri="{FF2B5EF4-FFF2-40B4-BE49-F238E27FC236}">
                <a16:creationId xmlns:a16="http://schemas.microsoft.com/office/drawing/2014/main" id="{571798A2-89A9-BC6B-4712-8632F427B171}"/>
              </a:ext>
            </a:extLst>
          </p:cNvPr>
          <p:cNvGrpSpPr/>
          <p:nvPr/>
        </p:nvGrpSpPr>
        <p:grpSpPr>
          <a:xfrm>
            <a:off x="12433429" y="2877518"/>
            <a:ext cx="2192902" cy="3172964"/>
            <a:chOff x="13040467" y="2695404"/>
            <a:chExt cx="2192902" cy="3172964"/>
          </a:xfrm>
        </p:grpSpPr>
        <p:sp>
          <p:nvSpPr>
            <p:cNvPr id="117" name="Text 190">
              <a:extLst>
                <a:ext uri="{FF2B5EF4-FFF2-40B4-BE49-F238E27FC236}">
                  <a16:creationId xmlns:a16="http://schemas.microsoft.com/office/drawing/2014/main" id="{ABD1CC13-B44D-07EC-890D-DB7D9CD4032E}"/>
                </a:ext>
              </a:extLst>
            </p:cNvPr>
            <p:cNvSpPr/>
            <p:nvPr/>
          </p:nvSpPr>
          <p:spPr>
            <a:xfrm>
              <a:off x="13632198" y="2695404"/>
              <a:ext cx="1601171" cy="1621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REDACTED_00039</a:t>
              </a:r>
              <a:endParaRPr lang="en-US" sz="650"/>
            </a:p>
          </p:txBody>
        </p:sp>
        <p:sp>
          <p:nvSpPr>
            <p:cNvPr id="118" name="Text 191">
              <a:extLst>
                <a:ext uri="{FF2B5EF4-FFF2-40B4-BE49-F238E27FC236}">
                  <a16:creationId xmlns:a16="http://schemas.microsoft.com/office/drawing/2014/main" id="{9491BFDE-CC34-4557-1C5C-161EDA83706E}"/>
                </a:ext>
              </a:extLst>
            </p:cNvPr>
            <p:cNvSpPr/>
            <p:nvPr/>
          </p:nvSpPr>
          <p:spPr>
            <a:xfrm>
              <a:off x="13632198" y="2857600"/>
              <a:ext cx="1601171" cy="135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F6E56"/>
                  </a:solidFill>
                </a:rPr>
                <a:t>REDACTED_00431</a:t>
              </a:r>
              <a:endParaRPr lang="en-US" sz="550"/>
            </a:p>
          </p:txBody>
        </p:sp>
        <p:sp>
          <p:nvSpPr>
            <p:cNvPr id="127" name="Text 194">
              <a:extLst>
                <a:ext uri="{FF2B5EF4-FFF2-40B4-BE49-F238E27FC236}">
                  <a16:creationId xmlns:a16="http://schemas.microsoft.com/office/drawing/2014/main" id="{3347CD54-C578-2819-0E03-EEDB34928651}"/>
                </a:ext>
              </a:extLst>
            </p:cNvPr>
            <p:cNvSpPr/>
            <p:nvPr/>
          </p:nvSpPr>
          <p:spPr>
            <a:xfrm>
              <a:off x="13632198" y="3174671"/>
              <a:ext cx="1601171" cy="1621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REDACTED_00041</a:t>
              </a:r>
              <a:endParaRPr lang="en-US" sz="650"/>
            </a:p>
          </p:txBody>
        </p:sp>
        <p:sp>
          <p:nvSpPr>
            <p:cNvPr id="128" name="Text 195">
              <a:extLst>
                <a:ext uri="{FF2B5EF4-FFF2-40B4-BE49-F238E27FC236}">
                  <a16:creationId xmlns:a16="http://schemas.microsoft.com/office/drawing/2014/main" id="{85C53FBB-19D0-6B84-4578-1F603046AC96}"/>
                </a:ext>
              </a:extLst>
            </p:cNvPr>
            <p:cNvSpPr/>
            <p:nvPr/>
          </p:nvSpPr>
          <p:spPr>
            <a:xfrm>
              <a:off x="13632198" y="3336868"/>
              <a:ext cx="1601171" cy="135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F6E56"/>
                  </a:solidFill>
                </a:rPr>
                <a:t>REDACTED_00042</a:t>
              </a:r>
              <a:endParaRPr lang="en-US" sz="550"/>
            </a:p>
          </p:txBody>
        </p:sp>
        <p:sp>
          <p:nvSpPr>
            <p:cNvPr id="131" name="Text 198">
              <a:extLst>
                <a:ext uri="{FF2B5EF4-FFF2-40B4-BE49-F238E27FC236}">
                  <a16:creationId xmlns:a16="http://schemas.microsoft.com/office/drawing/2014/main" id="{B099AF04-98FF-F71A-544D-C3D1B877DC88}"/>
                </a:ext>
              </a:extLst>
            </p:cNvPr>
            <p:cNvSpPr/>
            <p:nvPr/>
          </p:nvSpPr>
          <p:spPr>
            <a:xfrm>
              <a:off x="13632198" y="3653939"/>
              <a:ext cx="1601171" cy="1621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REDACTED_00043</a:t>
              </a:r>
              <a:endParaRPr lang="en-US" sz="650"/>
            </a:p>
          </p:txBody>
        </p:sp>
        <p:sp>
          <p:nvSpPr>
            <p:cNvPr id="132" name="Text 199">
              <a:extLst>
                <a:ext uri="{FF2B5EF4-FFF2-40B4-BE49-F238E27FC236}">
                  <a16:creationId xmlns:a16="http://schemas.microsoft.com/office/drawing/2014/main" id="{73DF4B4B-ABD8-33AA-0666-C2054E3F1F94}"/>
                </a:ext>
              </a:extLst>
            </p:cNvPr>
            <p:cNvSpPr/>
            <p:nvPr/>
          </p:nvSpPr>
          <p:spPr>
            <a:xfrm>
              <a:off x="13632198" y="3816135"/>
              <a:ext cx="1601171" cy="135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F6E56"/>
                  </a:solidFill>
                </a:rPr>
                <a:t>REDACTED_00432</a:t>
              </a:r>
              <a:endParaRPr lang="en-US" sz="550"/>
            </a:p>
          </p:txBody>
        </p:sp>
        <p:sp>
          <p:nvSpPr>
            <p:cNvPr id="135" name="Text 202">
              <a:extLst>
                <a:ext uri="{FF2B5EF4-FFF2-40B4-BE49-F238E27FC236}">
                  <a16:creationId xmlns:a16="http://schemas.microsoft.com/office/drawing/2014/main" id="{4CF06982-8B7C-1356-A336-55CC5218A4F0}"/>
                </a:ext>
              </a:extLst>
            </p:cNvPr>
            <p:cNvSpPr/>
            <p:nvPr/>
          </p:nvSpPr>
          <p:spPr>
            <a:xfrm>
              <a:off x="13632198" y="4133206"/>
              <a:ext cx="1601171" cy="1621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085041"/>
                  </a:solidFill>
                </a:rPr>
                <a:t>REDACTED_00045</a:t>
              </a:r>
              <a:endParaRPr lang="en-US" sz="650"/>
            </a:p>
          </p:txBody>
        </p:sp>
        <p:sp>
          <p:nvSpPr>
            <p:cNvPr id="136" name="Text 203">
              <a:extLst>
                <a:ext uri="{FF2B5EF4-FFF2-40B4-BE49-F238E27FC236}">
                  <a16:creationId xmlns:a16="http://schemas.microsoft.com/office/drawing/2014/main" id="{C998C504-A805-E996-DFB0-952980D890DB}"/>
                </a:ext>
              </a:extLst>
            </p:cNvPr>
            <p:cNvSpPr/>
            <p:nvPr/>
          </p:nvSpPr>
          <p:spPr>
            <a:xfrm>
              <a:off x="13632198" y="4295402"/>
              <a:ext cx="1601171" cy="135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F6E56"/>
                  </a:solidFill>
                </a:rPr>
                <a:t>REDACTED_00433</a:t>
              </a:r>
              <a:endParaRPr lang="en-US" sz="550"/>
            </a:p>
          </p:txBody>
        </p:sp>
        <p:sp>
          <p:nvSpPr>
            <p:cNvPr id="140" name="Text 207">
              <a:extLst>
                <a:ext uri="{FF2B5EF4-FFF2-40B4-BE49-F238E27FC236}">
                  <a16:creationId xmlns:a16="http://schemas.microsoft.com/office/drawing/2014/main" id="{A08FC709-DD79-8EAF-60E6-850445871FFE}"/>
                </a:ext>
              </a:extLst>
            </p:cNvPr>
            <p:cNvSpPr/>
            <p:nvPr/>
          </p:nvSpPr>
          <p:spPr>
            <a:xfrm>
              <a:off x="13632198" y="4612473"/>
              <a:ext cx="1601171" cy="1621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 b="1">
                  <a:solidFill>
                    <a:srgbClr val="04342C"/>
                  </a:solidFill>
                </a:rPr>
                <a:t>REDACTED_00047</a:t>
              </a:r>
              <a:endParaRPr lang="en-US" sz="650"/>
            </a:p>
          </p:txBody>
        </p:sp>
        <p:sp>
          <p:nvSpPr>
            <p:cNvPr id="141" name="Text 208">
              <a:extLst>
                <a:ext uri="{FF2B5EF4-FFF2-40B4-BE49-F238E27FC236}">
                  <a16:creationId xmlns:a16="http://schemas.microsoft.com/office/drawing/2014/main" id="{EE6311A9-B995-BA26-FAED-D669E3366690}"/>
                </a:ext>
              </a:extLst>
            </p:cNvPr>
            <p:cNvSpPr/>
            <p:nvPr/>
          </p:nvSpPr>
          <p:spPr>
            <a:xfrm>
              <a:off x="13632198" y="4774669"/>
              <a:ext cx="1601171" cy="135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085041"/>
                  </a:solidFill>
                </a:rPr>
                <a:t>REDACTED_00434</a:t>
              </a:r>
              <a:endParaRPr lang="en-US" sz="550"/>
            </a:p>
          </p:txBody>
        </p:sp>
        <p:sp>
          <p:nvSpPr>
            <p:cNvPr id="144" name="Text 211">
              <a:extLst>
                <a:ext uri="{FF2B5EF4-FFF2-40B4-BE49-F238E27FC236}">
                  <a16:creationId xmlns:a16="http://schemas.microsoft.com/office/drawing/2014/main" id="{9499FA3C-CE03-EC2D-AD74-9C56B26CD587}"/>
                </a:ext>
              </a:extLst>
            </p:cNvPr>
            <p:cNvSpPr/>
            <p:nvPr/>
          </p:nvSpPr>
          <p:spPr>
            <a:xfrm>
              <a:off x="13632198" y="5091740"/>
              <a:ext cx="1601171" cy="1621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REDACTED_00049</a:t>
              </a:r>
              <a:endParaRPr lang="en-US" sz="650"/>
            </a:p>
          </p:txBody>
        </p:sp>
        <p:sp>
          <p:nvSpPr>
            <p:cNvPr id="145" name="Text 212">
              <a:extLst>
                <a:ext uri="{FF2B5EF4-FFF2-40B4-BE49-F238E27FC236}">
                  <a16:creationId xmlns:a16="http://schemas.microsoft.com/office/drawing/2014/main" id="{11153279-1FBB-1678-39AC-19C2E0254C15}"/>
                </a:ext>
              </a:extLst>
            </p:cNvPr>
            <p:cNvSpPr/>
            <p:nvPr/>
          </p:nvSpPr>
          <p:spPr>
            <a:xfrm>
              <a:off x="13632198" y="5253937"/>
              <a:ext cx="1601171" cy="135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REDACTED_00050</a:t>
              </a:r>
              <a:endParaRPr lang="en-US" sz="550"/>
            </a:p>
          </p:txBody>
        </p:sp>
        <p:sp>
          <p:nvSpPr>
            <p:cNvPr id="148" name="Text 215">
              <a:extLst>
                <a:ext uri="{FF2B5EF4-FFF2-40B4-BE49-F238E27FC236}">
                  <a16:creationId xmlns:a16="http://schemas.microsoft.com/office/drawing/2014/main" id="{CCB6F0F0-FA1D-4FBE-926F-7048A1F7BA5A}"/>
                </a:ext>
              </a:extLst>
            </p:cNvPr>
            <p:cNvSpPr/>
            <p:nvPr/>
          </p:nvSpPr>
          <p:spPr>
            <a:xfrm>
              <a:off x="13632198" y="5571008"/>
              <a:ext cx="1601171" cy="1621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REDACTED_00058</a:t>
              </a:r>
              <a:endParaRPr lang="en-US" sz="650"/>
            </a:p>
          </p:txBody>
        </p:sp>
        <p:sp>
          <p:nvSpPr>
            <p:cNvPr id="149" name="Text 216">
              <a:extLst>
                <a:ext uri="{FF2B5EF4-FFF2-40B4-BE49-F238E27FC236}">
                  <a16:creationId xmlns:a16="http://schemas.microsoft.com/office/drawing/2014/main" id="{5A8C7F3D-CF66-C7E1-7370-BAA3543F1513}"/>
                </a:ext>
              </a:extLst>
            </p:cNvPr>
            <p:cNvSpPr/>
            <p:nvPr/>
          </p:nvSpPr>
          <p:spPr>
            <a:xfrm>
              <a:off x="13632198" y="5733204"/>
              <a:ext cx="1601171" cy="135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REDACTED_00435</a:t>
              </a:r>
              <a:endParaRPr lang="en-US" sz="550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B0B595C-AAA6-66A1-85F5-A78BBDAB7D58}"/>
                </a:ext>
              </a:extLst>
            </p:cNvPr>
            <p:cNvGrpSpPr/>
            <p:nvPr/>
          </p:nvGrpSpPr>
          <p:grpSpPr>
            <a:xfrm>
              <a:off x="13040467" y="2723959"/>
              <a:ext cx="370800" cy="3133308"/>
              <a:chOff x="9842400" y="2587031"/>
              <a:chExt cx="370800" cy="313330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C2312AB3-788A-34D0-02A0-08B1D746942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842400" y="2597369"/>
                <a:ext cx="370800" cy="3122970"/>
                <a:chOff x="9842400" y="2597369"/>
                <a:chExt cx="370800" cy="3122970"/>
              </a:xfrm>
            </p:grpSpPr>
            <p:sp>
              <p:nvSpPr>
                <p:cNvPr id="59" name="Shape 44">
                  <a:extLst>
                    <a:ext uri="{FF2B5EF4-FFF2-40B4-BE49-F238E27FC236}">
                      <a16:creationId xmlns:a16="http://schemas.microsoft.com/office/drawing/2014/main" id="{4C7B5412-6D56-FBF2-4FDB-4E4B588D8EF0}"/>
                    </a:ext>
                  </a:extLst>
                </p:cNvPr>
                <p:cNvSpPr/>
                <p:nvPr/>
              </p:nvSpPr>
              <p:spPr>
                <a:xfrm>
                  <a:off x="10003781" y="2755723"/>
                  <a:ext cx="48039" cy="2807480"/>
                </a:xfrm>
                <a:prstGeom prst="roundRect">
                  <a:avLst>
                    <a:gd name="adj" fmla="val 44444"/>
                  </a:avLst>
                </a:prstGeom>
                <a:solidFill>
                  <a:srgbClr val="B4D4C4"/>
                </a:solidFill>
                <a:ln w="12700">
                  <a:solidFill>
                    <a:srgbClr val="B4D4C4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0" name="Shape 45">
                  <a:extLst>
                    <a:ext uri="{FF2B5EF4-FFF2-40B4-BE49-F238E27FC236}">
                      <a16:creationId xmlns:a16="http://schemas.microsoft.com/office/drawing/2014/main" id="{D048F363-B9A7-F961-A728-F106345CF3CD}"/>
                    </a:ext>
                  </a:extLst>
                </p:cNvPr>
                <p:cNvSpPr/>
                <p:nvPr/>
              </p:nvSpPr>
              <p:spPr>
                <a:xfrm>
                  <a:off x="10003781" y="2762321"/>
                  <a:ext cx="48039" cy="2339566"/>
                </a:xfrm>
                <a:prstGeom prst="roundRect">
                  <a:avLst>
                    <a:gd name="adj" fmla="val 44444"/>
                  </a:avLst>
                </a:prstGeom>
                <a:solidFill>
                  <a:srgbClr val="1D9E75"/>
                </a:solidFill>
                <a:ln w="12700">
                  <a:solidFill>
                    <a:srgbClr val="1D9E75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1" name="Shape 46">
                  <a:extLst>
                    <a:ext uri="{FF2B5EF4-FFF2-40B4-BE49-F238E27FC236}">
                      <a16:creationId xmlns:a16="http://schemas.microsoft.com/office/drawing/2014/main" id="{96DBE8ED-1458-11C6-6A51-382A0356F203}"/>
                    </a:ext>
                  </a:extLst>
                </p:cNvPr>
                <p:cNvSpPr/>
                <p:nvPr/>
              </p:nvSpPr>
              <p:spPr>
                <a:xfrm>
                  <a:off x="9869400" y="2597369"/>
                  <a:ext cx="315490" cy="315490"/>
                </a:xfrm>
                <a:prstGeom prst="ellipse">
                  <a:avLst/>
                </a:prstGeom>
                <a:solidFill>
                  <a:srgbClr val="1D9E75"/>
                </a:solidFill>
                <a:ln w="9525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2" name="Shape 50">
                  <a:extLst>
                    <a:ext uri="{FF2B5EF4-FFF2-40B4-BE49-F238E27FC236}">
                      <a16:creationId xmlns:a16="http://schemas.microsoft.com/office/drawing/2014/main" id="{F4A6857E-8FCD-E85C-F64C-8F76ACEB8BF1}"/>
                    </a:ext>
                  </a:extLst>
                </p:cNvPr>
                <p:cNvSpPr/>
                <p:nvPr/>
              </p:nvSpPr>
              <p:spPr>
                <a:xfrm>
                  <a:off x="9869400" y="3065282"/>
                  <a:ext cx="315490" cy="315490"/>
                </a:xfrm>
                <a:prstGeom prst="ellipse">
                  <a:avLst/>
                </a:prstGeom>
                <a:solidFill>
                  <a:srgbClr val="1D9E75"/>
                </a:solidFill>
                <a:ln w="9525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3" name="Shape 54">
                  <a:extLst>
                    <a:ext uri="{FF2B5EF4-FFF2-40B4-BE49-F238E27FC236}">
                      <a16:creationId xmlns:a16="http://schemas.microsoft.com/office/drawing/2014/main" id="{A0193F32-203D-46FA-B084-73F786E093FF}"/>
                    </a:ext>
                  </a:extLst>
                </p:cNvPr>
                <p:cNvSpPr/>
                <p:nvPr/>
              </p:nvSpPr>
              <p:spPr>
                <a:xfrm>
                  <a:off x="9869400" y="3533196"/>
                  <a:ext cx="315490" cy="315490"/>
                </a:xfrm>
                <a:prstGeom prst="ellipse">
                  <a:avLst/>
                </a:prstGeom>
                <a:solidFill>
                  <a:srgbClr val="1D9E75"/>
                </a:solidFill>
                <a:ln w="9525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4" name="Shape 58">
                  <a:extLst>
                    <a:ext uri="{FF2B5EF4-FFF2-40B4-BE49-F238E27FC236}">
                      <a16:creationId xmlns:a16="http://schemas.microsoft.com/office/drawing/2014/main" id="{89069F6A-177B-2BA6-CBD9-022C612899C5}"/>
                    </a:ext>
                  </a:extLst>
                </p:cNvPr>
                <p:cNvSpPr/>
                <p:nvPr/>
              </p:nvSpPr>
              <p:spPr>
                <a:xfrm>
                  <a:off x="9869400" y="4001109"/>
                  <a:ext cx="315490" cy="315490"/>
                </a:xfrm>
                <a:prstGeom prst="ellipse">
                  <a:avLst/>
                </a:prstGeom>
                <a:solidFill>
                  <a:srgbClr val="1D9E75"/>
                </a:solidFill>
                <a:ln w="9525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5" name="Shape 62">
                  <a:extLst>
                    <a:ext uri="{FF2B5EF4-FFF2-40B4-BE49-F238E27FC236}">
                      <a16:creationId xmlns:a16="http://schemas.microsoft.com/office/drawing/2014/main" id="{E2D1971C-D69D-5B4F-B943-D30CA20C83B1}"/>
                    </a:ext>
                  </a:extLst>
                </p:cNvPr>
                <p:cNvSpPr/>
                <p:nvPr/>
              </p:nvSpPr>
              <p:spPr>
                <a:xfrm>
                  <a:off x="9842400" y="4442630"/>
                  <a:ext cx="370800" cy="370800"/>
                </a:xfrm>
                <a:prstGeom prst="ellipse">
                  <a:avLst/>
                </a:prstGeom>
                <a:solidFill>
                  <a:srgbClr val="0F6E56"/>
                </a:solidFill>
                <a:ln w="19050">
                  <a:solidFill>
                    <a:srgbClr val="085041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6" name="Shape 67">
                  <a:extLst>
                    <a:ext uri="{FF2B5EF4-FFF2-40B4-BE49-F238E27FC236}">
                      <a16:creationId xmlns:a16="http://schemas.microsoft.com/office/drawing/2014/main" id="{80AD4BAE-C242-907A-1E54-960494520C06}"/>
                    </a:ext>
                  </a:extLst>
                </p:cNvPr>
                <p:cNvSpPr/>
                <p:nvPr/>
              </p:nvSpPr>
              <p:spPr>
                <a:xfrm>
                  <a:off x="9869400" y="4936935"/>
                  <a:ext cx="315490" cy="315490"/>
                </a:xfrm>
                <a:prstGeom prst="ellipse">
                  <a:avLst/>
                </a:prstGeom>
                <a:solidFill>
                  <a:srgbClr val="D6ECE2"/>
                </a:solidFill>
                <a:ln w="9525">
                  <a:solidFill>
                    <a:srgbClr val="9FC9B3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67" name="Shape 71">
                  <a:extLst>
                    <a:ext uri="{FF2B5EF4-FFF2-40B4-BE49-F238E27FC236}">
                      <a16:creationId xmlns:a16="http://schemas.microsoft.com/office/drawing/2014/main" id="{557D7636-B487-75FE-B5D9-B232D23B21D6}"/>
                    </a:ext>
                  </a:extLst>
                </p:cNvPr>
                <p:cNvSpPr/>
                <p:nvPr/>
              </p:nvSpPr>
              <p:spPr>
                <a:xfrm>
                  <a:off x="9869400" y="5404849"/>
                  <a:ext cx="315490" cy="315490"/>
                </a:xfrm>
                <a:prstGeom prst="ellipse">
                  <a:avLst/>
                </a:prstGeom>
                <a:solidFill>
                  <a:srgbClr val="D6ECE2"/>
                </a:solidFill>
                <a:ln w="9525">
                  <a:solidFill>
                    <a:srgbClr val="9FC9B3"/>
                  </a:solidFill>
                  <a:prstDash val="solid"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82670DE-58E3-0737-BFC1-99EC1E8D96A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877906" y="2587031"/>
                <a:ext cx="298910" cy="3124187"/>
                <a:chOff x="9313519" y="2630359"/>
                <a:chExt cx="298910" cy="3124187"/>
              </a:xfrm>
            </p:grpSpPr>
            <p:sp>
              <p:nvSpPr>
                <p:cNvPr id="52" name="Text 47">
                  <a:extLst>
                    <a:ext uri="{FF2B5EF4-FFF2-40B4-BE49-F238E27FC236}">
                      <a16:creationId xmlns:a16="http://schemas.microsoft.com/office/drawing/2014/main" id="{F214F531-6ECF-DA8B-4EFC-82CB7703BFC8}"/>
                    </a:ext>
                  </a:extLst>
                </p:cNvPr>
                <p:cNvSpPr/>
                <p:nvPr/>
              </p:nvSpPr>
              <p:spPr>
                <a:xfrm>
                  <a:off x="9334870" y="2630359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FFFFFF"/>
                      </a:solidFill>
                    </a:rPr>
                    <a:t>REDACTED_00051</a:t>
                  </a:r>
                  <a:endParaRPr lang="en-US" sz="650"/>
                </a:p>
              </p:txBody>
            </p:sp>
            <p:sp>
              <p:nvSpPr>
                <p:cNvPr id="53" name="Text 51">
                  <a:extLst>
                    <a:ext uri="{FF2B5EF4-FFF2-40B4-BE49-F238E27FC236}">
                      <a16:creationId xmlns:a16="http://schemas.microsoft.com/office/drawing/2014/main" id="{F2CB6C53-1525-E2CE-8BCD-40B18D665C1A}"/>
                    </a:ext>
                  </a:extLst>
                </p:cNvPr>
                <p:cNvSpPr/>
                <p:nvPr/>
              </p:nvSpPr>
              <p:spPr>
                <a:xfrm>
                  <a:off x="9334870" y="3098272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FFFFFF"/>
                      </a:solidFill>
                    </a:rPr>
                    <a:t>REDACTED_00052</a:t>
                  </a:r>
                  <a:endParaRPr lang="en-US" sz="650"/>
                </a:p>
              </p:txBody>
            </p:sp>
            <p:sp>
              <p:nvSpPr>
                <p:cNvPr id="54" name="Text 55">
                  <a:extLst>
                    <a:ext uri="{FF2B5EF4-FFF2-40B4-BE49-F238E27FC236}">
                      <a16:creationId xmlns:a16="http://schemas.microsoft.com/office/drawing/2014/main" id="{A7355536-0F9F-32AF-5220-0B2832E68E56}"/>
                    </a:ext>
                  </a:extLst>
                </p:cNvPr>
                <p:cNvSpPr/>
                <p:nvPr/>
              </p:nvSpPr>
              <p:spPr>
                <a:xfrm>
                  <a:off x="9334870" y="3566186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FFFFFF"/>
                      </a:solidFill>
                    </a:rPr>
                    <a:t>REDACTED_00053</a:t>
                  </a:r>
                  <a:endParaRPr lang="en-US" sz="650"/>
                </a:p>
              </p:txBody>
            </p:sp>
            <p:sp>
              <p:nvSpPr>
                <p:cNvPr id="55" name="Text 59">
                  <a:extLst>
                    <a:ext uri="{FF2B5EF4-FFF2-40B4-BE49-F238E27FC236}">
                      <a16:creationId xmlns:a16="http://schemas.microsoft.com/office/drawing/2014/main" id="{1A0535D7-E5C4-F1F9-927C-87B9C15F6E1A}"/>
                    </a:ext>
                  </a:extLst>
                </p:cNvPr>
                <p:cNvSpPr/>
                <p:nvPr/>
              </p:nvSpPr>
              <p:spPr>
                <a:xfrm>
                  <a:off x="9334870" y="4034099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FFFFFF"/>
                      </a:solidFill>
                    </a:rPr>
                    <a:t>REDACTED_00054</a:t>
                  </a:r>
                  <a:endParaRPr lang="en-US" sz="650"/>
                </a:p>
              </p:txBody>
            </p:sp>
            <p:sp>
              <p:nvSpPr>
                <p:cNvPr id="56" name="Text 63">
                  <a:extLst>
                    <a:ext uri="{FF2B5EF4-FFF2-40B4-BE49-F238E27FC236}">
                      <a16:creationId xmlns:a16="http://schemas.microsoft.com/office/drawing/2014/main" id="{275BA519-5007-1580-51DC-F8F6F9068134}"/>
                    </a:ext>
                  </a:extLst>
                </p:cNvPr>
                <p:cNvSpPr/>
                <p:nvPr/>
              </p:nvSpPr>
              <p:spPr>
                <a:xfrm>
                  <a:off x="9313519" y="4475620"/>
                  <a:ext cx="298910" cy="3694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50" b="1">
                      <a:solidFill>
                        <a:srgbClr val="FFFFFF"/>
                      </a:solidFill>
                    </a:rPr>
                    <a:t>REDACTED_00055</a:t>
                  </a:r>
                  <a:endParaRPr lang="en-US" sz="750"/>
                </a:p>
              </p:txBody>
            </p:sp>
            <p:sp>
              <p:nvSpPr>
                <p:cNvPr id="57" name="Text 68">
                  <a:extLst>
                    <a:ext uri="{FF2B5EF4-FFF2-40B4-BE49-F238E27FC236}">
                      <a16:creationId xmlns:a16="http://schemas.microsoft.com/office/drawing/2014/main" id="{E75616C4-21CF-21CB-668D-C66E40967ACA}"/>
                    </a:ext>
                  </a:extLst>
                </p:cNvPr>
                <p:cNvSpPr/>
                <p:nvPr/>
              </p:nvSpPr>
              <p:spPr>
                <a:xfrm>
                  <a:off x="9334870" y="4969925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5F5E5A"/>
                      </a:solidFill>
                    </a:rPr>
                    <a:t>REDACTED_00056</a:t>
                  </a:r>
                  <a:endParaRPr lang="en-US" sz="650"/>
                </a:p>
              </p:txBody>
            </p:sp>
            <p:sp>
              <p:nvSpPr>
                <p:cNvPr id="58" name="Text 72">
                  <a:extLst>
                    <a:ext uri="{FF2B5EF4-FFF2-40B4-BE49-F238E27FC236}">
                      <a16:creationId xmlns:a16="http://schemas.microsoft.com/office/drawing/2014/main" id="{3BF7D955-FCA1-9879-FFB2-211F40D8D2D2}"/>
                    </a:ext>
                  </a:extLst>
                </p:cNvPr>
                <p:cNvSpPr/>
                <p:nvPr/>
              </p:nvSpPr>
              <p:spPr>
                <a:xfrm>
                  <a:off x="9334870" y="5437839"/>
                  <a:ext cx="256208" cy="31670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>
                      <a:solidFill>
                        <a:srgbClr val="5F5E5A"/>
                      </a:solidFill>
                    </a:rPr>
                    <a:t>REDACTED_00057</a:t>
                  </a:r>
                  <a:endParaRPr lang="en-US" sz="650"/>
                </a:p>
              </p:txBody>
            </p:sp>
          </p:grpSp>
        </p:grpSp>
      </p:grpSp>
      <p:sp>
        <p:nvSpPr>
          <p:cNvPr id="157" name="Text 211a">
            <a:extLst>
              <a:ext uri="{FF2B5EF4-FFF2-40B4-BE49-F238E27FC236}">
                <a16:creationId xmlns:a16="http://schemas.microsoft.com/office/drawing/2014/main" id="{FAB59178-875D-579F-1BFB-8F63E53C81EF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59" name="Text 213a">
            <a:extLst>
              <a:ext uri="{FF2B5EF4-FFF2-40B4-BE49-F238E27FC236}">
                <a16:creationId xmlns:a16="http://schemas.microsoft.com/office/drawing/2014/main" id="{B56B24E6-AAC3-470B-9615-5BB7835D1616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1" name="Text 218a">
            <a:extLst>
              <a:ext uri="{FF2B5EF4-FFF2-40B4-BE49-F238E27FC236}">
                <a16:creationId xmlns:a16="http://schemas.microsoft.com/office/drawing/2014/main" id="{50997CB1-B3DA-56D2-5269-6CD38890420C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3" name="Shape 229">
            <a:extLst>
              <a:ext uri="{FF2B5EF4-FFF2-40B4-BE49-F238E27FC236}">
                <a16:creationId xmlns:a16="http://schemas.microsoft.com/office/drawing/2014/main" id="{3F6018B0-2E28-EC7B-3108-1A56CF3EC395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REDACTED_00436</a:t>
            </a: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75D487DD-CCF4-9232-47DA-F3CD7A4F1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651" y="6208978"/>
            <a:ext cx="1852551" cy="814115"/>
          </a:xfrm>
          <a:prstGeom prst="rect">
            <a:avLst/>
          </a:prstGeom>
          <a:noFill/>
        </p:spPr>
      </p:pic>
      <p:sp>
        <p:nvSpPr>
          <p:cNvPr id="174" name="Shape 10">
            <a:extLst>
              <a:ext uri="{FF2B5EF4-FFF2-40B4-BE49-F238E27FC236}">
                <a16:creationId xmlns:a16="http://schemas.microsoft.com/office/drawing/2014/main" id="{9331B0FA-3EB8-4641-6932-9525F7919561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7" name="Text 31">
            <a:extLst>
              <a:ext uri="{FF2B5EF4-FFF2-40B4-BE49-F238E27FC236}">
                <a16:creationId xmlns:a16="http://schemas.microsoft.com/office/drawing/2014/main" id="{F9558F27-A969-AFB4-2857-D532EA974815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79" name="Shape 32">
            <a:extLst>
              <a:ext uri="{FF2B5EF4-FFF2-40B4-BE49-F238E27FC236}">
                <a16:creationId xmlns:a16="http://schemas.microsoft.com/office/drawing/2014/main" id="{550B940F-06EE-2D93-123B-9E5D31012A63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1" name="Text 33">
            <a:extLst>
              <a:ext uri="{FF2B5EF4-FFF2-40B4-BE49-F238E27FC236}">
                <a16:creationId xmlns:a16="http://schemas.microsoft.com/office/drawing/2014/main" id="{BE4228C0-1CEF-2B72-966B-D0B050BE38C3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REDACTED_00437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183" name="Text 33">
            <a:extLst>
              <a:ext uri="{FF2B5EF4-FFF2-40B4-BE49-F238E27FC236}">
                <a16:creationId xmlns:a16="http://schemas.microsoft.com/office/drawing/2014/main" id="{C4BFCEF5-14E3-BD2F-5ABB-FED73FF93ABA}"/>
              </a:ext>
            </a:extLst>
          </p:cNvPr>
          <p:cNvSpPr/>
          <p:nvPr/>
        </p:nvSpPr>
        <p:spPr>
          <a:xfrm>
            <a:off x="180001" y="24955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REDACTED_00438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REDACTED_00439</a:t>
            </a:r>
            <a:endParaRPr lang="en-US" sz="800"/>
          </a:p>
        </p:txBody>
      </p:sp>
      <p:sp>
        <p:nvSpPr>
          <p:cNvPr id="185" name="Text 31">
            <a:extLst>
              <a:ext uri="{FF2B5EF4-FFF2-40B4-BE49-F238E27FC236}">
                <a16:creationId xmlns:a16="http://schemas.microsoft.com/office/drawing/2014/main" id="{9B7C3C62-5256-335C-16F7-9AC3066DF2C4}"/>
              </a:ext>
            </a:extLst>
          </p:cNvPr>
          <p:cNvSpPr/>
          <p:nvPr/>
        </p:nvSpPr>
        <p:spPr>
          <a:xfrm>
            <a:off x="180000" y="23282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87" name="Shape 32">
            <a:extLst>
              <a:ext uri="{FF2B5EF4-FFF2-40B4-BE49-F238E27FC236}">
                <a16:creationId xmlns:a16="http://schemas.microsoft.com/office/drawing/2014/main" id="{46F0A837-00EF-1566-D869-769BE5A113F9}"/>
              </a:ext>
            </a:extLst>
          </p:cNvPr>
          <p:cNvSpPr/>
          <p:nvPr/>
        </p:nvSpPr>
        <p:spPr>
          <a:xfrm>
            <a:off x="144000" y="24471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9" name="Shape 10">
            <a:extLst>
              <a:ext uri="{FF2B5EF4-FFF2-40B4-BE49-F238E27FC236}">
                <a16:creationId xmlns:a16="http://schemas.microsoft.com/office/drawing/2014/main" id="{54BB97DF-7216-50E8-0822-C571A737CE41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3" name="Shape 16">
            <a:extLst>
              <a:ext uri="{FF2B5EF4-FFF2-40B4-BE49-F238E27FC236}">
                <a16:creationId xmlns:a16="http://schemas.microsoft.com/office/drawing/2014/main" id="{A746F32E-553A-C204-49D0-6A388D5FDC52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REDACTED_00379</a:t>
            </a:r>
          </a:p>
        </p:txBody>
      </p:sp>
      <p:sp>
        <p:nvSpPr>
          <p:cNvPr id="195" name="Shape 16">
            <a:extLst>
              <a:ext uri="{FF2B5EF4-FFF2-40B4-BE49-F238E27FC236}">
                <a16:creationId xmlns:a16="http://schemas.microsoft.com/office/drawing/2014/main" id="{2C04E764-2726-4227-C3F9-769E5ECAD5A7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REDACTED_00379</a:t>
            </a:r>
          </a:p>
        </p:txBody>
      </p:sp>
      <p:sp>
        <p:nvSpPr>
          <p:cNvPr id="197" name="Shape 16">
            <a:extLst>
              <a:ext uri="{FF2B5EF4-FFF2-40B4-BE49-F238E27FC236}">
                <a16:creationId xmlns:a16="http://schemas.microsoft.com/office/drawing/2014/main" id="{FA8998CA-7779-81AA-D092-C5909C59C142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REDACTED_00114</a:t>
            </a:r>
          </a:p>
        </p:txBody>
      </p:sp>
      <p:sp>
        <p:nvSpPr>
          <p:cNvPr id="199" name="Shape 16">
            <a:extLst>
              <a:ext uri="{FF2B5EF4-FFF2-40B4-BE49-F238E27FC236}">
                <a16:creationId xmlns:a16="http://schemas.microsoft.com/office/drawing/2014/main" id="{D539982E-D078-F879-4B3B-EC25FFBDFB29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B0F0"/>
                </a:solidFill>
              </a:rPr>
              <a:t>REDACTED_00440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E4D000EA-F0E9-59C4-FEB9-C8C0E710D7A2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REDACTED_00078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E4232A2-FBDE-D0F9-3914-DC2FB27DCEE1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REDACTED_00079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2B92685B-D2DD-03D2-308A-981D855D1EB8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REDACTED_00080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7A0D8C9C-8323-48B1-6E0F-EB56EEF56014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003C23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bg1"/>
                </a:solidFill>
              </a:rPr>
              <a:t>REDACTED_00081</a:t>
            </a:r>
          </a:p>
        </p:txBody>
      </p: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294FC7F3-FCDC-9F17-AB78-7F137915F921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23" name="Shape 37">
              <a:extLst>
                <a:ext uri="{FF2B5EF4-FFF2-40B4-BE49-F238E27FC236}">
                  <a16:creationId xmlns:a16="http://schemas.microsoft.com/office/drawing/2014/main" id="{2BCA1F1A-877B-53FB-F3A9-611B3FC7EC59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4" name="Shape 38">
              <a:extLst>
                <a:ext uri="{FF2B5EF4-FFF2-40B4-BE49-F238E27FC236}">
                  <a16:creationId xmlns:a16="http://schemas.microsoft.com/office/drawing/2014/main" id="{BC429938-3436-BCFF-FCF5-FCEE4E20AB39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5" name="Text 39">
              <a:extLst>
                <a:ext uri="{FF2B5EF4-FFF2-40B4-BE49-F238E27FC236}">
                  <a16:creationId xmlns:a16="http://schemas.microsoft.com/office/drawing/2014/main" id="{45CEC32D-6E81-28DF-E446-105FCDB4E0B3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REDACTED_00441</a:t>
              </a:r>
              <a:r>
                <a:rPr lang="en-US" sz="800" err="1">
                  <a:solidFill>
                    <a:srgbClr val="1A3A36"/>
                  </a:solidFill>
                </a:rPr>
                <a:t>REDACTED_00442</a:t>
              </a:r>
              <a:r>
                <a:rPr lang="en-US" sz="800">
                  <a:solidFill>
                    <a:srgbClr val="1A3A36"/>
                  </a:solidFill>
                </a:rPr>
                <a:t>REDACTED_00443</a:t>
              </a:r>
              <a:endParaRPr lang="en-US" sz="800"/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A2007143-1E33-F863-D917-7067EC165E97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27" name="Shape 37">
              <a:extLst>
                <a:ext uri="{FF2B5EF4-FFF2-40B4-BE49-F238E27FC236}">
                  <a16:creationId xmlns:a16="http://schemas.microsoft.com/office/drawing/2014/main" id="{B3D9D9A2-CEE7-D043-8C69-8A2FEAB1EA95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8" name="Shape 38">
              <a:extLst>
                <a:ext uri="{FF2B5EF4-FFF2-40B4-BE49-F238E27FC236}">
                  <a16:creationId xmlns:a16="http://schemas.microsoft.com/office/drawing/2014/main" id="{22AAA590-0E17-C89C-6717-DDD42C9655EA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9" name="Text 39">
              <a:extLst>
                <a:ext uri="{FF2B5EF4-FFF2-40B4-BE49-F238E27FC236}">
                  <a16:creationId xmlns:a16="http://schemas.microsoft.com/office/drawing/2014/main" id="{0FDC442B-9786-795D-C28D-A78D6BDBB5D8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REDACTED_00444</a:t>
              </a:r>
              <a:endParaRPr lang="en-US" sz="800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A92B29CA-438F-913F-2764-E3DE5B5C71C0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31" name="Shape 37">
              <a:extLst>
                <a:ext uri="{FF2B5EF4-FFF2-40B4-BE49-F238E27FC236}">
                  <a16:creationId xmlns:a16="http://schemas.microsoft.com/office/drawing/2014/main" id="{84746E89-2819-B2CB-52AF-1A4AAB0F514A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2" name="Shape 38">
              <a:extLst>
                <a:ext uri="{FF2B5EF4-FFF2-40B4-BE49-F238E27FC236}">
                  <a16:creationId xmlns:a16="http://schemas.microsoft.com/office/drawing/2014/main" id="{CDF5531F-6440-AFBB-3DC0-5DB95D044412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rgbClr val="003C23"/>
            </a:solidFill>
            <a:ln w="635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Text 39">
              <a:extLst>
                <a:ext uri="{FF2B5EF4-FFF2-40B4-BE49-F238E27FC236}">
                  <a16:creationId xmlns:a16="http://schemas.microsoft.com/office/drawing/2014/main" id="{9964E360-1B24-9830-02B5-DB955EF75A52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REDACTED_00445</a:t>
              </a:r>
              <a:endParaRPr lang="en-US" sz="800"/>
            </a:p>
          </p:txBody>
        </p:sp>
      </p:grpSp>
      <p:sp>
        <p:nvSpPr>
          <p:cNvPr id="234" name="Shape 229">
            <a:extLst>
              <a:ext uri="{FF2B5EF4-FFF2-40B4-BE49-F238E27FC236}">
                <a16:creationId xmlns:a16="http://schemas.microsoft.com/office/drawing/2014/main" id="{0C2826DE-1D26-2176-2967-2AFA4F993AF1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AU" sz="800" b="1">
                <a:solidFill>
                  <a:schemeClr val="accent5"/>
                </a:solidFill>
              </a:rPr>
              <a:t>REDACTED_00082</a:t>
            </a:r>
          </a:p>
        </p:txBody>
      </p:sp>
      <p:sp>
        <p:nvSpPr>
          <p:cNvPr id="236" name="Shape 46">
            <a:extLst>
              <a:ext uri="{FF2B5EF4-FFF2-40B4-BE49-F238E27FC236}">
                <a16:creationId xmlns:a16="http://schemas.microsoft.com/office/drawing/2014/main" id="{EBA65324-F478-B55A-156F-BD0E877D352B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979543B-DF95-846E-DB17-D1765FC1681E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266" name="Text 35">
            <a:extLst>
              <a:ext uri="{FF2B5EF4-FFF2-40B4-BE49-F238E27FC236}">
                <a16:creationId xmlns:a16="http://schemas.microsoft.com/office/drawing/2014/main" id="{FA0FD7EC-FE38-2610-394D-4EB990E33778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68" name="Shape 36">
            <a:extLst>
              <a:ext uri="{FF2B5EF4-FFF2-40B4-BE49-F238E27FC236}">
                <a16:creationId xmlns:a16="http://schemas.microsoft.com/office/drawing/2014/main" id="{230E6F3D-0A00-C9B6-A316-AA721171F5A8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0" name="Shape 36">
            <a:extLst>
              <a:ext uri="{FF2B5EF4-FFF2-40B4-BE49-F238E27FC236}">
                <a16:creationId xmlns:a16="http://schemas.microsoft.com/office/drawing/2014/main" id="{56129A79-8096-229D-1A1E-24688BDE9541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D23FF4-BA9F-EE5B-1AF9-8ED8E071B2F7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003C23"/>
                </a:solidFill>
              </a:rPr>
              <a:t>REDACTED_00446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REDACTED_00447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REDACTED_00448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REDACTED_00449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14D33B-5045-8BA8-BD07-CB0FA59F6A46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REDACTED_00450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REDACTED_00451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REDACTED_00452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REDACTED_00453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8F184F4A-BE8D-0C3E-84B8-D3A04DBCE779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35">
            <a:extLst>
              <a:ext uri="{FF2B5EF4-FFF2-40B4-BE49-F238E27FC236}">
                <a16:creationId xmlns:a16="http://schemas.microsoft.com/office/drawing/2014/main" id="{6DBBC818-1027-C8EE-B173-A409C56176DE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5" name="Shape 36">
            <a:extLst>
              <a:ext uri="{FF2B5EF4-FFF2-40B4-BE49-F238E27FC236}">
                <a16:creationId xmlns:a16="http://schemas.microsoft.com/office/drawing/2014/main" id="{B5E01A71-4588-6ABD-E5D4-8BE2E4689306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5">
            <a:extLst>
              <a:ext uri="{FF2B5EF4-FFF2-40B4-BE49-F238E27FC236}">
                <a16:creationId xmlns:a16="http://schemas.microsoft.com/office/drawing/2014/main" id="{6AE23339-775A-DFEA-16C1-CF4D09DC4417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9" name="Shape 36">
            <a:extLst>
              <a:ext uri="{FF2B5EF4-FFF2-40B4-BE49-F238E27FC236}">
                <a16:creationId xmlns:a16="http://schemas.microsoft.com/office/drawing/2014/main" id="{B5E5122B-771C-B4D5-A495-A9906D06E30D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F18138-A87A-7EBB-A348-04AF0E81C12B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11" name="PersonIcon">
              <a:extLst>
                <a:ext uri="{FF2B5EF4-FFF2-40B4-BE49-F238E27FC236}">
                  <a16:creationId xmlns:a16="http://schemas.microsoft.com/office/drawing/2014/main" id="{2BC46BD4-16A5-151E-3B25-E5EF31B86B28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 107">
              <a:extLst>
                <a:ext uri="{FF2B5EF4-FFF2-40B4-BE49-F238E27FC236}">
                  <a16:creationId xmlns:a16="http://schemas.microsoft.com/office/drawing/2014/main" id="{404D59AD-99B2-18E2-C8B0-A7A503B84D77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3" name="Text 108">
              <a:extLst>
                <a:ext uri="{FF2B5EF4-FFF2-40B4-BE49-F238E27FC236}">
                  <a16:creationId xmlns:a16="http://schemas.microsoft.com/office/drawing/2014/main" id="{93DD98BD-D5FB-B7AB-3599-9E20432A09C6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REDACTED_00004</a:t>
              </a:r>
              <a:endParaRPr lang="en-US" sz="80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22ECA28-62DE-A740-31AC-5A1FBAAA3DA7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15" name="BuildingIcon">
              <a:extLst>
                <a:ext uri="{FF2B5EF4-FFF2-40B4-BE49-F238E27FC236}">
                  <a16:creationId xmlns:a16="http://schemas.microsoft.com/office/drawing/2014/main" id="{3BB78CED-A48E-3085-6189-BA0B9BC707B0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 109">
              <a:extLst>
                <a:ext uri="{FF2B5EF4-FFF2-40B4-BE49-F238E27FC236}">
                  <a16:creationId xmlns:a16="http://schemas.microsoft.com/office/drawing/2014/main" id="{70BAF7D9-88BF-3135-40AF-7ED3622CB58F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7" name="Text 110">
              <a:extLst>
                <a:ext uri="{FF2B5EF4-FFF2-40B4-BE49-F238E27FC236}">
                  <a16:creationId xmlns:a16="http://schemas.microsoft.com/office/drawing/2014/main" id="{3DF80584-7EBD-E898-877B-8BF6179ABFDE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REDACTED_00136</a:t>
              </a:r>
              <a:endParaRPr lang="en-US" sz="8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F08FFAC-418C-227F-1579-BD1A07A09857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19" name="GradCapIcon">
              <a:extLst>
                <a:ext uri="{FF2B5EF4-FFF2-40B4-BE49-F238E27FC236}">
                  <a16:creationId xmlns:a16="http://schemas.microsoft.com/office/drawing/2014/main" id="{D105ECAB-DD9F-AE0A-661A-A670CEB47A61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003C23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 111">
              <a:extLst>
                <a:ext uri="{FF2B5EF4-FFF2-40B4-BE49-F238E27FC236}">
                  <a16:creationId xmlns:a16="http://schemas.microsoft.com/office/drawing/2014/main" id="{685147C5-2FAF-C2D5-2A39-ABF763779E62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21" name="Text 112">
              <a:extLst>
                <a:ext uri="{FF2B5EF4-FFF2-40B4-BE49-F238E27FC236}">
                  <a16:creationId xmlns:a16="http://schemas.microsoft.com/office/drawing/2014/main" id="{15D5C1BB-753F-D9BD-ECC2-FCB785BCFEBA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003C23"/>
                  </a:solidFill>
                </a:rPr>
                <a:t>REDACTED_00008</a:t>
              </a:r>
              <a:endParaRPr lang="en-US" sz="80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21BA3B7-CD63-328C-7B9A-8891FD7DD238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3593910" y="2320429"/>
            <a:ext cx="2900209" cy="217515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FCBD650-C915-DBEC-53BF-C99E1374F1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9D7C438-72CA-5AD5-474C-182493C8D2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800" y="4413600"/>
            <a:ext cx="1315738" cy="1879200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1B3A6889-02F4-EFF8-8A15-F13BBFDE405A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003C23"/>
                </a:solidFill>
              </a:rPr>
              <a:t>REDACTED_00038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89">
            <a:extLst>
              <a:ext uri="{FF2B5EF4-FFF2-40B4-BE49-F238E27FC236}">
                <a16:creationId xmlns:a16="http://schemas.microsoft.com/office/drawing/2014/main" id="{BF276370-B886-7617-4D61-FF931FD03CAE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25684" b="-25684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4CF44F02-B28E-429D-111D-29117DE9FE8A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1" name="Shape 46">
            <a:extLst>
              <a:ext uri="{FF2B5EF4-FFF2-40B4-BE49-F238E27FC236}">
                <a16:creationId xmlns:a16="http://schemas.microsoft.com/office/drawing/2014/main" id="{9ACCBF3A-AC70-3800-6000-4CB5A2BCA8DB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6" name="Shape 46">
            <a:extLst>
              <a:ext uri="{FF2B5EF4-FFF2-40B4-BE49-F238E27FC236}">
                <a16:creationId xmlns:a16="http://schemas.microsoft.com/office/drawing/2014/main" id="{54257E95-CCB2-31C3-B6F3-D3EB9B2164D1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8" name="Shape 105">
            <a:extLst>
              <a:ext uri="{FF2B5EF4-FFF2-40B4-BE49-F238E27FC236}">
                <a16:creationId xmlns:a16="http://schemas.microsoft.com/office/drawing/2014/main" id="{95817A25-E26E-D04D-76FB-74AD4B336190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1" name="Shape 13">
            <a:extLst>
              <a:ext uri="{FF2B5EF4-FFF2-40B4-BE49-F238E27FC236}">
                <a16:creationId xmlns:a16="http://schemas.microsoft.com/office/drawing/2014/main" id="{7E00809A-8B83-5BCE-9F0C-06D4128659F7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0" name="Shape 13">
            <a:extLst>
              <a:ext uri="{FF2B5EF4-FFF2-40B4-BE49-F238E27FC236}">
                <a16:creationId xmlns:a16="http://schemas.microsoft.com/office/drawing/2014/main" id="{C0C14012-000D-A6D9-8BBE-779B9CFCF878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7" name="Shape 229">
            <a:extLst>
              <a:ext uri="{FF2B5EF4-FFF2-40B4-BE49-F238E27FC236}">
                <a16:creationId xmlns:a16="http://schemas.microsoft.com/office/drawing/2014/main" id="{034CB271-2A5A-88CD-9F5B-A0DD220050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0" name="Shape 229">
            <a:extLst>
              <a:ext uri="{FF2B5EF4-FFF2-40B4-BE49-F238E27FC236}">
                <a16:creationId xmlns:a16="http://schemas.microsoft.com/office/drawing/2014/main" id="{82351B9E-5EBE-3657-7C76-DB42EB037C18}"/>
              </a:ext>
            </a:extLst>
          </p:cNvPr>
          <p:cNvSpPr/>
          <p:nvPr/>
        </p:nvSpPr>
        <p:spPr>
          <a:xfrm>
            <a:off x="6972699" y="8426946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1" name="Shape 46">
            <a:extLst>
              <a:ext uri="{FF2B5EF4-FFF2-40B4-BE49-F238E27FC236}">
                <a16:creationId xmlns:a16="http://schemas.microsoft.com/office/drawing/2014/main" id="{EFA9C7F8-D1AB-632C-B9F7-984EDFFD0D5B}"/>
              </a:ext>
            </a:extLst>
          </p:cNvPr>
          <p:cNvSpPr/>
          <p:nvPr/>
        </p:nvSpPr>
        <p:spPr>
          <a:xfrm>
            <a:off x="3950594" y="8426946"/>
            <a:ext cx="2970319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144872F-5E2B-0711-A076-BC72EA3E5F61}"/>
              </a:ext>
            </a:extLst>
          </p:cNvPr>
          <p:cNvSpPr txBox="1"/>
          <p:nvPr/>
        </p:nvSpPr>
        <p:spPr>
          <a:xfrm>
            <a:off x="7072699" y="8526946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D26407-72FA-8414-27B1-975EEB1BEEC6}"/>
              </a:ext>
            </a:extLst>
          </p:cNvPr>
          <p:cNvSpPr txBox="1"/>
          <p:nvPr/>
        </p:nvSpPr>
        <p:spPr>
          <a:xfrm>
            <a:off x="4050594" y="8526946"/>
            <a:ext cx="2765448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REDACTED_00456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REDACTED_00457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REDACTED_00458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6B048C3-9F77-45C8-FC2E-BA898504818C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5" name="Text 2">
            <a:extLst>
              <a:ext uri="{FF2B5EF4-FFF2-40B4-BE49-F238E27FC236}">
                <a16:creationId xmlns:a16="http://schemas.microsoft.com/office/drawing/2014/main" id="{A38D519D-F2E3-29BB-C442-32B53EC472D8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outerShdw blurRad="4445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dkEdge"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  <a:latin typeface="Inter"/>
              </a:rPr>
              <a:t>REDACTED_00459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76FCC36-D82E-E681-CB7A-56F8A79860D8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D466F02-07D8-A73C-6F7E-A0BA12FD38B5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100" b="1">
                  <a:solidFill>
                    <a:srgbClr val="F55A2D"/>
                  </a:solidFill>
                </a:defRPr>
              </a:lvl1pPr>
            </a:lstStyle>
            <a:p>
              <a:r>
                <a:rPr lang="en-US"/>
                <a:t>REDACTED_00460</a:t>
              </a:r>
            </a:p>
          </p:txBody>
        </p:sp>
        <p:sp>
          <p:nvSpPr>
            <p:cNvPr id="93" name="Text 4">
              <a:extLst>
                <a:ext uri="{FF2B5EF4-FFF2-40B4-BE49-F238E27FC236}">
                  <a16:creationId xmlns:a16="http://schemas.microsoft.com/office/drawing/2014/main" id="{DBC326E2-6FF1-6570-6BCD-FFAE0907EE19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rgbClr val="F55A2D"/>
                  </a:solidFill>
                </a:rPr>
                <a:t>REDACTED_00461</a:t>
              </a:r>
            </a:p>
          </p:txBody>
        </p:sp>
      </p:grpSp>
      <p:sp>
        <p:nvSpPr>
          <p:cNvPr id="95" name="Shape 5">
            <a:extLst>
              <a:ext uri="{FF2B5EF4-FFF2-40B4-BE49-F238E27FC236}">
                <a16:creationId xmlns:a16="http://schemas.microsoft.com/office/drawing/2014/main" id="{2AC08BA6-AD1B-BCA7-5F99-CDCB54999E05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3"/>
              </a:solidFill>
            </a:endParaRPr>
          </a:p>
        </p:txBody>
      </p:sp>
      <p:sp>
        <p:nvSpPr>
          <p:cNvPr id="96" name="Text 6">
            <a:extLst>
              <a:ext uri="{FF2B5EF4-FFF2-40B4-BE49-F238E27FC236}">
                <a16:creationId xmlns:a16="http://schemas.microsoft.com/office/drawing/2014/main" id="{6298AB56-432E-E094-C263-5C3FF14404A3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3"/>
                </a:solidFill>
              </a:rPr>
              <a:t>REDACTED_00462</a:t>
            </a:r>
            <a:endParaRPr lang="en-US" sz="900">
              <a:solidFill>
                <a:schemeClr val="accent3"/>
              </a:solidFill>
            </a:endParaRPr>
          </a:p>
        </p:txBody>
      </p:sp>
      <p:sp>
        <p:nvSpPr>
          <p:cNvPr id="98" name="Text 8">
            <a:extLst>
              <a:ext uri="{FF2B5EF4-FFF2-40B4-BE49-F238E27FC236}">
                <a16:creationId xmlns:a16="http://schemas.microsoft.com/office/drawing/2014/main" id="{D2042C82-49FB-FAC6-A465-688D19D31760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F55A2D"/>
                </a:solidFill>
              </a:rPr>
              <a:t>REDACTED_00097</a:t>
            </a:r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118C986B-344B-EDA0-07E6-48412E3866EA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77932A55-7796-DA17-3D96-AB176BC0C109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557000C0-832F-DCCD-04E3-3EB81882E599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REDACTED_00463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REDACTED_00464</a:t>
            </a:r>
            <a:r>
              <a:rPr lang="en-US" sz="800" err="1">
                <a:solidFill>
                  <a:srgbClr val="1A1A1A"/>
                </a:solidFill>
              </a:rPr>
              <a:t>REDACTED_00465</a:t>
            </a:r>
            <a:r>
              <a:rPr lang="en-US" sz="800">
                <a:solidFill>
                  <a:srgbClr val="1A1A1A"/>
                </a:solidFill>
              </a:rPr>
              <a:t>REDACTED_00466</a:t>
            </a:r>
            <a:endParaRPr lang="en-US" sz="800"/>
          </a:p>
        </p:txBody>
      </p:sp>
      <p:grpSp>
        <p:nvGrpSpPr>
          <p:cNvPr id="241" name="Group 240"/>
          <p:cNvGrpSpPr/>
          <p:nvPr/>
        </p:nvGrpSpPr>
        <p:grpSpPr>
          <a:xfrm>
            <a:off x="9770789" y="1533598"/>
            <a:ext cx="2333207" cy="635929"/>
            <a:chOff x="10112273" y="2891965"/>
            <a:chExt cx="1920240" cy="580548"/>
          </a:xfrm>
        </p:grpSpPr>
        <p:sp>
          <p:nvSpPr>
            <p:cNvPr id="245" name="Shape 243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3" name="Text 241a"/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REDACTED_00467</a:t>
              </a:r>
            </a:p>
          </p:txBody>
        </p:sp>
        <p:sp>
          <p:nvSpPr>
            <p:cNvPr id="247" name="Text 245a"/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REDACTED_00468</a:t>
              </a:r>
            </a:p>
          </p:txBody>
        </p:sp>
        <p:sp>
          <p:nvSpPr>
            <p:cNvPr id="246" name="Shape 244"/>
            <p:cNvSpPr/>
            <p:nvPr/>
          </p:nvSpPr>
          <p:spPr>
            <a:xfrm>
              <a:off x="10198302" y="3237891"/>
              <a:ext cx="796998" cy="64008"/>
            </a:xfrm>
            <a:prstGeom prst="rect">
              <a:avLst/>
            </a:prstGeom>
            <a:solidFill>
              <a:srgbClr val="F55A2D"/>
            </a:solidFill>
            <a:ln w="12700">
              <a:solidFill>
                <a:srgbClr val="F55A2D"/>
              </a:solidFill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8" name="Shape 246a"/>
            <p:cNvSpPr/>
            <p:nvPr/>
          </p:nvSpPr>
          <p:spPr>
            <a:xfrm>
              <a:off x="10995299" y="3235031"/>
              <a:ext cx="684411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0" name="Text 248a"/>
            <p:cNvSpPr/>
            <p:nvPr/>
          </p:nvSpPr>
          <p:spPr>
            <a:xfrm>
              <a:off x="11700022" y="3289633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REDACTED_00469</a:t>
              </a:r>
            </a:p>
          </p:txBody>
        </p:sp>
      </p:grpSp>
      <p:sp>
        <p:nvSpPr>
          <p:cNvPr id="120" name="Text 6">
            <a:extLst>
              <a:ext uri="{FF2B5EF4-FFF2-40B4-BE49-F238E27FC236}">
                <a16:creationId xmlns:a16="http://schemas.microsoft.com/office/drawing/2014/main" id="{6CA8362A-2DAD-C917-63BA-766A30A4C94E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F55A2D"/>
                </a:solidFill>
              </a:rPr>
              <a:t>REDACTED_00038</a:t>
            </a:r>
          </a:p>
        </p:txBody>
      </p:sp>
      <p:sp>
        <p:nvSpPr>
          <p:cNvPr id="132" name="Shape 130">
            <a:extLst>
              <a:ext uri="{FF2B5EF4-FFF2-40B4-BE49-F238E27FC236}">
                <a16:creationId xmlns:a16="http://schemas.microsoft.com/office/drawing/2014/main" id="{B05FB61E-3342-5D1A-FB7B-6C04ECEF41B8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E43CB0B-A6C0-337E-9B3F-DEE857A491FC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38" name="Picture 137" descr="A black and blue logo  AI-generated content may be incorrect.">
            <a:extLst>
              <a:ext uri="{FF2B5EF4-FFF2-40B4-BE49-F238E27FC236}">
                <a16:creationId xmlns:a16="http://schemas.microsoft.com/office/drawing/2014/main" id="{913142B1-F3C6-A7A8-F49B-D61FF06D1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45" name="Text 211a">
            <a:extLst>
              <a:ext uri="{FF2B5EF4-FFF2-40B4-BE49-F238E27FC236}">
                <a16:creationId xmlns:a16="http://schemas.microsoft.com/office/drawing/2014/main" id="{F7CA58FA-CF78-EEF2-9B10-CFF5012D8861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47" name="Text 213a">
            <a:extLst>
              <a:ext uri="{FF2B5EF4-FFF2-40B4-BE49-F238E27FC236}">
                <a16:creationId xmlns:a16="http://schemas.microsoft.com/office/drawing/2014/main" id="{74206928-B328-3A0B-D695-DD23E5DB0DC7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49" name="Text 218a">
            <a:extLst>
              <a:ext uri="{FF2B5EF4-FFF2-40B4-BE49-F238E27FC236}">
                <a16:creationId xmlns:a16="http://schemas.microsoft.com/office/drawing/2014/main" id="{5CB700BC-6139-C732-385D-0B375674A3D9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53" name="Shape 229">
            <a:extLst>
              <a:ext uri="{FF2B5EF4-FFF2-40B4-BE49-F238E27FC236}">
                <a16:creationId xmlns:a16="http://schemas.microsoft.com/office/drawing/2014/main" id="{3FBD7379-E4B1-A6D9-75CE-24BF46155E6D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REDACTED_00470</a:t>
            </a:r>
          </a:p>
        </p:txBody>
      </p:sp>
      <p:sp>
        <p:nvSpPr>
          <p:cNvPr id="164" name="Shape 10">
            <a:extLst>
              <a:ext uri="{FF2B5EF4-FFF2-40B4-BE49-F238E27FC236}">
                <a16:creationId xmlns:a16="http://schemas.microsoft.com/office/drawing/2014/main" id="{F1065EDD-2621-69C8-362C-B1C1A523663C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7" name="Text 31">
            <a:extLst>
              <a:ext uri="{FF2B5EF4-FFF2-40B4-BE49-F238E27FC236}">
                <a16:creationId xmlns:a16="http://schemas.microsoft.com/office/drawing/2014/main" id="{FE404C31-596D-7809-3C56-AF1392B552C3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69" name="Shape 32">
            <a:extLst>
              <a:ext uri="{FF2B5EF4-FFF2-40B4-BE49-F238E27FC236}">
                <a16:creationId xmlns:a16="http://schemas.microsoft.com/office/drawing/2014/main" id="{B8B5D566-5928-657F-B464-B43D20DC5B2B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1" name="Text 33">
            <a:extLst>
              <a:ext uri="{FF2B5EF4-FFF2-40B4-BE49-F238E27FC236}">
                <a16:creationId xmlns:a16="http://schemas.microsoft.com/office/drawing/2014/main" id="{23F9D815-7F34-0486-9D58-00E6209924F5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REDACTED_00471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173" name="Text 33">
            <a:extLst>
              <a:ext uri="{FF2B5EF4-FFF2-40B4-BE49-F238E27FC236}">
                <a16:creationId xmlns:a16="http://schemas.microsoft.com/office/drawing/2014/main" id="{E979331E-A292-7872-CFD2-52902FAF14A6}"/>
              </a:ext>
            </a:extLst>
          </p:cNvPr>
          <p:cNvSpPr/>
          <p:nvPr/>
        </p:nvSpPr>
        <p:spPr>
          <a:xfrm>
            <a:off x="180001" y="2516870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REDACTED_00472</a:t>
            </a:r>
          </a:p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>
                <a:solidFill>
                  <a:srgbClr val="444444"/>
                </a:solidFill>
              </a:rPr>
              <a:t>REDACTED_00473</a:t>
            </a:r>
          </a:p>
        </p:txBody>
      </p:sp>
      <p:sp>
        <p:nvSpPr>
          <p:cNvPr id="175" name="Text 31">
            <a:extLst>
              <a:ext uri="{FF2B5EF4-FFF2-40B4-BE49-F238E27FC236}">
                <a16:creationId xmlns:a16="http://schemas.microsoft.com/office/drawing/2014/main" id="{83259112-BBBF-82B7-AF11-ED1DBFD8BB73}"/>
              </a:ext>
            </a:extLst>
          </p:cNvPr>
          <p:cNvSpPr/>
          <p:nvPr/>
        </p:nvSpPr>
        <p:spPr>
          <a:xfrm>
            <a:off x="180000" y="2349617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77" name="Shape 32">
            <a:extLst>
              <a:ext uri="{FF2B5EF4-FFF2-40B4-BE49-F238E27FC236}">
                <a16:creationId xmlns:a16="http://schemas.microsoft.com/office/drawing/2014/main" id="{2E4E0130-02A6-B8EE-37EB-DA4E36DB41B9}"/>
              </a:ext>
            </a:extLst>
          </p:cNvPr>
          <p:cNvSpPr/>
          <p:nvPr/>
        </p:nvSpPr>
        <p:spPr>
          <a:xfrm>
            <a:off x="144000" y="2468489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9" name="Shape 10">
            <a:extLst>
              <a:ext uri="{FF2B5EF4-FFF2-40B4-BE49-F238E27FC236}">
                <a16:creationId xmlns:a16="http://schemas.microsoft.com/office/drawing/2014/main" id="{FF5DBBA6-C80B-615E-DEFD-274B3A267709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3" name="Shape 16">
            <a:extLst>
              <a:ext uri="{FF2B5EF4-FFF2-40B4-BE49-F238E27FC236}">
                <a16:creationId xmlns:a16="http://schemas.microsoft.com/office/drawing/2014/main" id="{CFF05AA8-70F8-A98B-BEA8-21074635A073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REDACTED_00474</a:t>
            </a:r>
          </a:p>
        </p:txBody>
      </p:sp>
      <p:sp>
        <p:nvSpPr>
          <p:cNvPr id="185" name="Shape 16">
            <a:extLst>
              <a:ext uri="{FF2B5EF4-FFF2-40B4-BE49-F238E27FC236}">
                <a16:creationId xmlns:a16="http://schemas.microsoft.com/office/drawing/2014/main" id="{542F70C2-DE35-BC00-80AF-345ECDACCB7C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F55A2D"/>
                </a:solidFill>
              </a:rPr>
              <a:t>REDACTED_00475</a:t>
            </a:r>
          </a:p>
        </p:txBody>
      </p:sp>
      <p:sp>
        <p:nvSpPr>
          <p:cNvPr id="187" name="Shape 16">
            <a:extLst>
              <a:ext uri="{FF2B5EF4-FFF2-40B4-BE49-F238E27FC236}">
                <a16:creationId xmlns:a16="http://schemas.microsoft.com/office/drawing/2014/main" id="{ABD93FD2-7689-114B-368D-60F80E7969EF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F55A2D"/>
                </a:solidFill>
              </a:rPr>
              <a:t>REDACTED_00476</a:t>
            </a:r>
          </a:p>
        </p:txBody>
      </p:sp>
      <p:sp>
        <p:nvSpPr>
          <p:cNvPr id="189" name="Shape 16">
            <a:extLst>
              <a:ext uri="{FF2B5EF4-FFF2-40B4-BE49-F238E27FC236}">
                <a16:creationId xmlns:a16="http://schemas.microsoft.com/office/drawing/2014/main" id="{15D10244-1D13-8616-5D61-C0CB97D32148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F55A2D"/>
                </a:solidFill>
              </a:rPr>
              <a:t>REDACTED_00477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196B3F0E-2AE5-F408-5245-8D9CCF8EC78F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REDACTED_00078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6746274A-27CE-451F-6BA2-FC7151F685B8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REDACTED_00079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E5F70AE1-4CAA-F440-9E44-E526D8112C19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REDACTED_00080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0F53B151-9623-C598-30A1-10DE7EE89947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REDACTED_00081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8C8606FA-631D-B38D-315B-641B48903687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13" name="Shape 37">
              <a:extLst>
                <a:ext uri="{FF2B5EF4-FFF2-40B4-BE49-F238E27FC236}">
                  <a16:creationId xmlns:a16="http://schemas.microsoft.com/office/drawing/2014/main" id="{B62843C9-5393-39B6-312A-6728739B188E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F55A2D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4" name="Shape 38">
              <a:extLst>
                <a:ext uri="{FF2B5EF4-FFF2-40B4-BE49-F238E27FC236}">
                  <a16:creationId xmlns:a16="http://schemas.microsoft.com/office/drawing/2014/main" id="{92D3F125-1D2D-D4DE-ECDE-171F30A74DE2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F55A2D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5" name="Text 39">
              <a:extLst>
                <a:ext uri="{FF2B5EF4-FFF2-40B4-BE49-F238E27FC236}">
                  <a16:creationId xmlns:a16="http://schemas.microsoft.com/office/drawing/2014/main" id="{71944EE5-F1BD-7072-1FB1-4385C6917727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REDACTED_00478</a:t>
              </a:r>
              <a:r>
                <a:rPr lang="en-US" sz="800" err="1">
                  <a:solidFill>
                    <a:srgbClr val="1A3A36"/>
                  </a:solidFill>
                </a:rPr>
                <a:t>REDACTED_00119</a:t>
              </a:r>
              <a:r>
                <a:rPr lang="en-US" sz="800">
                  <a:solidFill>
                    <a:srgbClr val="1A3A36"/>
                  </a:solidFill>
                </a:rPr>
                <a:t>REDACTED_00479</a:t>
              </a:r>
              <a:endParaRPr lang="en-US" sz="800"/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EC7F6A98-ABE9-88AF-47BF-3DBD438CCC95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17" name="Shape 37">
              <a:extLst>
                <a:ext uri="{FF2B5EF4-FFF2-40B4-BE49-F238E27FC236}">
                  <a16:creationId xmlns:a16="http://schemas.microsoft.com/office/drawing/2014/main" id="{633F2F3D-7131-4A9C-44C6-D230A3D8805F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F55A2D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8" name="Shape 38">
              <a:extLst>
                <a:ext uri="{FF2B5EF4-FFF2-40B4-BE49-F238E27FC236}">
                  <a16:creationId xmlns:a16="http://schemas.microsoft.com/office/drawing/2014/main" id="{F47523B4-ABFB-21BC-08A7-906FB6F7F8D3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F55A2D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9" name="Text 39">
              <a:extLst>
                <a:ext uri="{FF2B5EF4-FFF2-40B4-BE49-F238E27FC236}">
                  <a16:creationId xmlns:a16="http://schemas.microsoft.com/office/drawing/2014/main" id="{8CBCD485-9D85-9226-70E9-B02EA58F6264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REDACTED_00480</a:t>
              </a:r>
              <a:endParaRPr lang="en-US" sz="800"/>
            </a:p>
          </p:txBody>
        </p: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0A5B59D8-383D-77B1-7A2D-C171DE3628C8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21" name="Shape 37">
              <a:extLst>
                <a:ext uri="{FF2B5EF4-FFF2-40B4-BE49-F238E27FC236}">
                  <a16:creationId xmlns:a16="http://schemas.microsoft.com/office/drawing/2014/main" id="{6A96F13D-4A68-4B1E-66AF-28F3CEA8AB27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F55A2D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2" name="Shape 38">
              <a:extLst>
                <a:ext uri="{FF2B5EF4-FFF2-40B4-BE49-F238E27FC236}">
                  <a16:creationId xmlns:a16="http://schemas.microsoft.com/office/drawing/2014/main" id="{CC2A58F4-86BD-7931-84C4-A6ED76B41AD7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F55A2D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3" name="Text 39">
              <a:extLst>
                <a:ext uri="{FF2B5EF4-FFF2-40B4-BE49-F238E27FC236}">
                  <a16:creationId xmlns:a16="http://schemas.microsoft.com/office/drawing/2014/main" id="{07DBA24C-25D9-DAD2-5256-57B14D4C27D5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REDACTED_00481</a:t>
              </a:r>
              <a:endParaRPr lang="en-US" sz="800"/>
            </a:p>
          </p:txBody>
        </p:sp>
      </p:grpSp>
      <p:sp>
        <p:nvSpPr>
          <p:cNvPr id="224" name="Shape 229">
            <a:extLst>
              <a:ext uri="{FF2B5EF4-FFF2-40B4-BE49-F238E27FC236}">
                <a16:creationId xmlns:a16="http://schemas.microsoft.com/office/drawing/2014/main" id="{26AF4E1A-1EF4-6DEC-F934-997F42750713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REDACTED_00082</a:t>
            </a:r>
          </a:p>
        </p:txBody>
      </p:sp>
      <p:sp>
        <p:nvSpPr>
          <p:cNvPr id="226" name="Shape 46">
            <a:extLst>
              <a:ext uri="{FF2B5EF4-FFF2-40B4-BE49-F238E27FC236}">
                <a16:creationId xmlns:a16="http://schemas.microsoft.com/office/drawing/2014/main" id="{9790A255-2717-341B-566A-87B2D55FF913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5EBC0A14-A7FD-38E0-779C-885921701483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5" name="Text 35">
            <a:extLst>
              <a:ext uri="{FF2B5EF4-FFF2-40B4-BE49-F238E27FC236}">
                <a16:creationId xmlns:a16="http://schemas.microsoft.com/office/drawing/2014/main" id="{3334840D-4875-2540-CE12-37FBD8152FCA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67" name="Shape 36">
            <a:extLst>
              <a:ext uri="{FF2B5EF4-FFF2-40B4-BE49-F238E27FC236}">
                <a16:creationId xmlns:a16="http://schemas.microsoft.com/office/drawing/2014/main" id="{05E262AA-7258-33D6-45F8-CBC72066EC36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9" name="Shape 36">
            <a:extLst>
              <a:ext uri="{FF2B5EF4-FFF2-40B4-BE49-F238E27FC236}">
                <a16:creationId xmlns:a16="http://schemas.microsoft.com/office/drawing/2014/main" id="{72B34D71-0837-3B09-55C3-549C0C471312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1" name="Text 35">
            <a:extLst>
              <a:ext uri="{FF2B5EF4-FFF2-40B4-BE49-F238E27FC236}">
                <a16:creationId xmlns:a16="http://schemas.microsoft.com/office/drawing/2014/main" id="{075B2B59-7E27-DEB5-BDFF-709FB5B7F9E9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5597BD-5B09-9C01-0AD3-46F721EEAC50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F55A2D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REDACTED_00482</a:t>
            </a:r>
            <a:r>
              <a:rPr lang="en-US" altLang="en-US" sz="800" err="1">
                <a:solidFill>
                  <a:srgbClr val="444444"/>
                </a:solidFill>
                <a:latin typeface="Calibri" panose="020F0502020204030204"/>
              </a:rPr>
              <a:t>REDACTED_00142</a:t>
            </a: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REDACTED_00326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REDACTED_00483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REDACTED_00484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15B7E1-6F69-6266-6924-4F5A8EB244E7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solidFill>
                  <a:srgbClr val="F55A2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REDACTED_00485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REDACTED_00486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REDACTED_00487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REDACTED_00488</a:t>
            </a: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F38835E8-80B2-5CDD-6045-32EE40AD2F3B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9B0C458C-A3CF-BC08-5127-9D7D02B9A031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153E06CB-664C-03B8-4623-F3246F51B849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BE268A1C-2F14-EA65-72D4-C7E4FCE6B93E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E6237DFA-4BCF-218C-4D61-72137453A7A6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1BD877C-364D-B922-4DC0-E5BBB39033F0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48" name="PersonIcon">
              <a:extLst>
                <a:ext uri="{FF2B5EF4-FFF2-40B4-BE49-F238E27FC236}">
                  <a16:creationId xmlns:a16="http://schemas.microsoft.com/office/drawing/2014/main" id="{68459FBB-1E1E-E76A-37D1-02B819E6430B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 107">
              <a:extLst>
                <a:ext uri="{FF2B5EF4-FFF2-40B4-BE49-F238E27FC236}">
                  <a16:creationId xmlns:a16="http://schemas.microsoft.com/office/drawing/2014/main" id="{7AFD3608-46B0-8498-452A-C91673C834DD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50" name="Text 108">
              <a:extLst>
                <a:ext uri="{FF2B5EF4-FFF2-40B4-BE49-F238E27FC236}">
                  <a16:creationId xmlns:a16="http://schemas.microsoft.com/office/drawing/2014/main" id="{A12992A3-16F2-0230-82D2-07899516B1A0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REDACTED_00004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D6BA78E-C73B-92B8-770A-F6DD49AB7F48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52" name="BuildingIcon">
              <a:extLst>
                <a:ext uri="{FF2B5EF4-FFF2-40B4-BE49-F238E27FC236}">
                  <a16:creationId xmlns:a16="http://schemas.microsoft.com/office/drawing/2014/main" id="{0112D678-6B8E-FC72-E805-353EFA445527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Text 109">
              <a:extLst>
                <a:ext uri="{FF2B5EF4-FFF2-40B4-BE49-F238E27FC236}">
                  <a16:creationId xmlns:a16="http://schemas.microsoft.com/office/drawing/2014/main" id="{8ABEA2E0-5AA9-EFAA-B0D7-821E0CBACCA7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54" name="Text 110">
              <a:extLst>
                <a:ext uri="{FF2B5EF4-FFF2-40B4-BE49-F238E27FC236}">
                  <a16:creationId xmlns:a16="http://schemas.microsoft.com/office/drawing/2014/main" id="{456BF979-A05B-7842-D08B-0E6B789DBBE9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REDACTED_00351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48D9308-EE08-55CE-AD1C-0F55A6CF371B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58" name="GradCapIcon">
              <a:extLst>
                <a:ext uri="{FF2B5EF4-FFF2-40B4-BE49-F238E27FC236}">
                  <a16:creationId xmlns:a16="http://schemas.microsoft.com/office/drawing/2014/main" id="{FC85AE0A-612A-2997-0A1A-DADC07F4686F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Text 111">
              <a:extLst>
                <a:ext uri="{FF2B5EF4-FFF2-40B4-BE49-F238E27FC236}">
                  <a16:creationId xmlns:a16="http://schemas.microsoft.com/office/drawing/2014/main" id="{A274AD52-5FB9-BD0E-CA8C-BF5A56BC38AE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62" name="Text 112">
              <a:extLst>
                <a:ext uri="{FF2B5EF4-FFF2-40B4-BE49-F238E27FC236}">
                  <a16:creationId xmlns:a16="http://schemas.microsoft.com/office/drawing/2014/main" id="{99452543-4BE5-E2FA-6D9F-A4663C23686C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REDACTED_00334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6005FC7-6F1B-D533-255F-020983B700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3900B27-DC8F-FABC-6D39-8D9BCA08CDCC}"/>
              </a:ext>
            </a:extLst>
          </p:cNvPr>
          <p:cNvGrpSpPr/>
          <p:nvPr/>
        </p:nvGrpSpPr>
        <p:grpSpPr>
          <a:xfrm>
            <a:off x="9986549" y="2847394"/>
            <a:ext cx="2225345" cy="3087520"/>
            <a:chOff x="9986549" y="2847394"/>
            <a:chExt cx="2225345" cy="3087520"/>
          </a:xfrm>
        </p:grpSpPr>
        <p:sp>
          <p:nvSpPr>
            <p:cNvPr id="4" name="Text 11">
              <a:extLst>
                <a:ext uri="{FF2B5EF4-FFF2-40B4-BE49-F238E27FC236}">
                  <a16:creationId xmlns:a16="http://schemas.microsoft.com/office/drawing/2014/main" id="{3CE1D8FB-CCC4-7EF0-EC32-46035AEBE907}"/>
                </a:ext>
              </a:extLst>
            </p:cNvPr>
            <p:cNvSpPr/>
            <p:nvPr/>
          </p:nvSpPr>
          <p:spPr>
            <a:xfrm>
              <a:off x="10610735" y="293001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444444"/>
                  </a:solidFill>
                </a:rPr>
                <a:t>REDACTED_00489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REDACTED_00490</a:t>
              </a:r>
            </a:p>
          </p:txBody>
        </p:sp>
        <p:sp>
          <p:nvSpPr>
            <p:cNvPr id="6" name="Text 12">
              <a:extLst>
                <a:ext uri="{FF2B5EF4-FFF2-40B4-BE49-F238E27FC236}">
                  <a16:creationId xmlns:a16="http://schemas.microsoft.com/office/drawing/2014/main" id="{610AE65D-DE38-6E0C-2298-F81982E19DE5}"/>
                </a:ext>
              </a:extLst>
            </p:cNvPr>
            <p:cNvSpPr/>
            <p:nvPr/>
          </p:nvSpPr>
          <p:spPr>
            <a:xfrm>
              <a:off x="10610735" y="2973956"/>
              <a:ext cx="1601159" cy="1322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650">
                <a:solidFill>
                  <a:srgbClr val="444444"/>
                </a:solidFill>
              </a:endParaRPr>
            </a:p>
          </p:txBody>
        </p:sp>
        <p:sp>
          <p:nvSpPr>
            <p:cNvPr id="8" name="Text 15">
              <a:extLst>
                <a:ext uri="{FF2B5EF4-FFF2-40B4-BE49-F238E27FC236}">
                  <a16:creationId xmlns:a16="http://schemas.microsoft.com/office/drawing/2014/main" id="{65C6B6C3-4584-4009-CAD7-A0F10626579E}"/>
                </a:ext>
              </a:extLst>
            </p:cNvPr>
            <p:cNvSpPr/>
            <p:nvPr/>
          </p:nvSpPr>
          <p:spPr>
            <a:xfrm>
              <a:off x="10610735" y="3416239"/>
              <a:ext cx="1440000" cy="2910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 b="1">
                  <a:solidFill>
                    <a:srgbClr val="444444"/>
                  </a:solidFill>
                </a:rPr>
                <a:t>REDACTED_00491</a:t>
              </a:r>
            </a:p>
          </p:txBody>
        </p:sp>
        <p:sp>
          <p:nvSpPr>
            <p:cNvPr id="10" name="Text 19">
              <a:extLst>
                <a:ext uri="{FF2B5EF4-FFF2-40B4-BE49-F238E27FC236}">
                  <a16:creationId xmlns:a16="http://schemas.microsoft.com/office/drawing/2014/main" id="{2A6138E1-A7C9-D96E-45D0-26850B08B1BB}"/>
                </a:ext>
              </a:extLst>
            </p:cNvPr>
            <p:cNvSpPr/>
            <p:nvPr/>
          </p:nvSpPr>
          <p:spPr>
            <a:xfrm>
              <a:off x="10610736" y="4037483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REDACTED_00492</a:t>
              </a:r>
            </a:p>
          </p:txBody>
        </p:sp>
        <p:sp>
          <p:nvSpPr>
            <p:cNvPr id="12" name="Text 23">
              <a:extLst>
                <a:ext uri="{FF2B5EF4-FFF2-40B4-BE49-F238E27FC236}">
                  <a16:creationId xmlns:a16="http://schemas.microsoft.com/office/drawing/2014/main" id="{877CDED4-B288-87CE-8094-CB3C508DCDE7}"/>
                </a:ext>
              </a:extLst>
            </p:cNvPr>
            <p:cNvSpPr/>
            <p:nvPr/>
          </p:nvSpPr>
          <p:spPr>
            <a:xfrm>
              <a:off x="10610735" y="4602488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REDACTED_00493</a:t>
              </a:r>
            </a:p>
          </p:txBody>
        </p:sp>
        <p:sp>
          <p:nvSpPr>
            <p:cNvPr id="14" name="Text 28">
              <a:extLst>
                <a:ext uri="{FF2B5EF4-FFF2-40B4-BE49-F238E27FC236}">
                  <a16:creationId xmlns:a16="http://schemas.microsoft.com/office/drawing/2014/main" id="{D614902A-F5FC-F2BE-5036-B5A117535801}"/>
                </a:ext>
              </a:extLst>
            </p:cNvPr>
            <p:cNvSpPr/>
            <p:nvPr/>
          </p:nvSpPr>
          <p:spPr>
            <a:xfrm>
              <a:off x="10610735" y="5116443"/>
              <a:ext cx="1440000" cy="2733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REDACTED_00494</a:t>
              </a:r>
            </a:p>
          </p:txBody>
        </p:sp>
        <p:sp>
          <p:nvSpPr>
            <p:cNvPr id="16" name="Text 32">
              <a:extLst>
                <a:ext uri="{FF2B5EF4-FFF2-40B4-BE49-F238E27FC236}">
                  <a16:creationId xmlns:a16="http://schemas.microsoft.com/office/drawing/2014/main" id="{37A80A09-23E4-4E43-03A9-EDC034BDDB62}"/>
                </a:ext>
              </a:extLst>
            </p:cNvPr>
            <p:cNvSpPr/>
            <p:nvPr/>
          </p:nvSpPr>
          <p:spPr>
            <a:xfrm>
              <a:off x="10610735" y="5693536"/>
              <a:ext cx="1440000" cy="158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444444"/>
                  </a:solidFill>
                </a:rPr>
                <a:t>REDACTED_00495</a:t>
              </a:r>
            </a:p>
            <a:p>
              <a:r>
                <a:rPr lang="en-US" sz="650">
                  <a:solidFill>
                    <a:srgbClr val="444444"/>
                  </a:solidFill>
                </a:rPr>
                <a:t>REDACTED_00496</a:t>
              </a:r>
            </a:p>
          </p:txBody>
        </p:sp>
        <p:sp>
          <p:nvSpPr>
            <p:cNvPr id="18" name="Shape 188">
              <a:extLst>
                <a:ext uri="{FF2B5EF4-FFF2-40B4-BE49-F238E27FC236}">
                  <a16:creationId xmlns:a16="http://schemas.microsoft.com/office/drawing/2014/main" id="{F8E9B067-812B-EDED-2A46-6E28E1FF04A9}"/>
                </a:ext>
              </a:extLst>
            </p:cNvPr>
            <p:cNvSpPr>
              <a:spLocks/>
            </p:cNvSpPr>
            <p:nvPr/>
          </p:nvSpPr>
          <p:spPr>
            <a:xfrm>
              <a:off x="10159436" y="3001218"/>
              <a:ext cx="50226" cy="2772000"/>
            </a:xfrm>
            <a:prstGeom prst="roundRect">
              <a:avLst>
                <a:gd name="adj" fmla="val 44444"/>
              </a:avLst>
            </a:prstGeom>
            <a:solidFill>
              <a:schemeClr val="accent3"/>
            </a:solidFill>
            <a:ln w="12700">
              <a:solidFill>
                <a:schemeClr val="accent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Shape 189">
              <a:extLst>
                <a:ext uri="{FF2B5EF4-FFF2-40B4-BE49-F238E27FC236}">
                  <a16:creationId xmlns:a16="http://schemas.microsoft.com/office/drawing/2014/main" id="{E3A9EFDB-281A-419B-D3FF-3562A4362191}"/>
                </a:ext>
              </a:extLst>
            </p:cNvPr>
            <p:cNvSpPr>
              <a:spLocks/>
            </p:cNvSpPr>
            <p:nvPr/>
          </p:nvSpPr>
          <p:spPr>
            <a:xfrm>
              <a:off x="10159436" y="3001218"/>
              <a:ext cx="50226" cy="1116000"/>
            </a:xfrm>
            <a:prstGeom prst="roundRect">
              <a:avLst>
                <a:gd name="adj" fmla="val 44444"/>
              </a:avLst>
            </a:prstGeom>
            <a:solidFill>
              <a:schemeClr val="accent2"/>
            </a:solidFill>
            <a:ln w="12700">
              <a:solidFill>
                <a:srgbClr val="F55A2D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Shape 190">
              <a:extLst>
                <a:ext uri="{FF2B5EF4-FFF2-40B4-BE49-F238E27FC236}">
                  <a16:creationId xmlns:a16="http://schemas.microsoft.com/office/drawing/2014/main" id="{F92FB4F9-1300-F2B6-9AE3-2291884F3410}"/>
                </a:ext>
              </a:extLst>
            </p:cNvPr>
            <p:cNvSpPr>
              <a:spLocks/>
            </p:cNvSpPr>
            <p:nvPr/>
          </p:nvSpPr>
          <p:spPr>
            <a:xfrm>
              <a:off x="10022549" y="2847394"/>
              <a:ext cx="324000" cy="324000"/>
            </a:xfrm>
            <a:prstGeom prst="ellipse">
              <a:avLst/>
            </a:prstGeom>
            <a:solidFill>
              <a:srgbClr val="FBBCAB"/>
            </a:solidFill>
            <a:ln w="9525">
              <a:solidFill>
                <a:srgbClr val="F55A2D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>
                <a:solidFill>
                  <a:srgbClr val="F55A2D"/>
                </a:solidFill>
              </a:endParaRPr>
            </a:p>
          </p:txBody>
        </p:sp>
        <p:sp>
          <p:nvSpPr>
            <p:cNvPr id="24" name="Shape 206">
              <a:extLst>
                <a:ext uri="{FF2B5EF4-FFF2-40B4-BE49-F238E27FC236}">
                  <a16:creationId xmlns:a16="http://schemas.microsoft.com/office/drawing/2014/main" id="{A95F41CF-8F6B-F298-D5CF-91FD2ED2C11F}"/>
                </a:ext>
              </a:extLst>
            </p:cNvPr>
            <p:cNvSpPr>
              <a:spLocks/>
            </p:cNvSpPr>
            <p:nvPr/>
          </p:nvSpPr>
          <p:spPr>
            <a:xfrm>
              <a:off x="9986549" y="3368177"/>
              <a:ext cx="396000" cy="396000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F55A2D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Shape 210">
              <a:extLst>
                <a:ext uri="{FF2B5EF4-FFF2-40B4-BE49-F238E27FC236}">
                  <a16:creationId xmlns:a16="http://schemas.microsoft.com/office/drawing/2014/main" id="{0EC47803-9F0C-AC3D-7BF5-E9F6011655D4}"/>
                </a:ext>
              </a:extLst>
            </p:cNvPr>
            <p:cNvSpPr>
              <a:spLocks/>
            </p:cNvSpPr>
            <p:nvPr/>
          </p:nvSpPr>
          <p:spPr>
            <a:xfrm>
              <a:off x="10022549" y="5610914"/>
              <a:ext cx="324000" cy="324000"/>
            </a:xfrm>
            <a:prstGeom prst="ellipse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Text 191">
              <a:extLst>
                <a:ext uri="{FF2B5EF4-FFF2-40B4-BE49-F238E27FC236}">
                  <a16:creationId xmlns:a16="http://schemas.microsoft.com/office/drawing/2014/main" id="{C75FB004-A324-CCC0-4485-1D21202D016F}"/>
                </a:ext>
              </a:extLst>
            </p:cNvPr>
            <p:cNvSpPr>
              <a:spLocks/>
            </p:cNvSpPr>
            <p:nvPr/>
          </p:nvSpPr>
          <p:spPr>
            <a:xfrm>
              <a:off x="10022549" y="2847394"/>
              <a:ext cx="324000" cy="32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rgbClr val="F55A2D"/>
                  </a:solidFill>
                </a:rPr>
                <a:t>REDACTED_00051</a:t>
              </a:r>
              <a:endParaRPr lang="en-US" sz="650">
                <a:solidFill>
                  <a:srgbClr val="F55A2D"/>
                </a:solidFill>
              </a:endParaRPr>
            </a:p>
          </p:txBody>
        </p:sp>
        <p:sp>
          <p:nvSpPr>
            <p:cNvPr id="30" name="Shape 202">
              <a:extLst>
                <a:ext uri="{FF2B5EF4-FFF2-40B4-BE49-F238E27FC236}">
                  <a16:creationId xmlns:a16="http://schemas.microsoft.com/office/drawing/2014/main" id="{07817BA8-1E65-3196-0E77-1D5CF14BC0C3}"/>
                </a:ext>
              </a:extLst>
            </p:cNvPr>
            <p:cNvSpPr>
              <a:spLocks/>
            </p:cNvSpPr>
            <p:nvPr/>
          </p:nvSpPr>
          <p:spPr>
            <a:xfrm>
              <a:off x="10022549" y="5065201"/>
              <a:ext cx="324000" cy="324000"/>
            </a:xfrm>
            <a:prstGeom prst="ellipse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 207">
              <a:extLst>
                <a:ext uri="{FF2B5EF4-FFF2-40B4-BE49-F238E27FC236}">
                  <a16:creationId xmlns:a16="http://schemas.microsoft.com/office/drawing/2014/main" id="{357F9A15-9D2B-739A-6A73-575D5FB154F1}"/>
                </a:ext>
              </a:extLst>
            </p:cNvPr>
            <p:cNvSpPr>
              <a:spLocks/>
            </p:cNvSpPr>
            <p:nvPr/>
          </p:nvSpPr>
          <p:spPr>
            <a:xfrm>
              <a:off x="10040549" y="5079810"/>
              <a:ext cx="28800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rgbClr val="F55A2D"/>
                  </a:solidFill>
                </a:rPr>
                <a:t>REDACTED_00053</a:t>
              </a:r>
              <a:endParaRPr lang="en-US" sz="650">
                <a:solidFill>
                  <a:srgbClr val="F55A2D"/>
                </a:solidFill>
              </a:endParaRPr>
            </a:p>
          </p:txBody>
        </p:sp>
        <p:sp>
          <p:nvSpPr>
            <p:cNvPr id="35" name="Text 211">
              <a:extLst>
                <a:ext uri="{FF2B5EF4-FFF2-40B4-BE49-F238E27FC236}">
                  <a16:creationId xmlns:a16="http://schemas.microsoft.com/office/drawing/2014/main" id="{5C03F7F0-B556-697A-958F-9D1FEB1F1BC6}"/>
                </a:ext>
              </a:extLst>
            </p:cNvPr>
            <p:cNvSpPr>
              <a:spLocks/>
            </p:cNvSpPr>
            <p:nvPr/>
          </p:nvSpPr>
          <p:spPr>
            <a:xfrm>
              <a:off x="10040549" y="5628914"/>
              <a:ext cx="28800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rgbClr val="F55A2D"/>
                  </a:solidFill>
                </a:rPr>
                <a:t>REDACTED_00057</a:t>
              </a:r>
              <a:endParaRPr lang="en-US" sz="650">
                <a:solidFill>
                  <a:srgbClr val="F55A2D"/>
                </a:solidFill>
              </a:endParaRPr>
            </a:p>
          </p:txBody>
        </p:sp>
        <p:sp>
          <p:nvSpPr>
            <p:cNvPr id="41" name="Text 203">
              <a:extLst>
                <a:ext uri="{FF2B5EF4-FFF2-40B4-BE49-F238E27FC236}">
                  <a16:creationId xmlns:a16="http://schemas.microsoft.com/office/drawing/2014/main" id="{76F8A76D-E7AD-777D-6E2E-A7397B9E20D0}"/>
                </a:ext>
              </a:extLst>
            </p:cNvPr>
            <p:cNvSpPr>
              <a:spLocks/>
            </p:cNvSpPr>
            <p:nvPr/>
          </p:nvSpPr>
          <p:spPr>
            <a:xfrm>
              <a:off x="10022549" y="4519866"/>
              <a:ext cx="324000" cy="32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chemeClr val="bg1"/>
                  </a:solidFill>
                </a:rPr>
                <a:t>REDACTED_00090</a:t>
              </a:r>
              <a:endParaRPr lang="en-US" sz="650">
                <a:solidFill>
                  <a:schemeClr val="bg1"/>
                </a:solidFill>
              </a:endParaRPr>
            </a:p>
          </p:txBody>
        </p:sp>
        <p:sp>
          <p:nvSpPr>
            <p:cNvPr id="45" name="Shape 202">
              <a:extLst>
                <a:ext uri="{FF2B5EF4-FFF2-40B4-BE49-F238E27FC236}">
                  <a16:creationId xmlns:a16="http://schemas.microsoft.com/office/drawing/2014/main" id="{B1EA9EB7-DBC3-5FDF-78D5-EDF2EC970A6E}"/>
                </a:ext>
              </a:extLst>
            </p:cNvPr>
            <p:cNvSpPr>
              <a:spLocks/>
            </p:cNvSpPr>
            <p:nvPr/>
          </p:nvSpPr>
          <p:spPr>
            <a:xfrm>
              <a:off x="10022400" y="4513650"/>
              <a:ext cx="324000" cy="324000"/>
            </a:xfrm>
            <a:prstGeom prst="ellipse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66" name="Text 207">
              <a:extLst>
                <a:ext uri="{FF2B5EF4-FFF2-40B4-BE49-F238E27FC236}">
                  <a16:creationId xmlns:a16="http://schemas.microsoft.com/office/drawing/2014/main" id="{961037EF-3AE4-5D60-F4BA-EBFD08834CAA}"/>
                </a:ext>
              </a:extLst>
            </p:cNvPr>
            <p:cNvSpPr>
              <a:spLocks/>
            </p:cNvSpPr>
            <p:nvPr/>
          </p:nvSpPr>
          <p:spPr>
            <a:xfrm>
              <a:off x="10040549" y="4530706"/>
              <a:ext cx="28800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rgbClr val="F55A2D"/>
                  </a:solidFill>
                </a:rPr>
                <a:t>REDACTED_00090</a:t>
              </a:r>
              <a:endParaRPr lang="en-US" sz="650">
                <a:solidFill>
                  <a:srgbClr val="F55A2D"/>
                </a:solidFill>
              </a:endParaRPr>
            </a:p>
          </p:txBody>
        </p:sp>
        <p:sp>
          <p:nvSpPr>
            <p:cNvPr id="88" name="Text 194">
              <a:extLst>
                <a:ext uri="{FF2B5EF4-FFF2-40B4-BE49-F238E27FC236}">
                  <a16:creationId xmlns:a16="http://schemas.microsoft.com/office/drawing/2014/main" id="{BB87CE91-50F9-A008-D1B3-964C215F935A}"/>
                </a:ext>
              </a:extLst>
            </p:cNvPr>
            <p:cNvSpPr/>
            <p:nvPr/>
          </p:nvSpPr>
          <p:spPr>
            <a:xfrm>
              <a:off x="10040549" y="3432498"/>
              <a:ext cx="28800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50" b="1">
                  <a:solidFill>
                    <a:schemeClr val="accent3"/>
                  </a:solidFill>
                </a:rPr>
                <a:t>REDACTED_00497</a:t>
              </a:r>
            </a:p>
          </p:txBody>
        </p:sp>
        <p:sp>
          <p:nvSpPr>
            <p:cNvPr id="90" name="Shape 198">
              <a:extLst>
                <a:ext uri="{FF2B5EF4-FFF2-40B4-BE49-F238E27FC236}">
                  <a16:creationId xmlns:a16="http://schemas.microsoft.com/office/drawing/2014/main" id="{BB9E230D-BF8A-CDC5-E305-BFE370D496C1}"/>
                </a:ext>
              </a:extLst>
            </p:cNvPr>
            <p:cNvSpPr/>
            <p:nvPr/>
          </p:nvSpPr>
          <p:spPr>
            <a:xfrm>
              <a:off x="10022549" y="3954861"/>
              <a:ext cx="324000" cy="324000"/>
            </a:xfrm>
            <a:prstGeom prst="ellipse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97" name="Text 199">
              <a:extLst>
                <a:ext uri="{FF2B5EF4-FFF2-40B4-BE49-F238E27FC236}">
                  <a16:creationId xmlns:a16="http://schemas.microsoft.com/office/drawing/2014/main" id="{66BE9E1D-938B-7AE6-B4DC-6E52B3B94185}"/>
                </a:ext>
              </a:extLst>
            </p:cNvPr>
            <p:cNvSpPr>
              <a:spLocks/>
            </p:cNvSpPr>
            <p:nvPr/>
          </p:nvSpPr>
          <p:spPr>
            <a:xfrm>
              <a:off x="10040549" y="3981602"/>
              <a:ext cx="28800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50" b="1">
                  <a:solidFill>
                    <a:srgbClr val="F55A2D"/>
                  </a:solidFill>
                </a:rPr>
                <a:t>REDACTED_00052</a:t>
              </a:r>
            </a:p>
          </p:txBody>
        </p:sp>
      </p:grpSp>
      <p:pic>
        <p:nvPicPr>
          <p:cNvPr id="103" name="Picture 102">
            <a:extLst>
              <a:ext uri="{FF2B5EF4-FFF2-40B4-BE49-F238E27FC236}">
                <a16:creationId xmlns:a16="http://schemas.microsoft.com/office/drawing/2014/main" id="{2D857974-CC7B-3974-B507-78560C430C8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250" t="22534" r="13064" b="48427"/>
          <a:stretch>
            <a:fillRect/>
          </a:stretch>
        </p:blipFill>
        <p:spPr>
          <a:xfrm>
            <a:off x="92957" y="6455766"/>
            <a:ext cx="1495496" cy="3482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89">
            <a:extLst>
              <a:ext uri="{FF2B5EF4-FFF2-40B4-BE49-F238E27FC236}">
                <a16:creationId xmlns:a16="http://schemas.microsoft.com/office/drawing/2014/main" id="{54FFB3C0-5151-4544-EE5A-B1E5B48509BB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25615" b="-25615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9" name="Shape 9">
            <a:extLst>
              <a:ext uri="{FF2B5EF4-FFF2-40B4-BE49-F238E27FC236}">
                <a16:creationId xmlns:a16="http://schemas.microsoft.com/office/drawing/2014/main" id="{EDD19AA5-178D-56B0-AFBE-74EB3C81FE16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1" name="Shape 46">
            <a:extLst>
              <a:ext uri="{FF2B5EF4-FFF2-40B4-BE49-F238E27FC236}">
                <a16:creationId xmlns:a16="http://schemas.microsoft.com/office/drawing/2014/main" id="{420B81D2-7C84-04BB-24E4-FD2BA39957D9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7" name="Shape 46">
            <a:extLst>
              <a:ext uri="{FF2B5EF4-FFF2-40B4-BE49-F238E27FC236}">
                <a16:creationId xmlns:a16="http://schemas.microsoft.com/office/drawing/2014/main" id="{F8627A18-9987-9ABF-C01A-6AB6144AEF9C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8" name="Shape 105">
            <a:extLst>
              <a:ext uri="{FF2B5EF4-FFF2-40B4-BE49-F238E27FC236}">
                <a16:creationId xmlns:a16="http://schemas.microsoft.com/office/drawing/2014/main" id="{7A3378B9-FD8B-C6E9-DDDC-B8B5083AADB0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1" name="Shape 13">
            <a:extLst>
              <a:ext uri="{FF2B5EF4-FFF2-40B4-BE49-F238E27FC236}">
                <a16:creationId xmlns:a16="http://schemas.microsoft.com/office/drawing/2014/main" id="{2FCCDF5A-6FA4-839C-1FA6-C637556CC6EC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9" name="Shape 13">
            <a:extLst>
              <a:ext uri="{FF2B5EF4-FFF2-40B4-BE49-F238E27FC236}">
                <a16:creationId xmlns:a16="http://schemas.microsoft.com/office/drawing/2014/main" id="{F45B1213-AADB-349D-51DA-7C59FAF76F56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5" name="Shape 229">
            <a:extLst>
              <a:ext uri="{FF2B5EF4-FFF2-40B4-BE49-F238E27FC236}">
                <a16:creationId xmlns:a16="http://schemas.microsoft.com/office/drawing/2014/main" id="{4A88FE9E-B7AB-35F7-0F93-A6E077EB99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2" name="Shape 229">
            <a:extLst>
              <a:ext uri="{FF2B5EF4-FFF2-40B4-BE49-F238E27FC236}">
                <a16:creationId xmlns:a16="http://schemas.microsoft.com/office/drawing/2014/main" id="{EA0458CF-1E58-3F2C-6D67-BDFB66912DC8}"/>
              </a:ext>
            </a:extLst>
          </p:cNvPr>
          <p:cNvSpPr/>
          <p:nvPr/>
        </p:nvSpPr>
        <p:spPr>
          <a:xfrm>
            <a:off x="6914954" y="8283909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Shape 46">
            <a:extLst>
              <a:ext uri="{FF2B5EF4-FFF2-40B4-BE49-F238E27FC236}">
                <a16:creationId xmlns:a16="http://schemas.microsoft.com/office/drawing/2014/main" id="{ECDD077D-86D7-5D76-EF6A-4868746F2533}"/>
              </a:ext>
            </a:extLst>
          </p:cNvPr>
          <p:cNvSpPr/>
          <p:nvPr/>
        </p:nvSpPr>
        <p:spPr>
          <a:xfrm>
            <a:off x="3889685" y="8283909"/>
            <a:ext cx="2973483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CFD6BBF-31CD-F2B0-5032-F437636B7071}"/>
              </a:ext>
            </a:extLst>
          </p:cNvPr>
          <p:cNvSpPr txBox="1"/>
          <p:nvPr/>
        </p:nvSpPr>
        <p:spPr>
          <a:xfrm>
            <a:off x="7014954" y="8383909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E54AE84-2044-51C6-72D5-07941B18D34D}"/>
              </a:ext>
            </a:extLst>
          </p:cNvPr>
          <p:cNvSpPr txBox="1"/>
          <p:nvPr/>
        </p:nvSpPr>
        <p:spPr>
          <a:xfrm>
            <a:off x="3989685" y="8383909"/>
            <a:ext cx="2768394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REDACTED_00498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REDACTED_00499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REDACTED_00500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4776C1E-FC21-BF16-F317-2392BDBE9FCF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7" name="Text 2">
            <a:extLst>
              <a:ext uri="{FF2B5EF4-FFF2-40B4-BE49-F238E27FC236}">
                <a16:creationId xmlns:a16="http://schemas.microsoft.com/office/drawing/2014/main" id="{FC537C18-0A4E-5E19-349F-2440B48163D1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outerShdw blurRad="4445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dkEdge"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  <a:latin typeface="Inter"/>
              </a:rPr>
              <a:t>REDACTED_00501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EF4FCE9-D048-7202-EE3A-7FF4936C6483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400D553-1A8F-9C82-8466-0E76306DAA8B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100" b="1">
                  <a:solidFill>
                    <a:srgbClr val="F55A2D"/>
                  </a:solidFill>
                </a:defRPr>
              </a:lvl1pPr>
            </a:lstStyle>
            <a:p>
              <a:r>
                <a:rPr lang="en-US" err="1"/>
                <a:t>REDACTED_00502</a:t>
              </a:r>
              <a:r>
                <a:rPr lang="en-US"/>
                <a:t>REDACTED_00503</a:t>
              </a:r>
            </a:p>
          </p:txBody>
        </p:sp>
        <p:sp>
          <p:nvSpPr>
            <p:cNvPr id="92" name="Text 4">
              <a:extLst>
                <a:ext uri="{FF2B5EF4-FFF2-40B4-BE49-F238E27FC236}">
                  <a16:creationId xmlns:a16="http://schemas.microsoft.com/office/drawing/2014/main" id="{47D17B02-7593-02DE-66BD-229B2189F2D0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2"/>
                  </a:solidFill>
                </a:rPr>
                <a:t>REDACTED_00461</a:t>
              </a:r>
            </a:p>
          </p:txBody>
        </p:sp>
      </p:grpSp>
      <p:sp>
        <p:nvSpPr>
          <p:cNvPr id="94" name="Shape 5">
            <a:extLst>
              <a:ext uri="{FF2B5EF4-FFF2-40B4-BE49-F238E27FC236}">
                <a16:creationId xmlns:a16="http://schemas.microsoft.com/office/drawing/2014/main" id="{A2BEAF2E-F325-E18D-1873-9D95F98E6B23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3"/>
              </a:solidFill>
            </a:endParaRPr>
          </a:p>
        </p:txBody>
      </p:sp>
      <p:sp>
        <p:nvSpPr>
          <p:cNvPr id="95" name="Text 6">
            <a:extLst>
              <a:ext uri="{FF2B5EF4-FFF2-40B4-BE49-F238E27FC236}">
                <a16:creationId xmlns:a16="http://schemas.microsoft.com/office/drawing/2014/main" id="{D5A9660F-ABEA-65A4-5588-FDC45E972D0B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3"/>
                </a:solidFill>
              </a:rPr>
              <a:t>REDACTED_00504</a:t>
            </a:r>
            <a:endParaRPr lang="en-US" sz="900">
              <a:solidFill>
                <a:schemeClr val="accent3"/>
              </a:solidFill>
            </a:endParaRPr>
          </a:p>
        </p:txBody>
      </p:sp>
      <p:sp>
        <p:nvSpPr>
          <p:cNvPr id="97" name="Text 8">
            <a:extLst>
              <a:ext uri="{FF2B5EF4-FFF2-40B4-BE49-F238E27FC236}">
                <a16:creationId xmlns:a16="http://schemas.microsoft.com/office/drawing/2014/main" id="{92F8FD1B-FEDC-E4D7-DAC1-BC75D2EFEEBA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F55A2D"/>
                </a:solidFill>
              </a:rPr>
              <a:t>REDACTED_00097</a:t>
            </a:r>
          </a:p>
        </p:txBody>
      </p:sp>
      <p:sp>
        <p:nvSpPr>
          <p:cNvPr id="81" name="Shape 10">
            <a:extLst>
              <a:ext uri="{FF2B5EF4-FFF2-40B4-BE49-F238E27FC236}">
                <a16:creationId xmlns:a16="http://schemas.microsoft.com/office/drawing/2014/main" id="{C6CB98C1-7BB1-AF19-3B99-EEC3E7AEF967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3" name="Text 11">
            <a:extLst>
              <a:ext uri="{FF2B5EF4-FFF2-40B4-BE49-F238E27FC236}">
                <a16:creationId xmlns:a16="http://schemas.microsoft.com/office/drawing/2014/main" id="{1943D913-91BE-6DB4-53E5-FD955E884666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E3D7D5AE-D336-157A-96F1-4CF371DB621A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REDACTED_00505</a:t>
            </a:r>
            <a:r>
              <a:rPr lang="en-US" sz="800" err="1">
                <a:solidFill>
                  <a:srgbClr val="1A1A1A"/>
                </a:solidFill>
              </a:rPr>
              <a:t>REDACTED_00506</a:t>
            </a:r>
            <a:r>
              <a:rPr lang="en-US" sz="800">
                <a:solidFill>
                  <a:srgbClr val="1A1A1A"/>
                </a:solidFill>
              </a:rPr>
              <a:t>REDACTED_00507</a:t>
            </a:r>
          </a:p>
          <a:p>
            <a:r>
              <a:rPr lang="en-US" sz="800">
                <a:solidFill>
                  <a:srgbClr val="1A1A1A"/>
                </a:solidFill>
              </a:rPr>
              <a:t>REDACTED_00508</a:t>
            </a:r>
            <a:endParaRPr lang="en-US" sz="800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2B14E23-27C6-A6D6-DF0A-E91FF6D2461E}"/>
              </a:ext>
            </a:extLst>
          </p:cNvPr>
          <p:cNvGrpSpPr/>
          <p:nvPr/>
        </p:nvGrpSpPr>
        <p:grpSpPr>
          <a:xfrm>
            <a:off x="9744891" y="1533603"/>
            <a:ext cx="2347031" cy="635924"/>
            <a:chOff x="9693891" y="1603994"/>
            <a:chExt cx="2347031" cy="635924"/>
          </a:xfrm>
        </p:grpSpPr>
        <p:grpSp>
          <p:nvGrpSpPr>
            <p:cNvPr id="241" name="Group 240"/>
            <p:cNvGrpSpPr/>
            <p:nvPr/>
          </p:nvGrpSpPr>
          <p:grpSpPr>
            <a:xfrm>
              <a:off x="9693891" y="1603994"/>
              <a:ext cx="2347031" cy="635924"/>
              <a:chOff x="10112273" y="2891968"/>
              <a:chExt cx="1931618" cy="580543"/>
            </a:xfrm>
          </p:grpSpPr>
          <p:sp>
            <p:nvSpPr>
              <p:cNvPr id="245" name="Shape 243"/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3" name="Text 241a"/>
              <p:cNvSpPr/>
              <p:nvPr/>
            </p:nvSpPr>
            <p:spPr>
              <a:xfrm>
                <a:off x="10891744" y="2891968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REDACTED_00509</a:t>
                </a:r>
              </a:p>
            </p:txBody>
          </p:sp>
          <p:sp>
            <p:nvSpPr>
              <p:cNvPr id="247" name="Text 245a"/>
              <p:cNvSpPr/>
              <p:nvPr/>
            </p:nvSpPr>
            <p:spPr>
              <a:xfrm>
                <a:off x="10891747" y="3026712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REDACTED_00468</a:t>
                </a:r>
              </a:p>
            </p:txBody>
          </p:sp>
          <p:sp>
            <p:nvSpPr>
              <p:cNvPr id="49" name="Shape 245a"/>
              <p:cNvSpPr/>
              <p:nvPr/>
            </p:nvSpPr>
            <p:spPr>
              <a:xfrm>
                <a:off x="10198303" y="3237891"/>
                <a:ext cx="909585" cy="62443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accent2"/>
                </a:solidFill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9" name="Text 247a"/>
              <p:cNvSpPr/>
              <p:nvPr/>
            </p:nvSpPr>
            <p:spPr>
              <a:xfrm>
                <a:off x="11721337" y="3289631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REDACTED_00510</a:t>
                </a:r>
              </a:p>
            </p:txBody>
          </p:sp>
        </p:grpSp>
        <p:sp>
          <p:nvSpPr>
            <p:cNvPr id="98" name="Shape 245a">
              <a:extLst>
                <a:ext uri="{FF2B5EF4-FFF2-40B4-BE49-F238E27FC236}">
                  <a16:creationId xmlns:a16="http://schemas.microsoft.com/office/drawing/2014/main" id="{E3FDC079-F0E9-E93C-7573-4B12B204B4A2}"/>
                </a:ext>
              </a:extLst>
            </p:cNvPr>
            <p:cNvSpPr/>
            <p:nvPr/>
          </p:nvSpPr>
          <p:spPr>
            <a:xfrm>
              <a:off x="10926955" y="1983775"/>
              <a:ext cx="694800" cy="68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27" name="Text 6">
            <a:extLst>
              <a:ext uri="{FF2B5EF4-FFF2-40B4-BE49-F238E27FC236}">
                <a16:creationId xmlns:a16="http://schemas.microsoft.com/office/drawing/2014/main" id="{9E5B17D6-3324-639E-414C-1FA667B1BD43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F55A2D"/>
                </a:solidFill>
              </a:rPr>
              <a:t>REDACTED_00038</a:t>
            </a:r>
          </a:p>
        </p:txBody>
      </p:sp>
      <p:sp>
        <p:nvSpPr>
          <p:cNvPr id="133" name="Shape 130">
            <a:extLst>
              <a:ext uri="{FF2B5EF4-FFF2-40B4-BE49-F238E27FC236}">
                <a16:creationId xmlns:a16="http://schemas.microsoft.com/office/drawing/2014/main" id="{2E4CF2CA-97A4-F9D8-3653-A04C9D86CE79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FD5D7F4-AF9C-9C15-A50E-231D7AF8F4A5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39" name="Picture 138" descr="A black and blue logo  AI-generated content may be incorrect.">
            <a:extLst>
              <a:ext uri="{FF2B5EF4-FFF2-40B4-BE49-F238E27FC236}">
                <a16:creationId xmlns:a16="http://schemas.microsoft.com/office/drawing/2014/main" id="{E361F600-8FE0-B3F5-B5C7-84A008CB1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47" name="Text 211a">
            <a:extLst>
              <a:ext uri="{FF2B5EF4-FFF2-40B4-BE49-F238E27FC236}">
                <a16:creationId xmlns:a16="http://schemas.microsoft.com/office/drawing/2014/main" id="{130C5E50-A4E0-E709-90BB-7D4A0B8A56DC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51" name="Text 213a">
            <a:extLst>
              <a:ext uri="{FF2B5EF4-FFF2-40B4-BE49-F238E27FC236}">
                <a16:creationId xmlns:a16="http://schemas.microsoft.com/office/drawing/2014/main" id="{811A9093-1264-5ED9-170F-FCCF1E8FABEB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55" name="Text 218a">
            <a:extLst>
              <a:ext uri="{FF2B5EF4-FFF2-40B4-BE49-F238E27FC236}">
                <a16:creationId xmlns:a16="http://schemas.microsoft.com/office/drawing/2014/main" id="{FB5E5CE9-7A2D-6B19-265F-5762D03145EB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3" name="Shape 229">
            <a:extLst>
              <a:ext uri="{FF2B5EF4-FFF2-40B4-BE49-F238E27FC236}">
                <a16:creationId xmlns:a16="http://schemas.microsoft.com/office/drawing/2014/main" id="{6D279806-4E3B-6208-2445-C890267EE8BF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REDACTED_00511</a:t>
            </a:r>
          </a:p>
        </p:txBody>
      </p:sp>
      <p:sp>
        <p:nvSpPr>
          <p:cNvPr id="174" name="Shape 10">
            <a:extLst>
              <a:ext uri="{FF2B5EF4-FFF2-40B4-BE49-F238E27FC236}">
                <a16:creationId xmlns:a16="http://schemas.microsoft.com/office/drawing/2014/main" id="{811DEC9C-2FE4-C777-3127-83BCD066AF51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7" name="Text 31">
            <a:extLst>
              <a:ext uri="{FF2B5EF4-FFF2-40B4-BE49-F238E27FC236}">
                <a16:creationId xmlns:a16="http://schemas.microsoft.com/office/drawing/2014/main" id="{FD7137EE-B84D-39A8-5DAE-88464542B4E2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79" name="Shape 32">
            <a:extLst>
              <a:ext uri="{FF2B5EF4-FFF2-40B4-BE49-F238E27FC236}">
                <a16:creationId xmlns:a16="http://schemas.microsoft.com/office/drawing/2014/main" id="{47C1B298-764E-426F-6BF6-8B956810BDA1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1" name="Text 33">
            <a:extLst>
              <a:ext uri="{FF2B5EF4-FFF2-40B4-BE49-F238E27FC236}">
                <a16:creationId xmlns:a16="http://schemas.microsoft.com/office/drawing/2014/main" id="{36CD1EA4-E0C7-E412-A904-DBC40AACD1AA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REDACTED_00512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183" name="Text 33">
            <a:extLst>
              <a:ext uri="{FF2B5EF4-FFF2-40B4-BE49-F238E27FC236}">
                <a16:creationId xmlns:a16="http://schemas.microsoft.com/office/drawing/2014/main" id="{7B0E18BB-22C5-8306-A822-156D446A56D0}"/>
              </a:ext>
            </a:extLst>
          </p:cNvPr>
          <p:cNvSpPr/>
          <p:nvPr/>
        </p:nvSpPr>
        <p:spPr>
          <a:xfrm>
            <a:off x="180001" y="2361227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REDACTED_00513</a:t>
            </a:r>
          </a:p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/>
              <a:t>REDACTED_00514</a:t>
            </a:r>
          </a:p>
        </p:txBody>
      </p:sp>
      <p:sp>
        <p:nvSpPr>
          <p:cNvPr id="185" name="Text 31">
            <a:extLst>
              <a:ext uri="{FF2B5EF4-FFF2-40B4-BE49-F238E27FC236}">
                <a16:creationId xmlns:a16="http://schemas.microsoft.com/office/drawing/2014/main" id="{43455719-1956-A86F-20A0-7DF0B62F30E2}"/>
              </a:ext>
            </a:extLst>
          </p:cNvPr>
          <p:cNvSpPr/>
          <p:nvPr/>
        </p:nvSpPr>
        <p:spPr>
          <a:xfrm>
            <a:off x="180000" y="219397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87" name="Shape 32">
            <a:extLst>
              <a:ext uri="{FF2B5EF4-FFF2-40B4-BE49-F238E27FC236}">
                <a16:creationId xmlns:a16="http://schemas.microsoft.com/office/drawing/2014/main" id="{E7608D55-9F20-7F04-A474-B76B5246329D}"/>
              </a:ext>
            </a:extLst>
          </p:cNvPr>
          <p:cNvSpPr/>
          <p:nvPr/>
        </p:nvSpPr>
        <p:spPr>
          <a:xfrm>
            <a:off x="144000" y="231284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9" name="Shape 10">
            <a:extLst>
              <a:ext uri="{FF2B5EF4-FFF2-40B4-BE49-F238E27FC236}">
                <a16:creationId xmlns:a16="http://schemas.microsoft.com/office/drawing/2014/main" id="{7E895E1C-E041-0225-D37B-5B1C9E9D909D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3" name="Shape 16">
            <a:extLst>
              <a:ext uri="{FF2B5EF4-FFF2-40B4-BE49-F238E27FC236}">
                <a16:creationId xmlns:a16="http://schemas.microsoft.com/office/drawing/2014/main" id="{154103DC-106A-232C-F940-4231B67A83AE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195" name="Shape 16">
            <a:extLst>
              <a:ext uri="{FF2B5EF4-FFF2-40B4-BE49-F238E27FC236}">
                <a16:creationId xmlns:a16="http://schemas.microsoft.com/office/drawing/2014/main" id="{307AB828-99BE-AF83-BBA6-58CF03901711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F55A2D"/>
                </a:solidFill>
              </a:rPr>
              <a:t>REDACTED_00475</a:t>
            </a:r>
          </a:p>
        </p:txBody>
      </p:sp>
      <p:sp>
        <p:nvSpPr>
          <p:cNvPr id="197" name="Shape 16">
            <a:extLst>
              <a:ext uri="{FF2B5EF4-FFF2-40B4-BE49-F238E27FC236}">
                <a16:creationId xmlns:a16="http://schemas.microsoft.com/office/drawing/2014/main" id="{511C1814-4FE3-3FEF-D39A-44DF93F7A591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F55A2D"/>
                </a:solidFill>
              </a:rPr>
              <a:t>REDACTED_00515</a:t>
            </a:r>
          </a:p>
        </p:txBody>
      </p:sp>
      <p:sp>
        <p:nvSpPr>
          <p:cNvPr id="199" name="Shape 16">
            <a:extLst>
              <a:ext uri="{FF2B5EF4-FFF2-40B4-BE49-F238E27FC236}">
                <a16:creationId xmlns:a16="http://schemas.microsoft.com/office/drawing/2014/main" id="{FDDF6496-C9D9-87A8-3DF8-A5639CEE1018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F55A2D"/>
                </a:solidFill>
              </a:rPr>
              <a:t>REDACTED_00409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D90741FD-C01E-4870-C6F7-11596A3D2AD0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REDACTED_00078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F2801FCE-25C3-8CF1-01E6-7800B04F6904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REDACTED_00079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BEBF48E-E78A-2043-6D59-6617AAB65129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REDACTED_00080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82826B77-D2D6-AB24-9004-BE768A8B2EAD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REDACTED_00081</a:t>
            </a:r>
          </a:p>
        </p:txBody>
      </p: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8A551080-89B2-9A20-96B6-88C86028D9C7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23" name="Shape 37">
              <a:extLst>
                <a:ext uri="{FF2B5EF4-FFF2-40B4-BE49-F238E27FC236}">
                  <a16:creationId xmlns:a16="http://schemas.microsoft.com/office/drawing/2014/main" id="{FFDF236B-84A2-CDEC-1E82-FFCD59072803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4" name="Shape 38">
              <a:extLst>
                <a:ext uri="{FF2B5EF4-FFF2-40B4-BE49-F238E27FC236}">
                  <a16:creationId xmlns:a16="http://schemas.microsoft.com/office/drawing/2014/main" id="{68C2845C-BD61-8230-D07E-9062B71A15F9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5" name="Text 39">
              <a:extLst>
                <a:ext uri="{FF2B5EF4-FFF2-40B4-BE49-F238E27FC236}">
                  <a16:creationId xmlns:a16="http://schemas.microsoft.com/office/drawing/2014/main" id="{2663F405-0C22-A3FA-DF58-06114727096F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REDACTED_00516</a:t>
              </a:r>
              <a:endParaRPr lang="en-US" sz="800"/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B13387F4-0026-DDC5-40A8-6172C6B1CE82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27" name="Shape 37">
              <a:extLst>
                <a:ext uri="{FF2B5EF4-FFF2-40B4-BE49-F238E27FC236}">
                  <a16:creationId xmlns:a16="http://schemas.microsoft.com/office/drawing/2014/main" id="{E47ACFA1-0C87-522B-8F30-6B56B5ED6940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8" name="Shape 38">
              <a:extLst>
                <a:ext uri="{FF2B5EF4-FFF2-40B4-BE49-F238E27FC236}">
                  <a16:creationId xmlns:a16="http://schemas.microsoft.com/office/drawing/2014/main" id="{672F889A-52D7-463E-ADC7-DE3CF948032C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9" name="Text 39">
              <a:extLst>
                <a:ext uri="{FF2B5EF4-FFF2-40B4-BE49-F238E27FC236}">
                  <a16:creationId xmlns:a16="http://schemas.microsoft.com/office/drawing/2014/main" id="{A5EF3FC7-8379-D4BB-BF64-5BC1C7EFF73C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REDACTED_00517</a:t>
              </a:r>
              <a:endParaRPr lang="en-US" sz="800"/>
            </a:p>
          </p:txBody>
        </p:sp>
      </p:grpSp>
      <p:sp>
        <p:nvSpPr>
          <p:cNvPr id="234" name="Shape 229">
            <a:extLst>
              <a:ext uri="{FF2B5EF4-FFF2-40B4-BE49-F238E27FC236}">
                <a16:creationId xmlns:a16="http://schemas.microsoft.com/office/drawing/2014/main" id="{E04DDE00-06B7-C1A2-E5F4-AA3659485ED1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REDACTED_00082</a:t>
            </a:r>
          </a:p>
        </p:txBody>
      </p:sp>
      <p:sp>
        <p:nvSpPr>
          <p:cNvPr id="236" name="Shape 46">
            <a:extLst>
              <a:ext uri="{FF2B5EF4-FFF2-40B4-BE49-F238E27FC236}">
                <a16:creationId xmlns:a16="http://schemas.microsoft.com/office/drawing/2014/main" id="{E8E56A65-279A-6944-97F2-D629FC841892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EA4E384A-A4A4-40ED-960D-E03EDA82886E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3" name="Text 35">
            <a:extLst>
              <a:ext uri="{FF2B5EF4-FFF2-40B4-BE49-F238E27FC236}">
                <a16:creationId xmlns:a16="http://schemas.microsoft.com/office/drawing/2014/main" id="{D748D9D4-82F8-217E-8508-345C2A0CD185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75" name="Shape 36">
            <a:extLst>
              <a:ext uri="{FF2B5EF4-FFF2-40B4-BE49-F238E27FC236}">
                <a16:creationId xmlns:a16="http://schemas.microsoft.com/office/drawing/2014/main" id="{0B24FCD7-6C94-9A33-1B09-6C0D162FEFA5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7" name="Shape 36">
            <a:extLst>
              <a:ext uri="{FF2B5EF4-FFF2-40B4-BE49-F238E27FC236}">
                <a16:creationId xmlns:a16="http://schemas.microsoft.com/office/drawing/2014/main" id="{4176D3F6-D886-34BC-C017-37B9CD10A6CB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9" name="Text 35">
            <a:extLst>
              <a:ext uri="{FF2B5EF4-FFF2-40B4-BE49-F238E27FC236}">
                <a16:creationId xmlns:a16="http://schemas.microsoft.com/office/drawing/2014/main" id="{F43720B1-506F-4CC1-A9DE-BA4F23CCFA86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0E9E54-20CB-F7B0-22FD-3B5E1C2A8BDF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chemeClr val="accent2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REDACTED_00518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REDACTED_00519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REDACTED_00520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473148-1599-94F3-7A68-F5BC1DCF71AC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REDACTED_00521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REDACTED_00522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REDACTED_00523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274DA43-CDA1-5090-7D05-654E5223C1DD}"/>
              </a:ext>
            </a:extLst>
          </p:cNvPr>
          <p:cNvGrpSpPr/>
          <p:nvPr/>
        </p:nvGrpSpPr>
        <p:grpSpPr>
          <a:xfrm>
            <a:off x="3717780" y="2472279"/>
            <a:ext cx="3065147" cy="336564"/>
            <a:chOff x="3828681" y="1696973"/>
            <a:chExt cx="7721343" cy="449118"/>
          </a:xfrm>
        </p:grpSpPr>
        <p:sp>
          <p:nvSpPr>
            <p:cNvPr id="41" name="Shape 37">
              <a:extLst>
                <a:ext uri="{FF2B5EF4-FFF2-40B4-BE49-F238E27FC236}">
                  <a16:creationId xmlns:a16="http://schemas.microsoft.com/office/drawing/2014/main" id="{151C7DE1-93BD-D4E8-F063-3CCB904CBABB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Shape 38">
              <a:extLst>
                <a:ext uri="{FF2B5EF4-FFF2-40B4-BE49-F238E27FC236}">
                  <a16:creationId xmlns:a16="http://schemas.microsoft.com/office/drawing/2014/main" id="{C3529EA6-3337-C734-0273-AA0FB86CFD84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BB424EC8-E2A8-A24C-B209-B63CF240FCF2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REDACTED_00524</a:t>
              </a:r>
              <a:endParaRPr lang="en-US" sz="800"/>
            </a:p>
          </p:txBody>
        </p:sp>
      </p:grpSp>
      <p:sp>
        <p:nvSpPr>
          <p:cNvPr id="38" name="Shape 32">
            <a:extLst>
              <a:ext uri="{FF2B5EF4-FFF2-40B4-BE49-F238E27FC236}">
                <a16:creationId xmlns:a16="http://schemas.microsoft.com/office/drawing/2014/main" id="{F40B4ED4-632C-4EB1-F8D6-7F194802A751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27D52BDA-9144-B469-2B8B-5730C22386DE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5918FF31-0B61-70C0-673C-C0A9D7DE3444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Text 35">
            <a:extLst>
              <a:ext uri="{FF2B5EF4-FFF2-40B4-BE49-F238E27FC236}">
                <a16:creationId xmlns:a16="http://schemas.microsoft.com/office/drawing/2014/main" id="{2B4EE546-7A0E-C073-A647-610D2C5002DB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67" name="Shape 36">
            <a:extLst>
              <a:ext uri="{FF2B5EF4-FFF2-40B4-BE49-F238E27FC236}">
                <a16:creationId xmlns:a16="http://schemas.microsoft.com/office/drawing/2014/main" id="{6811B17E-74B2-BC9A-99D8-9F125ED7548B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9B460DD-3E96-1362-E3B1-573E4A348795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69" name="PersonIcon">
              <a:extLst>
                <a:ext uri="{FF2B5EF4-FFF2-40B4-BE49-F238E27FC236}">
                  <a16:creationId xmlns:a16="http://schemas.microsoft.com/office/drawing/2014/main" id="{C785C944-544F-5ADE-26E2-DCA8B315AB0F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 107">
              <a:extLst>
                <a:ext uri="{FF2B5EF4-FFF2-40B4-BE49-F238E27FC236}">
                  <a16:creationId xmlns:a16="http://schemas.microsoft.com/office/drawing/2014/main" id="{9EA4BB0E-C2FC-75C9-9C76-8A9A74D4D9BE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71" name="Text 108">
              <a:extLst>
                <a:ext uri="{FF2B5EF4-FFF2-40B4-BE49-F238E27FC236}">
                  <a16:creationId xmlns:a16="http://schemas.microsoft.com/office/drawing/2014/main" id="{AA5D31A8-B617-AA22-1F01-1EB62A60D3EF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REDACTED_00004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C1B880C-1606-458E-AF70-9B706DBD172B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78" name="BuildingIcon">
              <a:extLst>
                <a:ext uri="{FF2B5EF4-FFF2-40B4-BE49-F238E27FC236}">
                  <a16:creationId xmlns:a16="http://schemas.microsoft.com/office/drawing/2014/main" id="{224D04F2-4E3F-2C0D-1B9B-D89BE02E51E9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80" name="Text 109">
              <a:extLst>
                <a:ext uri="{FF2B5EF4-FFF2-40B4-BE49-F238E27FC236}">
                  <a16:creationId xmlns:a16="http://schemas.microsoft.com/office/drawing/2014/main" id="{D1CEA2FD-E8B7-EC67-0DD2-2843891094F4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82" name="Text 110">
              <a:extLst>
                <a:ext uri="{FF2B5EF4-FFF2-40B4-BE49-F238E27FC236}">
                  <a16:creationId xmlns:a16="http://schemas.microsoft.com/office/drawing/2014/main" id="{5A316B12-D369-4152-58D6-8FAFA29625CD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REDACTED_00351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82A2E41-07F1-6218-B5D8-2D5FC1AAD4E6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88" name="GradCapIcon">
              <a:extLst>
                <a:ext uri="{FF2B5EF4-FFF2-40B4-BE49-F238E27FC236}">
                  <a16:creationId xmlns:a16="http://schemas.microsoft.com/office/drawing/2014/main" id="{CA242446-305A-327E-79CC-520017D5BB8E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89" name="Text 111">
              <a:extLst>
                <a:ext uri="{FF2B5EF4-FFF2-40B4-BE49-F238E27FC236}">
                  <a16:creationId xmlns:a16="http://schemas.microsoft.com/office/drawing/2014/main" id="{C239D7D1-0E76-D2F2-9C34-E17AACC50152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99" name="Text 112">
              <a:extLst>
                <a:ext uri="{FF2B5EF4-FFF2-40B4-BE49-F238E27FC236}">
                  <a16:creationId xmlns:a16="http://schemas.microsoft.com/office/drawing/2014/main" id="{81FA2226-0D9D-D119-01E2-6E35A3773BE6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REDACTED_00008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6232DD8-0507-D05D-772B-3FFCA4E46D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</p:spPr>
      </p:pic>
      <p:sp>
        <p:nvSpPr>
          <p:cNvPr id="4" name="Text 11">
            <a:extLst>
              <a:ext uri="{FF2B5EF4-FFF2-40B4-BE49-F238E27FC236}">
                <a16:creationId xmlns:a16="http://schemas.microsoft.com/office/drawing/2014/main" id="{A4F18DE0-8D71-9389-FF77-9D1BAC5106FB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REDACTED_00489</a:t>
            </a:r>
          </a:p>
          <a:p>
            <a:r>
              <a:rPr lang="en-US" sz="650">
                <a:solidFill>
                  <a:srgbClr val="444444"/>
                </a:solidFill>
              </a:rPr>
              <a:t>REDACTED_00490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81092D58-084D-0957-1DB7-5779E2EE2F2D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22337422-162B-126F-7E0C-2FBBBC6FA774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REDACTED_00525</a:t>
            </a:r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71A4365B-DE1D-A3B6-9B07-EC20C9E8CE4E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REDACTED_00526</a:t>
            </a:r>
          </a:p>
        </p:txBody>
      </p:sp>
      <p:sp>
        <p:nvSpPr>
          <p:cNvPr id="12" name="Text 23">
            <a:extLst>
              <a:ext uri="{FF2B5EF4-FFF2-40B4-BE49-F238E27FC236}">
                <a16:creationId xmlns:a16="http://schemas.microsoft.com/office/drawing/2014/main" id="{9A418DC1-E4A7-5E47-3C0F-D7856E7C3CF3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REDACTED_00527</a:t>
            </a:r>
          </a:p>
        </p:txBody>
      </p:sp>
      <p:sp>
        <p:nvSpPr>
          <p:cNvPr id="14" name="Text 28">
            <a:extLst>
              <a:ext uri="{FF2B5EF4-FFF2-40B4-BE49-F238E27FC236}">
                <a16:creationId xmlns:a16="http://schemas.microsoft.com/office/drawing/2014/main" id="{5285505C-1608-3609-86A2-C2C46FE52035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REDACTED_00528</a:t>
            </a:r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C760CBA0-D976-3957-28F0-6AE2A7339712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REDACTED_00495</a:t>
            </a:r>
          </a:p>
          <a:p>
            <a:r>
              <a:rPr lang="en-US" sz="650">
                <a:solidFill>
                  <a:srgbClr val="444444"/>
                </a:solidFill>
              </a:rPr>
              <a:t>REDACTED_00496</a:t>
            </a:r>
          </a:p>
        </p:txBody>
      </p:sp>
      <p:sp>
        <p:nvSpPr>
          <p:cNvPr id="18" name="Shape 188">
            <a:extLst>
              <a:ext uri="{FF2B5EF4-FFF2-40B4-BE49-F238E27FC236}">
                <a16:creationId xmlns:a16="http://schemas.microsoft.com/office/drawing/2014/main" id="{9F3B6061-59BD-082A-ACDA-D8482D00D723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9">
            <a:extLst>
              <a:ext uri="{FF2B5EF4-FFF2-40B4-BE49-F238E27FC236}">
                <a16:creationId xmlns:a16="http://schemas.microsoft.com/office/drawing/2014/main" id="{A2C947E1-BFB1-8958-3E17-6817EE7C973B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111600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190">
            <a:extLst>
              <a:ext uri="{FF2B5EF4-FFF2-40B4-BE49-F238E27FC236}">
                <a16:creationId xmlns:a16="http://schemas.microsoft.com/office/drawing/2014/main" id="{74537547-3D23-FD12-8E48-8A95C89D7939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4" name="Shape 206">
            <a:extLst>
              <a:ext uri="{FF2B5EF4-FFF2-40B4-BE49-F238E27FC236}">
                <a16:creationId xmlns:a16="http://schemas.microsoft.com/office/drawing/2014/main" id="{5DE3D810-D3C1-9D66-5602-CBBE3EC6EC99}"/>
              </a:ext>
            </a:extLst>
          </p:cNvPr>
          <p:cNvSpPr>
            <a:spLocks/>
          </p:cNvSpPr>
          <p:nvPr/>
        </p:nvSpPr>
        <p:spPr>
          <a:xfrm>
            <a:off x="9986549" y="3368177"/>
            <a:ext cx="396000" cy="3960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10">
            <a:extLst>
              <a:ext uri="{FF2B5EF4-FFF2-40B4-BE49-F238E27FC236}">
                <a16:creationId xmlns:a16="http://schemas.microsoft.com/office/drawing/2014/main" id="{5B4E6483-ADD5-E13E-711D-51611C13E5C6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191">
            <a:extLst>
              <a:ext uri="{FF2B5EF4-FFF2-40B4-BE49-F238E27FC236}">
                <a16:creationId xmlns:a16="http://schemas.microsoft.com/office/drawing/2014/main" id="{581035E1-383B-E764-4B6D-8584884E6B42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REDACTED_00051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30" name="Shape 202">
            <a:extLst>
              <a:ext uri="{FF2B5EF4-FFF2-40B4-BE49-F238E27FC236}">
                <a16:creationId xmlns:a16="http://schemas.microsoft.com/office/drawing/2014/main" id="{92D3CE76-ADE0-4874-178C-4668DC0F5D7D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Text 207">
            <a:extLst>
              <a:ext uri="{FF2B5EF4-FFF2-40B4-BE49-F238E27FC236}">
                <a16:creationId xmlns:a16="http://schemas.microsoft.com/office/drawing/2014/main" id="{E7C13018-666C-AD22-DB31-24BC3CAEF4CD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REDACTED_00053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35" name="Text 211">
            <a:extLst>
              <a:ext uri="{FF2B5EF4-FFF2-40B4-BE49-F238E27FC236}">
                <a16:creationId xmlns:a16="http://schemas.microsoft.com/office/drawing/2014/main" id="{7CD67353-FC3D-D439-D364-1182E94B3B8B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REDACTED_00057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45" name="Text 203">
            <a:extLst>
              <a:ext uri="{FF2B5EF4-FFF2-40B4-BE49-F238E27FC236}">
                <a16:creationId xmlns:a16="http://schemas.microsoft.com/office/drawing/2014/main" id="{F7AB7D2A-8359-85B2-1FBE-F8670A373522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66" name="Shape 202">
            <a:extLst>
              <a:ext uri="{FF2B5EF4-FFF2-40B4-BE49-F238E27FC236}">
                <a16:creationId xmlns:a16="http://schemas.microsoft.com/office/drawing/2014/main" id="{587923E8-F22A-9D1D-491E-F74A95F055C7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6" name="Text 207">
            <a:extLst>
              <a:ext uri="{FF2B5EF4-FFF2-40B4-BE49-F238E27FC236}">
                <a16:creationId xmlns:a16="http://schemas.microsoft.com/office/drawing/2014/main" id="{55BB0BA2-4A41-D50A-F09E-7439B69A4D40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REDACTED_00090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101" name="Text 194">
            <a:extLst>
              <a:ext uri="{FF2B5EF4-FFF2-40B4-BE49-F238E27FC236}">
                <a16:creationId xmlns:a16="http://schemas.microsoft.com/office/drawing/2014/main" id="{7C5D4D72-F3C8-EEC4-16A7-53869492BEAD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3"/>
                </a:solidFill>
              </a:rPr>
              <a:t>REDACTED_00497</a:t>
            </a:r>
          </a:p>
        </p:txBody>
      </p:sp>
      <p:sp>
        <p:nvSpPr>
          <p:cNvPr id="103" name="Shape 198">
            <a:extLst>
              <a:ext uri="{FF2B5EF4-FFF2-40B4-BE49-F238E27FC236}">
                <a16:creationId xmlns:a16="http://schemas.microsoft.com/office/drawing/2014/main" id="{6D92BDC2-CDDE-6385-16D4-85A100310854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5" name="Text 199">
            <a:extLst>
              <a:ext uri="{FF2B5EF4-FFF2-40B4-BE49-F238E27FC236}">
                <a16:creationId xmlns:a16="http://schemas.microsoft.com/office/drawing/2014/main" id="{4CEB8376-0030-C893-BC7B-3B686BCF3F3F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F55A2D"/>
                </a:solidFill>
              </a:rPr>
              <a:t>REDACTED_00052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E0E7B3BD-B122-9692-6E98-B4510E3FF31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250" t="22534" r="13064" b="48427"/>
          <a:stretch>
            <a:fillRect/>
          </a:stretch>
        </p:blipFill>
        <p:spPr>
          <a:xfrm>
            <a:off x="92957" y="6455766"/>
            <a:ext cx="1495496" cy="3482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89">
            <a:extLst>
              <a:ext uri="{FF2B5EF4-FFF2-40B4-BE49-F238E27FC236}">
                <a16:creationId xmlns:a16="http://schemas.microsoft.com/office/drawing/2014/main" id="{CD890297-F15D-9DF6-8676-7C776988C796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3423" b="-29815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9" name="Shape 9">
            <a:extLst>
              <a:ext uri="{FF2B5EF4-FFF2-40B4-BE49-F238E27FC236}">
                <a16:creationId xmlns:a16="http://schemas.microsoft.com/office/drawing/2014/main" id="{CF99D802-94A3-7E8B-2C54-B6B2BB80FCA2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5" name="Shape 46">
            <a:extLst>
              <a:ext uri="{FF2B5EF4-FFF2-40B4-BE49-F238E27FC236}">
                <a16:creationId xmlns:a16="http://schemas.microsoft.com/office/drawing/2014/main" id="{6F650AB0-6280-56A0-59F2-B24CB92A7DCC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0" name="Shape 46">
            <a:extLst>
              <a:ext uri="{FF2B5EF4-FFF2-40B4-BE49-F238E27FC236}">
                <a16:creationId xmlns:a16="http://schemas.microsoft.com/office/drawing/2014/main" id="{76288E0E-2D5C-86B8-9B43-594315E24EDE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1" name="Shape 105">
            <a:extLst>
              <a:ext uri="{FF2B5EF4-FFF2-40B4-BE49-F238E27FC236}">
                <a16:creationId xmlns:a16="http://schemas.microsoft.com/office/drawing/2014/main" id="{3C0BC4A3-9B06-8262-E346-7985FBA1E762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5" name="Shape 13">
            <a:extLst>
              <a:ext uri="{FF2B5EF4-FFF2-40B4-BE49-F238E27FC236}">
                <a16:creationId xmlns:a16="http://schemas.microsoft.com/office/drawing/2014/main" id="{E9A41617-3B09-049E-8834-042148DE0F70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3" name="Shape 13">
            <a:extLst>
              <a:ext uri="{FF2B5EF4-FFF2-40B4-BE49-F238E27FC236}">
                <a16:creationId xmlns:a16="http://schemas.microsoft.com/office/drawing/2014/main" id="{3205447C-9257-F320-DC50-41687954C780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50" name="Shape 229">
            <a:extLst>
              <a:ext uri="{FF2B5EF4-FFF2-40B4-BE49-F238E27FC236}">
                <a16:creationId xmlns:a16="http://schemas.microsoft.com/office/drawing/2014/main" id="{608D96F0-A969-58B5-C466-FF045ABAF6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8" name="Shape 229">
            <a:extLst>
              <a:ext uri="{FF2B5EF4-FFF2-40B4-BE49-F238E27FC236}">
                <a16:creationId xmlns:a16="http://schemas.microsoft.com/office/drawing/2014/main" id="{10D7F445-4B12-9BBC-0BBB-69E597498BC4}"/>
              </a:ext>
            </a:extLst>
          </p:cNvPr>
          <p:cNvSpPr/>
          <p:nvPr/>
        </p:nvSpPr>
        <p:spPr>
          <a:xfrm>
            <a:off x="7443729" y="8447030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Shape 46">
            <a:extLst>
              <a:ext uri="{FF2B5EF4-FFF2-40B4-BE49-F238E27FC236}">
                <a16:creationId xmlns:a16="http://schemas.microsoft.com/office/drawing/2014/main" id="{7B74FABF-04A6-5BED-25BA-42328ECA54AC}"/>
              </a:ext>
            </a:extLst>
          </p:cNvPr>
          <p:cNvSpPr/>
          <p:nvPr/>
        </p:nvSpPr>
        <p:spPr>
          <a:xfrm>
            <a:off x="4428852" y="8447030"/>
            <a:ext cx="2963091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45DC66-7B1C-AAE9-E754-CD1D1388AE58}"/>
              </a:ext>
            </a:extLst>
          </p:cNvPr>
          <p:cNvSpPr txBox="1"/>
          <p:nvPr/>
        </p:nvSpPr>
        <p:spPr>
          <a:xfrm>
            <a:off x="7543729" y="8547030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BFF683-A4B0-4290-EE2B-364370ED466E}"/>
              </a:ext>
            </a:extLst>
          </p:cNvPr>
          <p:cNvSpPr txBox="1"/>
          <p:nvPr/>
        </p:nvSpPr>
        <p:spPr>
          <a:xfrm>
            <a:off x="4528852" y="8547030"/>
            <a:ext cx="2758718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REDACTED_00529</a:t>
            </a:r>
            <a:r>
              <a:rPr lang="en-US" sz="700" err="1">
                <a:solidFill>
                  <a:srgbClr val="444444"/>
                </a:solidFill>
              </a:rPr>
              <a:t>REDACTED_00142</a:t>
            </a:r>
            <a:r>
              <a:rPr lang="en-US" sz="700">
                <a:solidFill>
                  <a:srgbClr val="444444"/>
                </a:solidFill>
              </a:rPr>
              <a:t>REDACTED_00530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REDACTED_00531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REDACTED_00532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17730BA-BEEA-8600-B9DE-775357487ADB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ED3C05B2-6496-D454-8150-408E23D2A196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outerShdw blurRad="4445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dkEdge"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  <a:latin typeface="Inter"/>
              </a:rPr>
              <a:t>REDACTED_00533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D8703F1-36B7-574C-6907-FAE8A594F065}"/>
              </a:ext>
            </a:extLst>
          </p:cNvPr>
          <p:cNvGrpSpPr/>
          <p:nvPr/>
        </p:nvGrpSpPr>
        <p:grpSpPr>
          <a:xfrm>
            <a:off x="798483" y="76981"/>
            <a:ext cx="9137599" cy="392531"/>
            <a:chOff x="798483" y="126180"/>
            <a:chExt cx="9137599" cy="392531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E7238A4-6A2C-2E82-0DED-10074A2F250A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100" b="1">
                  <a:solidFill>
                    <a:srgbClr val="F55A2D"/>
                  </a:solidFill>
                </a:defRPr>
              </a:lvl1pPr>
            </a:lstStyle>
            <a:p>
              <a:r>
                <a:rPr lang="en-US"/>
                <a:t>REDACTED_00534</a:t>
              </a:r>
            </a:p>
          </p:txBody>
        </p:sp>
        <p:sp>
          <p:nvSpPr>
            <p:cNvPr id="56" name="Text 4">
              <a:extLst>
                <a:ext uri="{FF2B5EF4-FFF2-40B4-BE49-F238E27FC236}">
                  <a16:creationId xmlns:a16="http://schemas.microsoft.com/office/drawing/2014/main" id="{88D7A8DC-551F-BEC8-8A82-B510F8097B62}"/>
                </a:ext>
              </a:extLst>
            </p:cNvPr>
            <p:cNvSpPr/>
            <p:nvPr/>
          </p:nvSpPr>
          <p:spPr>
            <a:xfrm>
              <a:off x="798483" y="3632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2"/>
                  </a:solidFill>
                </a:rPr>
                <a:t>REDACTED_00461</a:t>
              </a:r>
            </a:p>
          </p:txBody>
        </p:sp>
      </p:grpSp>
      <p:sp>
        <p:nvSpPr>
          <p:cNvPr id="58" name="Shape 5">
            <a:extLst>
              <a:ext uri="{FF2B5EF4-FFF2-40B4-BE49-F238E27FC236}">
                <a16:creationId xmlns:a16="http://schemas.microsoft.com/office/drawing/2014/main" id="{8C846684-E30D-DA2B-B815-A18C2E90D1A5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2"/>
              </a:solidFill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C0617901-6E16-31BA-8DCD-3A76EE671876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2"/>
                </a:solidFill>
              </a:rPr>
              <a:t>REDACTED_00535</a:t>
            </a:r>
            <a:endParaRPr lang="en-US" sz="900">
              <a:solidFill>
                <a:schemeClr val="accent2"/>
              </a:solidFill>
            </a:endParaRPr>
          </a:p>
        </p:txBody>
      </p:sp>
      <p:sp>
        <p:nvSpPr>
          <p:cNvPr id="60" name="Shape 7">
            <a:extLst>
              <a:ext uri="{FF2B5EF4-FFF2-40B4-BE49-F238E27FC236}">
                <a16:creationId xmlns:a16="http://schemas.microsoft.com/office/drawing/2014/main" id="{AA3D9756-AAA6-D30B-F925-DEFBD88B6ED1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AU">
              <a:solidFill>
                <a:schemeClr val="accent2"/>
              </a:solidFill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476902C3-F700-FF1B-2BBD-6548E9B295AA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chemeClr val="accent2"/>
                </a:solidFill>
              </a:rPr>
              <a:t>REDACTED_00156</a:t>
            </a:r>
            <a:endParaRPr lang="en-US" sz="850">
              <a:solidFill>
                <a:schemeClr val="accent2"/>
              </a:solidFill>
            </a:endParaRPr>
          </a:p>
        </p:txBody>
      </p:sp>
      <p:sp>
        <p:nvSpPr>
          <p:cNvPr id="101" name="Shape 10">
            <a:extLst>
              <a:ext uri="{FF2B5EF4-FFF2-40B4-BE49-F238E27FC236}">
                <a16:creationId xmlns:a16="http://schemas.microsoft.com/office/drawing/2014/main" id="{E8E814DC-D2E5-505F-42CF-471FA8CF0F95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3" name="Text 11">
            <a:extLst>
              <a:ext uri="{FF2B5EF4-FFF2-40B4-BE49-F238E27FC236}">
                <a16:creationId xmlns:a16="http://schemas.microsoft.com/office/drawing/2014/main" id="{5B597AB2-52F2-F7B8-043A-DD760C11897C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05" name="Text 12">
            <a:extLst>
              <a:ext uri="{FF2B5EF4-FFF2-40B4-BE49-F238E27FC236}">
                <a16:creationId xmlns:a16="http://schemas.microsoft.com/office/drawing/2014/main" id="{2F1B491C-216A-07B7-9C97-D66BB95706C6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REDACTED_00536</a:t>
            </a:r>
            <a:r>
              <a:rPr lang="en-US" sz="800" err="1">
                <a:solidFill>
                  <a:srgbClr val="1A1A1A"/>
                </a:solidFill>
              </a:rPr>
              <a:t>REDACTED_00099</a:t>
            </a:r>
            <a:r>
              <a:rPr lang="en-US" sz="800">
                <a:solidFill>
                  <a:srgbClr val="1A1A1A"/>
                </a:solidFill>
              </a:rPr>
              <a:t>REDACTED_00537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REDACTED_00538</a:t>
            </a:r>
            <a:endParaRPr lang="en-US" sz="800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53BE810-E66B-0535-979D-3D7BF722C9D8}"/>
              </a:ext>
            </a:extLst>
          </p:cNvPr>
          <p:cNvGrpSpPr/>
          <p:nvPr/>
        </p:nvGrpSpPr>
        <p:grpSpPr>
          <a:xfrm>
            <a:off x="9757394" y="1533603"/>
            <a:ext cx="2334533" cy="635923"/>
            <a:chOff x="9693898" y="1603994"/>
            <a:chExt cx="2334533" cy="635923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DC17EF7-1291-F1B9-83ED-FD650DE9CDB7}"/>
                </a:ext>
              </a:extLst>
            </p:cNvPr>
            <p:cNvGrpSpPr/>
            <p:nvPr/>
          </p:nvGrpSpPr>
          <p:grpSpPr>
            <a:xfrm>
              <a:off x="9693898" y="1603994"/>
              <a:ext cx="2334533" cy="635923"/>
              <a:chOff x="10112273" y="2891968"/>
              <a:chExt cx="1921331" cy="580542"/>
            </a:xfrm>
          </p:grpSpPr>
          <p:sp>
            <p:nvSpPr>
              <p:cNvPr id="89" name="Shape 243">
                <a:extLst>
                  <a:ext uri="{FF2B5EF4-FFF2-40B4-BE49-F238E27FC236}">
                    <a16:creationId xmlns:a16="http://schemas.microsoft.com/office/drawing/2014/main" id="{73DA95FA-4B37-67A8-B2BF-AD04EB75BB61}"/>
                  </a:ext>
                </a:extLst>
              </p:cNvPr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91" name="Text 241a">
                <a:extLst>
                  <a:ext uri="{FF2B5EF4-FFF2-40B4-BE49-F238E27FC236}">
                    <a16:creationId xmlns:a16="http://schemas.microsoft.com/office/drawing/2014/main" id="{6458EECF-7F39-25A3-D3AF-3E5AD7278C3F}"/>
                  </a:ext>
                </a:extLst>
              </p:cNvPr>
              <p:cNvSpPr/>
              <p:nvPr/>
            </p:nvSpPr>
            <p:spPr>
              <a:xfrm>
                <a:off x="10881460" y="2891968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REDACTED_00509</a:t>
                </a:r>
              </a:p>
            </p:txBody>
          </p:sp>
          <p:sp>
            <p:nvSpPr>
              <p:cNvPr id="93" name="Text 245a">
                <a:extLst>
                  <a:ext uri="{FF2B5EF4-FFF2-40B4-BE49-F238E27FC236}">
                    <a16:creationId xmlns:a16="http://schemas.microsoft.com/office/drawing/2014/main" id="{2E8D114E-1830-CFFD-E61D-69D10D77006B}"/>
                  </a:ext>
                </a:extLst>
              </p:cNvPr>
              <p:cNvSpPr/>
              <p:nvPr/>
            </p:nvSpPr>
            <p:spPr>
              <a:xfrm>
                <a:off x="10881458" y="3026712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REDACTED_00468</a:t>
                </a:r>
              </a:p>
            </p:txBody>
          </p:sp>
          <p:sp>
            <p:nvSpPr>
              <p:cNvPr id="94" name="Shape 245a">
                <a:extLst>
                  <a:ext uri="{FF2B5EF4-FFF2-40B4-BE49-F238E27FC236}">
                    <a16:creationId xmlns:a16="http://schemas.microsoft.com/office/drawing/2014/main" id="{5BA901C2-F123-3369-427A-7EEF37D1A4FC}"/>
                  </a:ext>
                </a:extLst>
              </p:cNvPr>
              <p:cNvSpPr/>
              <p:nvPr/>
            </p:nvSpPr>
            <p:spPr>
              <a:xfrm>
                <a:off x="10198303" y="3237891"/>
                <a:ext cx="909585" cy="62443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accent2"/>
                </a:solidFill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96" name="Text 247a">
                <a:extLst>
                  <a:ext uri="{FF2B5EF4-FFF2-40B4-BE49-F238E27FC236}">
                    <a16:creationId xmlns:a16="http://schemas.microsoft.com/office/drawing/2014/main" id="{73E14A74-2552-1857-D65A-78E0B3EB0BBD}"/>
                  </a:ext>
                </a:extLst>
              </p:cNvPr>
              <p:cNvSpPr/>
              <p:nvPr/>
            </p:nvSpPr>
            <p:spPr>
              <a:xfrm>
                <a:off x="11711046" y="3289630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REDACTED_00510</a:t>
                </a:r>
              </a:p>
            </p:txBody>
          </p:sp>
        </p:grpSp>
        <p:sp>
          <p:nvSpPr>
            <p:cNvPr id="97" name="Shape 245a">
              <a:extLst>
                <a:ext uri="{FF2B5EF4-FFF2-40B4-BE49-F238E27FC236}">
                  <a16:creationId xmlns:a16="http://schemas.microsoft.com/office/drawing/2014/main" id="{A8C177A9-CA87-CA68-3269-9626B9725809}"/>
                </a:ext>
              </a:extLst>
            </p:cNvPr>
            <p:cNvSpPr/>
            <p:nvPr/>
          </p:nvSpPr>
          <p:spPr>
            <a:xfrm>
              <a:off x="10926955" y="1983775"/>
              <a:ext cx="694800" cy="68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99" name="Text 6">
            <a:extLst>
              <a:ext uri="{FF2B5EF4-FFF2-40B4-BE49-F238E27FC236}">
                <a16:creationId xmlns:a16="http://schemas.microsoft.com/office/drawing/2014/main" id="{52F4D72B-710F-65E6-03E8-95AD3A1AE267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accent2"/>
                </a:solidFill>
              </a:rPr>
              <a:t>REDACTED_00038</a:t>
            </a:r>
          </a:p>
        </p:txBody>
      </p:sp>
      <p:sp>
        <p:nvSpPr>
          <p:cNvPr id="209" name="Shape 130">
            <a:extLst>
              <a:ext uri="{FF2B5EF4-FFF2-40B4-BE49-F238E27FC236}">
                <a16:creationId xmlns:a16="http://schemas.microsoft.com/office/drawing/2014/main" id="{E8B327F6-1C72-0F7A-D66A-2E2D7EA27719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3BB2B746-591D-F9A7-8491-41360BB2AB9E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13" name="Picture 212" descr="A black and blue logo  AI-generated content may be incorrect.">
            <a:extLst>
              <a:ext uri="{FF2B5EF4-FFF2-40B4-BE49-F238E27FC236}">
                <a16:creationId xmlns:a16="http://schemas.microsoft.com/office/drawing/2014/main" id="{70F5F1D4-CEF1-B997-91D5-2879809E5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218" name="Text 211a">
            <a:extLst>
              <a:ext uri="{FF2B5EF4-FFF2-40B4-BE49-F238E27FC236}">
                <a16:creationId xmlns:a16="http://schemas.microsoft.com/office/drawing/2014/main" id="{CC573964-E258-21B2-539B-8DA63A191138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220" name="Text 213a">
            <a:extLst>
              <a:ext uri="{FF2B5EF4-FFF2-40B4-BE49-F238E27FC236}">
                <a16:creationId xmlns:a16="http://schemas.microsoft.com/office/drawing/2014/main" id="{4BD2FFBF-F980-0891-6C92-D37AC4C03CE0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222" name="Text 218a">
            <a:extLst>
              <a:ext uri="{FF2B5EF4-FFF2-40B4-BE49-F238E27FC236}">
                <a16:creationId xmlns:a16="http://schemas.microsoft.com/office/drawing/2014/main" id="{0BECED51-E5AF-9355-53D3-DF508808E675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226" name="Shape 229">
            <a:extLst>
              <a:ext uri="{FF2B5EF4-FFF2-40B4-BE49-F238E27FC236}">
                <a16:creationId xmlns:a16="http://schemas.microsoft.com/office/drawing/2014/main" id="{D501B4CB-D30C-E3E3-E84A-F6ECC3E95926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REDACTED_00539</a:t>
            </a:r>
          </a:p>
        </p:txBody>
      </p:sp>
      <p:sp>
        <p:nvSpPr>
          <p:cNvPr id="237" name="Shape 10">
            <a:extLst>
              <a:ext uri="{FF2B5EF4-FFF2-40B4-BE49-F238E27FC236}">
                <a16:creationId xmlns:a16="http://schemas.microsoft.com/office/drawing/2014/main" id="{789A924C-5A1F-0BDC-3E70-67C3E794A4B9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0" name="Text 31">
            <a:extLst>
              <a:ext uri="{FF2B5EF4-FFF2-40B4-BE49-F238E27FC236}">
                <a16:creationId xmlns:a16="http://schemas.microsoft.com/office/drawing/2014/main" id="{88B0E7CF-8477-C02A-ED6E-D2B6F4700DCE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47" name="Shape 32">
            <a:extLst>
              <a:ext uri="{FF2B5EF4-FFF2-40B4-BE49-F238E27FC236}">
                <a16:creationId xmlns:a16="http://schemas.microsoft.com/office/drawing/2014/main" id="{530ED6E7-9951-54A8-41B8-78EF9DA195E3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5" name="Text 33">
            <a:extLst>
              <a:ext uri="{FF2B5EF4-FFF2-40B4-BE49-F238E27FC236}">
                <a16:creationId xmlns:a16="http://schemas.microsoft.com/office/drawing/2014/main" id="{0184F5D9-5F44-C3C1-CD3D-890DB7FEC092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REDACTED_00540</a:t>
            </a:r>
          </a:p>
        </p:txBody>
      </p:sp>
      <p:sp>
        <p:nvSpPr>
          <p:cNvPr id="267" name="Text 33">
            <a:extLst>
              <a:ext uri="{FF2B5EF4-FFF2-40B4-BE49-F238E27FC236}">
                <a16:creationId xmlns:a16="http://schemas.microsoft.com/office/drawing/2014/main" id="{59CA4863-F9F5-DC42-EB86-BF1587339BC9}"/>
              </a:ext>
            </a:extLst>
          </p:cNvPr>
          <p:cNvSpPr/>
          <p:nvPr/>
        </p:nvSpPr>
        <p:spPr>
          <a:xfrm>
            <a:off x="180001" y="2497417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REDACTED_00541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REDACTED_00542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REDACTED_00543</a:t>
            </a:r>
            <a:r>
              <a:rPr lang="en-US" sz="800" err="1">
                <a:solidFill>
                  <a:srgbClr val="444444"/>
                </a:solidFill>
              </a:rPr>
              <a:t>REDACTED_00099</a:t>
            </a:r>
            <a:r>
              <a:rPr lang="en-US" sz="800">
                <a:solidFill>
                  <a:srgbClr val="444444"/>
                </a:solidFill>
              </a:rPr>
              <a:t>REDACTED_00544</a:t>
            </a:r>
            <a:endParaRPr lang="en-US" sz="800"/>
          </a:p>
        </p:txBody>
      </p:sp>
      <p:sp>
        <p:nvSpPr>
          <p:cNvPr id="269" name="Text 31">
            <a:extLst>
              <a:ext uri="{FF2B5EF4-FFF2-40B4-BE49-F238E27FC236}">
                <a16:creationId xmlns:a16="http://schemas.microsoft.com/office/drawing/2014/main" id="{A47C958E-3AE0-2FFD-1474-8B428417C647}"/>
              </a:ext>
            </a:extLst>
          </p:cNvPr>
          <p:cNvSpPr/>
          <p:nvPr/>
        </p:nvSpPr>
        <p:spPr>
          <a:xfrm>
            <a:off x="180000" y="233016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71" name="Shape 32">
            <a:extLst>
              <a:ext uri="{FF2B5EF4-FFF2-40B4-BE49-F238E27FC236}">
                <a16:creationId xmlns:a16="http://schemas.microsoft.com/office/drawing/2014/main" id="{7DF8E0B1-65CD-0A02-0756-067C448DDB2B}"/>
              </a:ext>
            </a:extLst>
          </p:cNvPr>
          <p:cNvSpPr/>
          <p:nvPr/>
        </p:nvSpPr>
        <p:spPr>
          <a:xfrm>
            <a:off x="144000" y="244903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3" name="Shape 10">
            <a:extLst>
              <a:ext uri="{FF2B5EF4-FFF2-40B4-BE49-F238E27FC236}">
                <a16:creationId xmlns:a16="http://schemas.microsoft.com/office/drawing/2014/main" id="{D25A890A-0E7A-8CB8-3C52-AD817B7A7255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7" name="Shape 16">
            <a:extLst>
              <a:ext uri="{FF2B5EF4-FFF2-40B4-BE49-F238E27FC236}">
                <a16:creationId xmlns:a16="http://schemas.microsoft.com/office/drawing/2014/main" id="{45EE237A-0F96-E625-86AF-676362CB2E6F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79" name="Shape 16">
            <a:extLst>
              <a:ext uri="{FF2B5EF4-FFF2-40B4-BE49-F238E27FC236}">
                <a16:creationId xmlns:a16="http://schemas.microsoft.com/office/drawing/2014/main" id="{8E9FDBCA-4004-978D-7FEE-877BEE4815A5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REDACTED_00475</a:t>
            </a:r>
          </a:p>
        </p:txBody>
      </p:sp>
      <p:sp>
        <p:nvSpPr>
          <p:cNvPr id="281" name="Shape 16">
            <a:extLst>
              <a:ext uri="{FF2B5EF4-FFF2-40B4-BE49-F238E27FC236}">
                <a16:creationId xmlns:a16="http://schemas.microsoft.com/office/drawing/2014/main" id="{6A2A4E2F-AD7F-BCFA-19BC-59C7FF4E7AF2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REDACTED_00545</a:t>
            </a:r>
          </a:p>
        </p:txBody>
      </p:sp>
      <p:sp>
        <p:nvSpPr>
          <p:cNvPr id="283" name="Shape 16">
            <a:extLst>
              <a:ext uri="{FF2B5EF4-FFF2-40B4-BE49-F238E27FC236}">
                <a16:creationId xmlns:a16="http://schemas.microsoft.com/office/drawing/2014/main" id="{0C01D73F-1799-9B34-4F2C-0ABE8C582749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REDACTED_00477</a:t>
            </a: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90A1B8F0-FCA4-34CE-0AA8-2F1D99651B90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REDACTED_00078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C4AFF4B5-FB53-7AA0-E834-50C7391F139E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REDACTED_00079</a:t>
            </a: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8D08E078-AED2-CC3F-010E-1FFCCD768524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REDACTED_00080</a:t>
            </a: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48F65669-09FD-B049-8CFD-2CAA7D21147E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REDACTED_00081</a:t>
            </a:r>
          </a:p>
        </p:txBody>
      </p: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8810BEFA-8327-7417-BA5D-2566967152D4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307" name="Shape 37">
              <a:extLst>
                <a:ext uri="{FF2B5EF4-FFF2-40B4-BE49-F238E27FC236}">
                  <a16:creationId xmlns:a16="http://schemas.microsoft.com/office/drawing/2014/main" id="{004F1837-11B5-C084-E2A8-AAA6A62A3832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8" name="Shape 38">
              <a:extLst>
                <a:ext uri="{FF2B5EF4-FFF2-40B4-BE49-F238E27FC236}">
                  <a16:creationId xmlns:a16="http://schemas.microsoft.com/office/drawing/2014/main" id="{95B67E09-B55B-4798-7825-579FDB0CA736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9" name="Text 39">
              <a:extLst>
                <a:ext uri="{FF2B5EF4-FFF2-40B4-BE49-F238E27FC236}">
                  <a16:creationId xmlns:a16="http://schemas.microsoft.com/office/drawing/2014/main" id="{8094C656-2FEB-98B4-3462-CB146F3011F0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REDACTED_00546</a:t>
              </a:r>
              <a:endParaRPr lang="en-US" sz="800"/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D9444820-CBDA-D7E2-7B8E-945EBB99D906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311" name="Shape 37">
              <a:extLst>
                <a:ext uri="{FF2B5EF4-FFF2-40B4-BE49-F238E27FC236}">
                  <a16:creationId xmlns:a16="http://schemas.microsoft.com/office/drawing/2014/main" id="{5FCDC8EE-5B03-C082-4C0E-4807CC76CA05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2" name="Shape 38">
              <a:extLst>
                <a:ext uri="{FF2B5EF4-FFF2-40B4-BE49-F238E27FC236}">
                  <a16:creationId xmlns:a16="http://schemas.microsoft.com/office/drawing/2014/main" id="{1F02889B-5E52-F304-295C-7F1C2A35B8B3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3" name="Text 39">
              <a:extLst>
                <a:ext uri="{FF2B5EF4-FFF2-40B4-BE49-F238E27FC236}">
                  <a16:creationId xmlns:a16="http://schemas.microsoft.com/office/drawing/2014/main" id="{5741EB4F-F32D-7FF0-3924-34938729440E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REDACTED_00547</a:t>
              </a:r>
              <a:endParaRPr lang="en-US" sz="800"/>
            </a:p>
          </p:txBody>
        </p:sp>
      </p:grpSp>
      <p:sp>
        <p:nvSpPr>
          <p:cNvPr id="318" name="Shape 229">
            <a:extLst>
              <a:ext uri="{FF2B5EF4-FFF2-40B4-BE49-F238E27FC236}">
                <a16:creationId xmlns:a16="http://schemas.microsoft.com/office/drawing/2014/main" id="{B346564A-7094-84B5-BA63-CF8A53DED594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REDACTED_00082</a:t>
            </a:r>
          </a:p>
        </p:txBody>
      </p:sp>
      <p:sp>
        <p:nvSpPr>
          <p:cNvPr id="320" name="Shape 46">
            <a:extLst>
              <a:ext uri="{FF2B5EF4-FFF2-40B4-BE49-F238E27FC236}">
                <a16:creationId xmlns:a16="http://schemas.microsoft.com/office/drawing/2014/main" id="{BD2C23D1-685A-BABB-8D65-4A48C43B341E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FBD5E463-E5A0-A968-841B-5E465445EACA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336" name="Text 35">
            <a:extLst>
              <a:ext uri="{FF2B5EF4-FFF2-40B4-BE49-F238E27FC236}">
                <a16:creationId xmlns:a16="http://schemas.microsoft.com/office/drawing/2014/main" id="{BA75A052-23FC-6AF2-5D84-6DD436CDA381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38" name="Shape 36">
            <a:extLst>
              <a:ext uri="{FF2B5EF4-FFF2-40B4-BE49-F238E27FC236}">
                <a16:creationId xmlns:a16="http://schemas.microsoft.com/office/drawing/2014/main" id="{9A20A6C9-8619-0B0D-0D6B-713F059C9761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0" name="Shape 36">
            <a:extLst>
              <a:ext uri="{FF2B5EF4-FFF2-40B4-BE49-F238E27FC236}">
                <a16:creationId xmlns:a16="http://schemas.microsoft.com/office/drawing/2014/main" id="{BE705337-4630-BE9C-DC7B-B9D3D23FEBFE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2" name="Text 35">
            <a:extLst>
              <a:ext uri="{FF2B5EF4-FFF2-40B4-BE49-F238E27FC236}">
                <a16:creationId xmlns:a16="http://schemas.microsoft.com/office/drawing/2014/main" id="{49A84266-CDAE-EA7F-0939-1224E41C3076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44" name="Text 90">
            <a:extLst>
              <a:ext uri="{FF2B5EF4-FFF2-40B4-BE49-F238E27FC236}">
                <a16:creationId xmlns:a16="http://schemas.microsoft.com/office/drawing/2014/main" id="{5F74F2FF-7571-A9AF-8FD7-6B723C290407}"/>
              </a:ext>
            </a:extLst>
          </p:cNvPr>
          <p:cNvSpPr/>
          <p:nvPr/>
        </p:nvSpPr>
        <p:spPr>
          <a:xfrm>
            <a:off x="7168852" y="1917812"/>
            <a:ext cx="2157483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REDACTED_00548</a:t>
            </a:r>
            <a:endParaRPr lang="en-US" sz="8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03EF82-E37B-B623-7F6C-83B18B431499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chemeClr val="accent2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REDACTED_00549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REDACTED_00550</a:t>
            </a:r>
            <a:r>
              <a:rPr lang="en-US" altLang="en-US" sz="800" err="1">
                <a:solidFill>
                  <a:srgbClr val="444444"/>
                </a:solidFill>
                <a:latin typeface="Calibri" panose="020F0502020204030204"/>
              </a:rPr>
              <a:t>REDACTED_00551</a:t>
            </a: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REDACTED_00552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REDACTED_00553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0AD754-966D-826C-05F1-F6985A863F49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REDACTED_00554</a:t>
            </a:r>
            <a:r>
              <a:rPr lang="en-US" sz="800" err="1">
                <a:solidFill>
                  <a:srgbClr val="444444"/>
                </a:solidFill>
                <a:latin typeface="Calibri" panose="020F0502020204030204"/>
              </a:rPr>
              <a:t>REDACTED_00142</a:t>
            </a: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REDACTED_00555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REDACTED_00556</a:t>
            </a:r>
            <a:r>
              <a:rPr lang="en-US" sz="800" err="1">
                <a:solidFill>
                  <a:srgbClr val="444444"/>
                </a:solidFill>
                <a:latin typeface="Calibri" panose="020F0502020204030204"/>
              </a:rPr>
              <a:t>REDACTED_00557</a:t>
            </a: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REDACTED_00558</a:t>
            </a:r>
            <a:r>
              <a:rPr lang="en-US" sz="800" err="1">
                <a:solidFill>
                  <a:srgbClr val="444444"/>
                </a:solidFill>
                <a:latin typeface="Calibri" panose="020F0502020204030204"/>
              </a:rPr>
              <a:t>REDACTED_00551</a:t>
            </a: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REDACTED_00559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REDACTED_00560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REDACTED_00561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FABD07A-1370-E335-1646-8CBD63ABA4BB}"/>
              </a:ext>
            </a:extLst>
          </p:cNvPr>
          <p:cNvGrpSpPr/>
          <p:nvPr/>
        </p:nvGrpSpPr>
        <p:grpSpPr>
          <a:xfrm>
            <a:off x="3717780" y="2472279"/>
            <a:ext cx="3065147" cy="336564"/>
            <a:chOff x="3828681" y="1696973"/>
            <a:chExt cx="7721343" cy="449118"/>
          </a:xfrm>
        </p:grpSpPr>
        <p:sp>
          <p:nvSpPr>
            <p:cNvPr id="43" name="Shape 37">
              <a:extLst>
                <a:ext uri="{FF2B5EF4-FFF2-40B4-BE49-F238E27FC236}">
                  <a16:creationId xmlns:a16="http://schemas.microsoft.com/office/drawing/2014/main" id="{D6832E9F-E619-E4FA-7112-86F493463249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Shape 38">
              <a:extLst>
                <a:ext uri="{FF2B5EF4-FFF2-40B4-BE49-F238E27FC236}">
                  <a16:creationId xmlns:a16="http://schemas.microsoft.com/office/drawing/2014/main" id="{7D4DA170-7986-22A7-5C80-B3EC1D97195E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 39">
              <a:extLst>
                <a:ext uri="{FF2B5EF4-FFF2-40B4-BE49-F238E27FC236}">
                  <a16:creationId xmlns:a16="http://schemas.microsoft.com/office/drawing/2014/main" id="{208670A2-B359-1CE4-BF80-05DD8E04FC2A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REDACTED_00562</a:t>
              </a:r>
              <a:r>
                <a:rPr lang="en-US" sz="800" err="1">
                  <a:solidFill>
                    <a:srgbClr val="1A3A36"/>
                  </a:solidFill>
                </a:rPr>
                <a:t>REDACTED_00142</a:t>
              </a:r>
              <a:r>
                <a:rPr lang="en-US" sz="800">
                  <a:solidFill>
                    <a:srgbClr val="1A3A36"/>
                  </a:solidFill>
                </a:rPr>
                <a:t>REDACTED_00563</a:t>
              </a:r>
              <a:endParaRPr lang="en-US" sz="800"/>
            </a:p>
          </p:txBody>
        </p:sp>
      </p:grpSp>
      <p:sp>
        <p:nvSpPr>
          <p:cNvPr id="37" name="Shape 32">
            <a:extLst>
              <a:ext uri="{FF2B5EF4-FFF2-40B4-BE49-F238E27FC236}">
                <a16:creationId xmlns:a16="http://schemas.microsoft.com/office/drawing/2014/main" id="{53648723-E2EE-1FBC-A8F0-05C5F8DC25DD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37BD2289-D566-EB01-5E56-D1563F6E7AF9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A379F853-D522-E49A-955E-4EDF56C2BD6C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B91A7F6C-49B0-9A4D-3148-B21D8889514D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50" name="Shape 36">
            <a:extLst>
              <a:ext uri="{FF2B5EF4-FFF2-40B4-BE49-F238E27FC236}">
                <a16:creationId xmlns:a16="http://schemas.microsoft.com/office/drawing/2014/main" id="{84AB3FA6-366B-E741-9C58-A792D31C1E80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58E3297-20A0-35BF-D734-28028C4AFBCD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72" name="PersonIcon">
              <a:extLst>
                <a:ext uri="{FF2B5EF4-FFF2-40B4-BE49-F238E27FC236}">
                  <a16:creationId xmlns:a16="http://schemas.microsoft.com/office/drawing/2014/main" id="{01978167-312F-4D8E-E263-75B27B427460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Text 107">
              <a:extLst>
                <a:ext uri="{FF2B5EF4-FFF2-40B4-BE49-F238E27FC236}">
                  <a16:creationId xmlns:a16="http://schemas.microsoft.com/office/drawing/2014/main" id="{CE6FF024-D54A-34DA-ACEA-E331926896C3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78" name="Text 108">
              <a:extLst>
                <a:ext uri="{FF2B5EF4-FFF2-40B4-BE49-F238E27FC236}">
                  <a16:creationId xmlns:a16="http://schemas.microsoft.com/office/drawing/2014/main" id="{85D31A54-0CF3-EBF8-873F-97DCE67DB4AB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REDACTED_00004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3895F09-3AC6-7409-4C97-47FB0ED536EF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80" name="BuildingIcon">
              <a:extLst>
                <a:ext uri="{FF2B5EF4-FFF2-40B4-BE49-F238E27FC236}">
                  <a16:creationId xmlns:a16="http://schemas.microsoft.com/office/drawing/2014/main" id="{C6CFE74A-4203-87E8-2605-F0556D3D9D8D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81" name="Text 109">
              <a:extLst>
                <a:ext uri="{FF2B5EF4-FFF2-40B4-BE49-F238E27FC236}">
                  <a16:creationId xmlns:a16="http://schemas.microsoft.com/office/drawing/2014/main" id="{C13079F7-20C0-1211-F33C-F0EECACA491F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84" name="Text 110">
              <a:extLst>
                <a:ext uri="{FF2B5EF4-FFF2-40B4-BE49-F238E27FC236}">
                  <a16:creationId xmlns:a16="http://schemas.microsoft.com/office/drawing/2014/main" id="{474A502F-3F91-46BD-16F3-6F1676AF1AF8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REDACTED_00351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509064D-D2E1-4555-C4E9-037A7970B760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86" name="GradCapIcon">
              <a:extLst>
                <a:ext uri="{FF2B5EF4-FFF2-40B4-BE49-F238E27FC236}">
                  <a16:creationId xmlns:a16="http://schemas.microsoft.com/office/drawing/2014/main" id="{FB00CA7A-D4CA-FFB1-72A2-DB648F9C0A6D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90" name="Text 111">
              <a:extLst>
                <a:ext uri="{FF2B5EF4-FFF2-40B4-BE49-F238E27FC236}">
                  <a16:creationId xmlns:a16="http://schemas.microsoft.com/office/drawing/2014/main" id="{02AAC2FF-21A7-C83A-9522-47DF41EE4FEF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92" name="Text 112">
              <a:extLst>
                <a:ext uri="{FF2B5EF4-FFF2-40B4-BE49-F238E27FC236}">
                  <a16:creationId xmlns:a16="http://schemas.microsoft.com/office/drawing/2014/main" id="{5F273FFC-0A73-C797-3C2E-B5AC2640BDAC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REDACTED_00564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38AFB6C-293C-948F-54F0-28E17FC2F1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</p:spPr>
      </p:pic>
      <p:sp>
        <p:nvSpPr>
          <p:cNvPr id="4" name="Text 11">
            <a:extLst>
              <a:ext uri="{FF2B5EF4-FFF2-40B4-BE49-F238E27FC236}">
                <a16:creationId xmlns:a16="http://schemas.microsoft.com/office/drawing/2014/main" id="{C678B6B4-CFC4-6A8D-EDDB-3D7776DDED65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REDACTED_00489</a:t>
            </a:r>
          </a:p>
          <a:p>
            <a:r>
              <a:rPr lang="en-US" sz="650" b="1">
                <a:solidFill>
                  <a:srgbClr val="444444"/>
                </a:solidFill>
              </a:rPr>
              <a:t>REDACTED_00565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1176183A-C49C-960C-2ED8-1A72B383D2C5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0273F9DC-E999-7049-20D1-492EF5A6B04B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REDACTED_00566</a:t>
            </a:r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426A631E-1DAA-64C8-3167-79C45C9E4F1E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REDACTED_00567</a:t>
            </a:r>
          </a:p>
        </p:txBody>
      </p:sp>
      <p:sp>
        <p:nvSpPr>
          <p:cNvPr id="12" name="Text 23">
            <a:extLst>
              <a:ext uri="{FF2B5EF4-FFF2-40B4-BE49-F238E27FC236}">
                <a16:creationId xmlns:a16="http://schemas.microsoft.com/office/drawing/2014/main" id="{5F61038E-50F4-C8EA-C3CD-FD8CF58EBAB0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REDACTED_00495</a:t>
            </a:r>
          </a:p>
          <a:p>
            <a:r>
              <a:rPr lang="en-US" sz="650">
                <a:solidFill>
                  <a:srgbClr val="444444"/>
                </a:solidFill>
              </a:rPr>
              <a:t>REDACTED_00496</a:t>
            </a:r>
          </a:p>
        </p:txBody>
      </p:sp>
      <p:sp>
        <p:nvSpPr>
          <p:cNvPr id="16" name="Shape 188">
            <a:extLst>
              <a:ext uri="{FF2B5EF4-FFF2-40B4-BE49-F238E27FC236}">
                <a16:creationId xmlns:a16="http://schemas.microsoft.com/office/drawing/2014/main" id="{91A606A1-00BE-8B14-9B8F-6723A5BD762F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169200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89">
            <a:extLst>
              <a:ext uri="{FF2B5EF4-FFF2-40B4-BE49-F238E27FC236}">
                <a16:creationId xmlns:a16="http://schemas.microsoft.com/office/drawing/2014/main" id="{BFBC4BEA-9145-05D1-3830-27B5A4CDDED9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50400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90">
            <a:extLst>
              <a:ext uri="{FF2B5EF4-FFF2-40B4-BE49-F238E27FC236}">
                <a16:creationId xmlns:a16="http://schemas.microsoft.com/office/drawing/2014/main" id="{AA484CCE-DCAF-297D-3EF4-F64D0EBE6811}"/>
              </a:ext>
            </a:extLst>
          </p:cNvPr>
          <p:cNvSpPr>
            <a:spLocks/>
          </p:cNvSpPr>
          <p:nvPr/>
        </p:nvSpPr>
        <p:spPr>
          <a:xfrm>
            <a:off x="10022549" y="395976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193">
            <a:extLst>
              <a:ext uri="{FF2B5EF4-FFF2-40B4-BE49-F238E27FC236}">
                <a16:creationId xmlns:a16="http://schemas.microsoft.com/office/drawing/2014/main" id="{5310575D-ADF9-95DF-96A6-E4AEDEE50E8D}"/>
              </a:ext>
            </a:extLst>
          </p:cNvPr>
          <p:cNvSpPr>
            <a:spLocks/>
          </p:cNvSpPr>
          <p:nvPr/>
        </p:nvSpPr>
        <p:spPr>
          <a:xfrm>
            <a:off x="10022549" y="3399765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06">
            <a:extLst>
              <a:ext uri="{FF2B5EF4-FFF2-40B4-BE49-F238E27FC236}">
                <a16:creationId xmlns:a16="http://schemas.microsoft.com/office/drawing/2014/main" id="{C5E62AEB-1EEF-FEC2-D7C8-9559FAC25929}"/>
              </a:ext>
            </a:extLst>
          </p:cNvPr>
          <p:cNvSpPr>
            <a:spLocks/>
          </p:cNvSpPr>
          <p:nvPr/>
        </p:nvSpPr>
        <p:spPr>
          <a:xfrm>
            <a:off x="9986549" y="2802879"/>
            <a:ext cx="396000" cy="3960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Text 211">
            <a:extLst>
              <a:ext uri="{FF2B5EF4-FFF2-40B4-BE49-F238E27FC236}">
                <a16:creationId xmlns:a16="http://schemas.microsoft.com/office/drawing/2014/main" id="{566D11AA-FF6D-7B20-E08A-E5C4BED742AA}"/>
              </a:ext>
            </a:extLst>
          </p:cNvPr>
          <p:cNvSpPr>
            <a:spLocks/>
          </p:cNvSpPr>
          <p:nvPr/>
        </p:nvSpPr>
        <p:spPr>
          <a:xfrm>
            <a:off x="10040549" y="5119863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36" name="Text 203">
            <a:extLst>
              <a:ext uri="{FF2B5EF4-FFF2-40B4-BE49-F238E27FC236}">
                <a16:creationId xmlns:a16="http://schemas.microsoft.com/office/drawing/2014/main" id="{1F123BD4-EDE1-4DEB-7DB2-7801E00C2387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47" name="Shape 202">
            <a:extLst>
              <a:ext uri="{FF2B5EF4-FFF2-40B4-BE49-F238E27FC236}">
                <a16:creationId xmlns:a16="http://schemas.microsoft.com/office/drawing/2014/main" id="{C5D4D068-3ACF-61A1-5A1F-257991A87E0B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7" name="Text 207">
            <a:extLst>
              <a:ext uri="{FF2B5EF4-FFF2-40B4-BE49-F238E27FC236}">
                <a16:creationId xmlns:a16="http://schemas.microsoft.com/office/drawing/2014/main" id="{9CBD8D90-04E2-1FA4-70DD-C992870EF108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F55A2D"/>
                </a:solidFill>
              </a:rPr>
              <a:t>REDACTED_00057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28" name="Text 191">
            <a:extLst>
              <a:ext uri="{FF2B5EF4-FFF2-40B4-BE49-F238E27FC236}">
                <a16:creationId xmlns:a16="http://schemas.microsoft.com/office/drawing/2014/main" id="{6315EAC1-3129-79E3-3508-FE8470F9B823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accent3"/>
                </a:solidFill>
              </a:rPr>
              <a:t>REDACTED_00051</a:t>
            </a:r>
            <a:endParaRPr lang="en-US" sz="650">
              <a:solidFill>
                <a:schemeClr val="accent3"/>
              </a:solidFill>
            </a:endParaRPr>
          </a:p>
        </p:txBody>
      </p:sp>
      <p:sp>
        <p:nvSpPr>
          <p:cNvPr id="30" name="Text 194">
            <a:extLst>
              <a:ext uri="{FF2B5EF4-FFF2-40B4-BE49-F238E27FC236}">
                <a16:creationId xmlns:a16="http://schemas.microsoft.com/office/drawing/2014/main" id="{72C7A971-C11F-D3A9-89A8-7DB40CB0FADE}"/>
              </a:ext>
            </a:extLst>
          </p:cNvPr>
          <p:cNvSpPr>
            <a:spLocks/>
          </p:cNvSpPr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F55A2D"/>
                </a:solidFill>
              </a:rPr>
              <a:t>REDACTED_00497</a:t>
            </a:r>
          </a:p>
        </p:txBody>
      </p:sp>
      <p:sp>
        <p:nvSpPr>
          <p:cNvPr id="98" name="Text 199">
            <a:extLst>
              <a:ext uri="{FF2B5EF4-FFF2-40B4-BE49-F238E27FC236}">
                <a16:creationId xmlns:a16="http://schemas.microsoft.com/office/drawing/2014/main" id="{A7007034-276A-62B8-832A-4CC92B652486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accent2"/>
                </a:solidFill>
              </a:rPr>
              <a:t>REDACTED_00052</a:t>
            </a:r>
            <a:endParaRPr lang="en-US" sz="650">
              <a:solidFill>
                <a:schemeClr val="accent2"/>
              </a:solidFill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6C2B5296-911B-A24F-0768-9A19251E59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250" t="22534" r="13064" b="48427"/>
          <a:stretch>
            <a:fillRect/>
          </a:stretch>
        </p:blipFill>
        <p:spPr>
          <a:xfrm>
            <a:off x="92957" y="6455766"/>
            <a:ext cx="1495496" cy="3482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89">
            <a:extLst>
              <a:ext uri="{FF2B5EF4-FFF2-40B4-BE49-F238E27FC236}">
                <a16:creationId xmlns:a16="http://schemas.microsoft.com/office/drawing/2014/main" id="{B326642B-8881-F7EB-56C0-803861E821CC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25684" b="-25684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5" name="Shape 9">
            <a:extLst>
              <a:ext uri="{FF2B5EF4-FFF2-40B4-BE49-F238E27FC236}">
                <a16:creationId xmlns:a16="http://schemas.microsoft.com/office/drawing/2014/main" id="{F0E620DC-2F03-6F15-E5CF-21FF885CE3F1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1" name="Shape 46">
            <a:extLst>
              <a:ext uri="{FF2B5EF4-FFF2-40B4-BE49-F238E27FC236}">
                <a16:creationId xmlns:a16="http://schemas.microsoft.com/office/drawing/2014/main" id="{95DD8119-A3D9-3E3F-91F9-21BD52680010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6" name="Shape 46">
            <a:extLst>
              <a:ext uri="{FF2B5EF4-FFF2-40B4-BE49-F238E27FC236}">
                <a16:creationId xmlns:a16="http://schemas.microsoft.com/office/drawing/2014/main" id="{0B17BDA7-D255-F620-3680-C2D41113F126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8" name="Shape 105">
            <a:extLst>
              <a:ext uri="{FF2B5EF4-FFF2-40B4-BE49-F238E27FC236}">
                <a16:creationId xmlns:a16="http://schemas.microsoft.com/office/drawing/2014/main" id="{FE44C8A9-CE43-A1FD-E57D-02EA41E3EDB5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1" name="Shape 13">
            <a:extLst>
              <a:ext uri="{FF2B5EF4-FFF2-40B4-BE49-F238E27FC236}">
                <a16:creationId xmlns:a16="http://schemas.microsoft.com/office/drawing/2014/main" id="{D4775BE7-CA40-5D50-99E8-BB6BF944025A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7" name="Shape 13">
            <a:extLst>
              <a:ext uri="{FF2B5EF4-FFF2-40B4-BE49-F238E27FC236}">
                <a16:creationId xmlns:a16="http://schemas.microsoft.com/office/drawing/2014/main" id="{19AD2235-FA97-5B2A-2B43-2125CDAC87A4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62" name="Shape 229">
            <a:extLst>
              <a:ext uri="{FF2B5EF4-FFF2-40B4-BE49-F238E27FC236}">
                <a16:creationId xmlns:a16="http://schemas.microsoft.com/office/drawing/2014/main" id="{F7D72381-394D-0041-265E-ACFCDEF3C8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8" name="Shape 229">
            <a:extLst>
              <a:ext uri="{FF2B5EF4-FFF2-40B4-BE49-F238E27FC236}">
                <a16:creationId xmlns:a16="http://schemas.microsoft.com/office/drawing/2014/main" id="{AE40F9B1-F12B-D31E-F668-8441C7E87AA0}"/>
              </a:ext>
            </a:extLst>
          </p:cNvPr>
          <p:cNvSpPr/>
          <p:nvPr/>
        </p:nvSpPr>
        <p:spPr>
          <a:xfrm>
            <a:off x="7072639" y="8385043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1" name="Shape 46">
            <a:extLst>
              <a:ext uri="{FF2B5EF4-FFF2-40B4-BE49-F238E27FC236}">
                <a16:creationId xmlns:a16="http://schemas.microsoft.com/office/drawing/2014/main" id="{633A4892-2707-E55C-3688-4284C80466C2}"/>
              </a:ext>
            </a:extLst>
          </p:cNvPr>
          <p:cNvSpPr/>
          <p:nvPr/>
        </p:nvSpPr>
        <p:spPr>
          <a:xfrm>
            <a:off x="4035724" y="8385043"/>
            <a:ext cx="2985129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66E318F-755D-FA61-F7F7-E6EFB6696E1E}"/>
              </a:ext>
            </a:extLst>
          </p:cNvPr>
          <p:cNvSpPr txBox="1"/>
          <p:nvPr/>
        </p:nvSpPr>
        <p:spPr>
          <a:xfrm>
            <a:off x="7172639" y="8485043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90FD8FF-0C59-CDD2-0D3E-C7AB7FB8CFD6}"/>
              </a:ext>
            </a:extLst>
          </p:cNvPr>
          <p:cNvSpPr txBox="1"/>
          <p:nvPr/>
        </p:nvSpPr>
        <p:spPr>
          <a:xfrm>
            <a:off x="4135724" y="8485043"/>
            <a:ext cx="2779236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REDACTED_00568</a:t>
            </a:r>
            <a:r>
              <a:rPr lang="en-US" sz="700" err="1">
                <a:solidFill>
                  <a:srgbClr val="444444"/>
                </a:solidFill>
              </a:rPr>
              <a:t>REDACTED_00569</a:t>
            </a:r>
            <a:r>
              <a:rPr lang="en-US" sz="700">
                <a:solidFill>
                  <a:srgbClr val="444444"/>
                </a:solidFill>
              </a:rPr>
              <a:t>REDACTED_00318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REDACTED_00570</a:t>
            </a:r>
            <a:r>
              <a:rPr lang="en-US" sz="700" err="1">
                <a:solidFill>
                  <a:srgbClr val="444444"/>
                </a:solidFill>
              </a:rPr>
              <a:t>REDACTED_00571</a:t>
            </a:r>
            <a:r>
              <a:rPr lang="en-US" sz="700">
                <a:solidFill>
                  <a:srgbClr val="444444"/>
                </a:solidFill>
              </a:rPr>
              <a:t>REDACTED_00572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REDACTED_00573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F67FBC-CE5A-F487-EF98-A6F730F1AC90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7" name="Text 2">
            <a:extLst>
              <a:ext uri="{FF2B5EF4-FFF2-40B4-BE49-F238E27FC236}">
                <a16:creationId xmlns:a16="http://schemas.microsoft.com/office/drawing/2014/main" id="{119F93F2-1290-E67D-C7B8-D8AE44F4C520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outerShdw blurRad="4445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dkEdge"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  <a:latin typeface="Inter"/>
              </a:rPr>
              <a:t>REDACTED_00574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2B90CAE-0D01-A672-B655-262C040C5127}"/>
              </a:ext>
            </a:extLst>
          </p:cNvPr>
          <p:cNvGrpSpPr/>
          <p:nvPr/>
        </p:nvGrpSpPr>
        <p:grpSpPr>
          <a:xfrm>
            <a:off x="798483" y="76981"/>
            <a:ext cx="9137599" cy="421106"/>
            <a:chOff x="798483" y="126180"/>
            <a:chExt cx="9137599" cy="421106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B8DCE7A-BC68-C457-AEC5-733ED1EC6026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>
                <a:defRPr sz="1100" b="1">
                  <a:solidFill>
                    <a:srgbClr val="F55A2D"/>
                  </a:solidFill>
                </a:defRPr>
              </a:lvl1pPr>
            </a:lstStyle>
            <a:p>
              <a:r>
                <a:rPr lang="en-US"/>
                <a:t>REDACTED_00575</a:t>
              </a:r>
            </a:p>
          </p:txBody>
        </p:sp>
        <p:sp>
          <p:nvSpPr>
            <p:cNvPr id="90" name="Text 4">
              <a:extLst>
                <a:ext uri="{FF2B5EF4-FFF2-40B4-BE49-F238E27FC236}">
                  <a16:creationId xmlns:a16="http://schemas.microsoft.com/office/drawing/2014/main" id="{98D4E2C6-A017-BB11-4366-BD3EDBDEC3E7}"/>
                </a:ext>
              </a:extLst>
            </p:cNvPr>
            <p:cNvSpPr/>
            <p:nvPr/>
          </p:nvSpPr>
          <p:spPr>
            <a:xfrm>
              <a:off x="798483" y="391838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2"/>
                  </a:solidFill>
                </a:rPr>
                <a:t>REDACTED_00461</a:t>
              </a:r>
            </a:p>
          </p:txBody>
        </p:sp>
      </p:grpSp>
      <p:sp>
        <p:nvSpPr>
          <p:cNvPr id="92" name="Shape 5">
            <a:extLst>
              <a:ext uri="{FF2B5EF4-FFF2-40B4-BE49-F238E27FC236}">
                <a16:creationId xmlns:a16="http://schemas.microsoft.com/office/drawing/2014/main" id="{3E4471E9-4395-4CE9-8897-825FEE424FB7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2"/>
              </a:solidFill>
            </a:endParaRPr>
          </a:p>
        </p:txBody>
      </p:sp>
      <p:sp>
        <p:nvSpPr>
          <p:cNvPr id="93" name="Text 6">
            <a:extLst>
              <a:ext uri="{FF2B5EF4-FFF2-40B4-BE49-F238E27FC236}">
                <a16:creationId xmlns:a16="http://schemas.microsoft.com/office/drawing/2014/main" id="{644B6EDF-EB5B-F39A-E9ED-E0AA041BB087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2"/>
                </a:solidFill>
              </a:rPr>
              <a:t>REDACTED_00348</a:t>
            </a:r>
            <a:endParaRPr lang="en-US" sz="900">
              <a:solidFill>
                <a:schemeClr val="accent2"/>
              </a:solidFill>
            </a:endParaRPr>
          </a:p>
        </p:txBody>
      </p:sp>
      <p:sp>
        <p:nvSpPr>
          <p:cNvPr id="107" name="Shape 10">
            <a:extLst>
              <a:ext uri="{FF2B5EF4-FFF2-40B4-BE49-F238E27FC236}">
                <a16:creationId xmlns:a16="http://schemas.microsoft.com/office/drawing/2014/main" id="{769E9D3E-A031-24C8-2A25-7681C28B6CF1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E1942C9D-C225-5934-22D3-8A40E8B254D8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13" name="Text 12">
            <a:extLst>
              <a:ext uri="{FF2B5EF4-FFF2-40B4-BE49-F238E27FC236}">
                <a16:creationId xmlns:a16="http://schemas.microsoft.com/office/drawing/2014/main" id="{C1143262-769E-8D67-BA38-3C7772413A4E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REDACTED_00576</a:t>
            </a:r>
            <a:r>
              <a:rPr lang="en-US" sz="800" err="1">
                <a:solidFill>
                  <a:srgbClr val="1A1A1A"/>
                </a:solidFill>
              </a:rPr>
              <a:t>REDACTED_00307</a:t>
            </a:r>
            <a:r>
              <a:rPr lang="en-US" sz="800">
                <a:solidFill>
                  <a:srgbClr val="1A1A1A"/>
                </a:solidFill>
              </a:rPr>
              <a:t>REDACTED_00577</a:t>
            </a:r>
            <a:r>
              <a:rPr lang="en-US" sz="800" err="1">
                <a:solidFill>
                  <a:srgbClr val="1A1A1A"/>
                </a:solidFill>
              </a:rPr>
              <a:t>REDACTED_00307</a:t>
            </a:r>
            <a:r>
              <a:rPr lang="en-US" sz="800">
                <a:solidFill>
                  <a:srgbClr val="1A1A1A"/>
                </a:solidFill>
              </a:rPr>
              <a:t>REDACTED_00578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REDACTED_00579</a:t>
            </a: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588568DC-EB92-C734-6998-5D230C0E4C96}"/>
              </a:ext>
            </a:extLst>
          </p:cNvPr>
          <p:cNvGrpSpPr/>
          <p:nvPr/>
        </p:nvGrpSpPr>
        <p:grpSpPr>
          <a:xfrm>
            <a:off x="9767322" y="1533598"/>
            <a:ext cx="2333207" cy="635929"/>
            <a:chOff x="9693896" y="1603989"/>
            <a:chExt cx="2333207" cy="635929"/>
          </a:xfrm>
        </p:grpSpPr>
        <p:grpSp>
          <p:nvGrpSpPr>
            <p:cNvPr id="242" name="Group 241"/>
            <p:cNvGrpSpPr/>
            <p:nvPr/>
          </p:nvGrpSpPr>
          <p:grpSpPr>
            <a:xfrm>
              <a:off x="9693896" y="1603989"/>
              <a:ext cx="2333207" cy="635929"/>
              <a:chOff x="10112273" y="2891965"/>
              <a:chExt cx="1920240" cy="580548"/>
            </a:xfrm>
          </p:grpSpPr>
          <p:sp>
            <p:nvSpPr>
              <p:cNvPr id="246" name="Shape 244"/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4" name="Text 242a"/>
              <p:cNvSpPr/>
              <p:nvPr/>
            </p:nvSpPr>
            <p:spPr>
              <a:xfrm>
                <a:off x="10873287" y="2891965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REDACTED_00509</a:t>
                </a:r>
              </a:p>
            </p:txBody>
          </p:sp>
          <p:sp>
            <p:nvSpPr>
              <p:cNvPr id="248" name="Text 246a"/>
              <p:cNvSpPr/>
              <p:nvPr/>
            </p:nvSpPr>
            <p:spPr>
              <a:xfrm>
                <a:off x="10873287" y="3026714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REDACTED_00580</a:t>
                </a:r>
              </a:p>
            </p:txBody>
          </p:sp>
          <p:sp>
            <p:nvSpPr>
              <p:cNvPr id="46" name="Shape 246a"/>
              <p:cNvSpPr/>
              <p:nvPr/>
            </p:nvSpPr>
            <p:spPr>
              <a:xfrm>
                <a:off x="11178292" y="3237891"/>
                <a:ext cx="488865" cy="64008"/>
              </a:xfrm>
              <a:prstGeom prst="rect">
                <a:avLst/>
              </a:prstGeom>
              <a:solidFill>
                <a:srgbClr val="E0E0E0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50" name="Text 248a"/>
              <p:cNvSpPr/>
              <p:nvPr/>
            </p:nvSpPr>
            <p:spPr>
              <a:xfrm>
                <a:off x="11702877" y="3289633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REDACTED_00581</a:t>
                </a:r>
              </a:p>
            </p:txBody>
          </p:sp>
        </p:grpSp>
        <p:sp>
          <p:nvSpPr>
            <p:cNvPr id="97" name="Shape 246a">
              <a:extLst>
                <a:ext uri="{FF2B5EF4-FFF2-40B4-BE49-F238E27FC236}">
                  <a16:creationId xmlns:a16="http://schemas.microsoft.com/office/drawing/2014/main" id="{74A2A859-F60F-16EC-A635-8D26B0BFD2BE}"/>
                </a:ext>
              </a:extLst>
            </p:cNvPr>
            <p:cNvSpPr/>
            <p:nvPr/>
          </p:nvSpPr>
          <p:spPr>
            <a:xfrm>
              <a:off x="9782546" y="1979844"/>
              <a:ext cx="1206000" cy="7318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209" name="Text 6">
            <a:extLst>
              <a:ext uri="{FF2B5EF4-FFF2-40B4-BE49-F238E27FC236}">
                <a16:creationId xmlns:a16="http://schemas.microsoft.com/office/drawing/2014/main" id="{81EE2F42-DE05-F15D-9318-6805CB0073F4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F55A2D"/>
                </a:solidFill>
              </a:rPr>
              <a:t>REDACTED_00038</a:t>
            </a:r>
          </a:p>
        </p:txBody>
      </p:sp>
      <p:sp>
        <p:nvSpPr>
          <p:cNvPr id="215" name="Shape 130">
            <a:extLst>
              <a:ext uri="{FF2B5EF4-FFF2-40B4-BE49-F238E27FC236}">
                <a16:creationId xmlns:a16="http://schemas.microsoft.com/office/drawing/2014/main" id="{37BD5567-5CB3-4ADF-2B1A-83BD983F2741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8D42740F-BE3B-B491-4C0A-F2B940CBFF19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19" name="Picture 218" descr="A black and blue logo  AI-generated content may be incorrect.">
            <a:extLst>
              <a:ext uri="{FF2B5EF4-FFF2-40B4-BE49-F238E27FC236}">
                <a16:creationId xmlns:a16="http://schemas.microsoft.com/office/drawing/2014/main" id="{D70BCD8C-2238-08CE-A203-9B34E3010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224" name="Text 211a">
            <a:extLst>
              <a:ext uri="{FF2B5EF4-FFF2-40B4-BE49-F238E27FC236}">
                <a16:creationId xmlns:a16="http://schemas.microsoft.com/office/drawing/2014/main" id="{B7FC0901-B8D1-518D-E3E1-A51F5203E99F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226" name="Text 213a">
            <a:extLst>
              <a:ext uri="{FF2B5EF4-FFF2-40B4-BE49-F238E27FC236}">
                <a16:creationId xmlns:a16="http://schemas.microsoft.com/office/drawing/2014/main" id="{C6EAA096-6293-D3B3-F9EE-3BF3091D4670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228" name="Text 218a">
            <a:extLst>
              <a:ext uri="{FF2B5EF4-FFF2-40B4-BE49-F238E27FC236}">
                <a16:creationId xmlns:a16="http://schemas.microsoft.com/office/drawing/2014/main" id="{E97FF2B6-7968-4A39-A474-FF4E00DB0F5C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232" name="Shape 229">
            <a:extLst>
              <a:ext uri="{FF2B5EF4-FFF2-40B4-BE49-F238E27FC236}">
                <a16:creationId xmlns:a16="http://schemas.microsoft.com/office/drawing/2014/main" id="{C4E8ED40-2B9D-6A17-BE18-62C8C444E88E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REDACTED_00582</a:t>
            </a:r>
          </a:p>
        </p:txBody>
      </p:sp>
      <p:sp>
        <p:nvSpPr>
          <p:cNvPr id="241" name="Shape 10">
            <a:extLst>
              <a:ext uri="{FF2B5EF4-FFF2-40B4-BE49-F238E27FC236}">
                <a16:creationId xmlns:a16="http://schemas.microsoft.com/office/drawing/2014/main" id="{F152F391-7914-5696-56C1-05DBCF68C449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5" name="Shape 32">
            <a:extLst>
              <a:ext uri="{FF2B5EF4-FFF2-40B4-BE49-F238E27FC236}">
                <a16:creationId xmlns:a16="http://schemas.microsoft.com/office/drawing/2014/main" id="{0A6CAE8E-ABE9-5F4A-E303-53ABDABFB524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7" name="Text 31">
            <a:extLst>
              <a:ext uri="{FF2B5EF4-FFF2-40B4-BE49-F238E27FC236}">
                <a16:creationId xmlns:a16="http://schemas.microsoft.com/office/drawing/2014/main" id="{846CDE14-B14E-7778-498A-BF1D10F2B4D0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79" name="Shape 32">
            <a:extLst>
              <a:ext uri="{FF2B5EF4-FFF2-40B4-BE49-F238E27FC236}">
                <a16:creationId xmlns:a16="http://schemas.microsoft.com/office/drawing/2014/main" id="{0FB9E960-4B15-1C46-8AC4-97BE13E04868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1" name="Text 33">
            <a:extLst>
              <a:ext uri="{FF2B5EF4-FFF2-40B4-BE49-F238E27FC236}">
                <a16:creationId xmlns:a16="http://schemas.microsoft.com/office/drawing/2014/main" id="{070222F8-C241-A687-1EBD-5DBE174D5757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REDACTED_00583</a:t>
            </a:r>
          </a:p>
        </p:txBody>
      </p:sp>
      <p:sp>
        <p:nvSpPr>
          <p:cNvPr id="283" name="Text 33">
            <a:extLst>
              <a:ext uri="{FF2B5EF4-FFF2-40B4-BE49-F238E27FC236}">
                <a16:creationId xmlns:a16="http://schemas.microsoft.com/office/drawing/2014/main" id="{AD50E546-CF93-CC22-7F62-F933E2C0913C}"/>
              </a:ext>
            </a:extLst>
          </p:cNvPr>
          <p:cNvSpPr/>
          <p:nvPr/>
        </p:nvSpPr>
        <p:spPr>
          <a:xfrm>
            <a:off x="180001" y="2497414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REDACTED_00584</a:t>
            </a:r>
            <a:r>
              <a:rPr lang="en-US" sz="800" err="1">
                <a:solidFill>
                  <a:srgbClr val="444444"/>
                </a:solidFill>
              </a:rPr>
              <a:t>REDACTED_00307</a:t>
            </a:r>
            <a:r>
              <a:rPr lang="en-US" sz="800">
                <a:solidFill>
                  <a:srgbClr val="444444"/>
                </a:solidFill>
              </a:rPr>
              <a:t>REDACTED_00585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REDACTED_00586</a:t>
            </a:r>
            <a:endParaRPr lang="en-US" sz="800"/>
          </a:p>
        </p:txBody>
      </p:sp>
      <p:sp>
        <p:nvSpPr>
          <p:cNvPr id="285" name="Text 31">
            <a:extLst>
              <a:ext uri="{FF2B5EF4-FFF2-40B4-BE49-F238E27FC236}">
                <a16:creationId xmlns:a16="http://schemas.microsoft.com/office/drawing/2014/main" id="{867BB3ED-F2D2-7C1C-55AE-D6AC658C6936}"/>
              </a:ext>
            </a:extLst>
          </p:cNvPr>
          <p:cNvSpPr/>
          <p:nvPr/>
        </p:nvSpPr>
        <p:spPr>
          <a:xfrm>
            <a:off x="180000" y="2330161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87" name="Shape 32">
            <a:extLst>
              <a:ext uri="{FF2B5EF4-FFF2-40B4-BE49-F238E27FC236}">
                <a16:creationId xmlns:a16="http://schemas.microsoft.com/office/drawing/2014/main" id="{48C7EFAF-C0D4-CB5D-072B-FB1E436423F3}"/>
              </a:ext>
            </a:extLst>
          </p:cNvPr>
          <p:cNvSpPr/>
          <p:nvPr/>
        </p:nvSpPr>
        <p:spPr>
          <a:xfrm>
            <a:off x="144000" y="2449033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9" name="Shape 10">
            <a:extLst>
              <a:ext uri="{FF2B5EF4-FFF2-40B4-BE49-F238E27FC236}">
                <a16:creationId xmlns:a16="http://schemas.microsoft.com/office/drawing/2014/main" id="{BD9D3926-5FEB-5408-74B0-DD051AB81935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3" name="Shape 16">
            <a:extLst>
              <a:ext uri="{FF2B5EF4-FFF2-40B4-BE49-F238E27FC236}">
                <a16:creationId xmlns:a16="http://schemas.microsoft.com/office/drawing/2014/main" id="{EF00B5CF-56F4-205B-257A-61B45288B5B2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REDACTED_00474</a:t>
            </a:r>
          </a:p>
        </p:txBody>
      </p:sp>
      <p:sp>
        <p:nvSpPr>
          <p:cNvPr id="295" name="Shape 16">
            <a:extLst>
              <a:ext uri="{FF2B5EF4-FFF2-40B4-BE49-F238E27FC236}">
                <a16:creationId xmlns:a16="http://schemas.microsoft.com/office/drawing/2014/main" id="{4B8B565C-C215-9A81-B725-430EB91A8144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REDACTED_00475</a:t>
            </a:r>
          </a:p>
        </p:txBody>
      </p:sp>
      <p:sp>
        <p:nvSpPr>
          <p:cNvPr id="297" name="Shape 16">
            <a:extLst>
              <a:ext uri="{FF2B5EF4-FFF2-40B4-BE49-F238E27FC236}">
                <a16:creationId xmlns:a16="http://schemas.microsoft.com/office/drawing/2014/main" id="{7A1C6AF0-9C53-C81C-59CF-955BC09CAEE5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REDACTED_00587</a:t>
            </a:r>
          </a:p>
        </p:txBody>
      </p:sp>
      <p:sp>
        <p:nvSpPr>
          <p:cNvPr id="299" name="Shape 16">
            <a:extLst>
              <a:ext uri="{FF2B5EF4-FFF2-40B4-BE49-F238E27FC236}">
                <a16:creationId xmlns:a16="http://schemas.microsoft.com/office/drawing/2014/main" id="{D56F7EE3-AAAD-391B-F6E8-79D7651317CA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REDACTED_00379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0AF539D7-C5C6-3B0D-1C26-CBADB3D26BAA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REDACTED_00078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80B573D-5A84-FCE2-28C2-8E2AB4EB4D04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REDACTED_00079</a:t>
            </a: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77679427-7343-EFF1-1C64-C2085678592F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REDACTED_00080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6BBA8791-5F88-B0D3-997B-300D3EE23274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REDACTED_00081</a:t>
            </a:r>
          </a:p>
        </p:txBody>
      </p: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FBA2ABF2-3426-0893-1D62-36DC1C6F9F77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323" name="Shape 37">
              <a:extLst>
                <a:ext uri="{FF2B5EF4-FFF2-40B4-BE49-F238E27FC236}">
                  <a16:creationId xmlns:a16="http://schemas.microsoft.com/office/drawing/2014/main" id="{78B59E6C-3B78-6C23-B891-E2B93FFE7BF3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4" name="Shape 38">
              <a:extLst>
                <a:ext uri="{FF2B5EF4-FFF2-40B4-BE49-F238E27FC236}">
                  <a16:creationId xmlns:a16="http://schemas.microsoft.com/office/drawing/2014/main" id="{2D769D11-9F3D-60C9-D395-1BC5331D43D8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5" name="Text 39">
              <a:extLst>
                <a:ext uri="{FF2B5EF4-FFF2-40B4-BE49-F238E27FC236}">
                  <a16:creationId xmlns:a16="http://schemas.microsoft.com/office/drawing/2014/main" id="{2C920666-8FAA-1CEF-F814-F7D837EF4CAA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REDACTED_00588</a:t>
              </a:r>
              <a:endParaRPr lang="en-US" sz="800"/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07F5028D-85C2-5E5D-B467-D9D82C94BA2D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327" name="Shape 37">
              <a:extLst>
                <a:ext uri="{FF2B5EF4-FFF2-40B4-BE49-F238E27FC236}">
                  <a16:creationId xmlns:a16="http://schemas.microsoft.com/office/drawing/2014/main" id="{EA3AFACF-1919-DF3F-782A-3807F9D987D8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8" name="Shape 38">
              <a:extLst>
                <a:ext uri="{FF2B5EF4-FFF2-40B4-BE49-F238E27FC236}">
                  <a16:creationId xmlns:a16="http://schemas.microsoft.com/office/drawing/2014/main" id="{CE3D2D74-E53D-1D62-7B08-AF08305A4DCC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9" name="Text 39">
              <a:extLst>
                <a:ext uri="{FF2B5EF4-FFF2-40B4-BE49-F238E27FC236}">
                  <a16:creationId xmlns:a16="http://schemas.microsoft.com/office/drawing/2014/main" id="{48B1DF4A-EB65-F36D-6CA5-868C40186F6F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REDACTED_00589</a:t>
              </a:r>
              <a:endParaRPr lang="en-US" sz="800"/>
            </a:p>
          </p:txBody>
        </p:sp>
      </p:grpSp>
      <p:sp>
        <p:nvSpPr>
          <p:cNvPr id="334" name="Shape 229">
            <a:extLst>
              <a:ext uri="{FF2B5EF4-FFF2-40B4-BE49-F238E27FC236}">
                <a16:creationId xmlns:a16="http://schemas.microsoft.com/office/drawing/2014/main" id="{8A355C3A-DDDF-D4BE-0C35-B868D709EC57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REDACTED_00082</a:t>
            </a:r>
          </a:p>
        </p:txBody>
      </p:sp>
      <p:sp>
        <p:nvSpPr>
          <p:cNvPr id="336" name="Shape 46">
            <a:extLst>
              <a:ext uri="{FF2B5EF4-FFF2-40B4-BE49-F238E27FC236}">
                <a16:creationId xmlns:a16="http://schemas.microsoft.com/office/drawing/2014/main" id="{494DCDBA-727D-DD59-F000-CE74590B9A4F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1589A84B-21D2-1385-883C-17E069F97451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352" name="Text 35">
            <a:extLst>
              <a:ext uri="{FF2B5EF4-FFF2-40B4-BE49-F238E27FC236}">
                <a16:creationId xmlns:a16="http://schemas.microsoft.com/office/drawing/2014/main" id="{05A5FA22-A679-0658-DA55-627FF1338545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54" name="Shape 36">
            <a:extLst>
              <a:ext uri="{FF2B5EF4-FFF2-40B4-BE49-F238E27FC236}">
                <a16:creationId xmlns:a16="http://schemas.microsoft.com/office/drawing/2014/main" id="{3C1A9BF4-E85E-60CE-2F3B-2FCED3342EBA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6" name="Shape 36">
            <a:extLst>
              <a:ext uri="{FF2B5EF4-FFF2-40B4-BE49-F238E27FC236}">
                <a16:creationId xmlns:a16="http://schemas.microsoft.com/office/drawing/2014/main" id="{596B86FA-4B0D-7FDE-8D1F-10A9CF665FB1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8" name="Text 35">
            <a:extLst>
              <a:ext uri="{FF2B5EF4-FFF2-40B4-BE49-F238E27FC236}">
                <a16:creationId xmlns:a16="http://schemas.microsoft.com/office/drawing/2014/main" id="{3C8F1A46-22EC-193A-642E-D76AD3121893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5CC0CD-2AC4-FDA8-FCA4-548945CEE3C9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>
                <a:solidFill>
                  <a:srgbClr val="F55A2D"/>
                </a:solidFill>
              </a:rPr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E61E8E-4FE3-2301-EF77-12C9E4CDD74C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55A2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REDACTED_00590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REDACTED_00591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REDACTED_00592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80023A3-AD07-0792-1D0E-3D790BC92114}"/>
              </a:ext>
            </a:extLst>
          </p:cNvPr>
          <p:cNvGrpSpPr/>
          <p:nvPr/>
        </p:nvGrpSpPr>
        <p:grpSpPr>
          <a:xfrm>
            <a:off x="3717780" y="2472279"/>
            <a:ext cx="3065147" cy="336564"/>
            <a:chOff x="3828681" y="1696973"/>
            <a:chExt cx="7721343" cy="449118"/>
          </a:xfrm>
        </p:grpSpPr>
        <p:sp>
          <p:nvSpPr>
            <p:cNvPr id="41" name="Shape 37">
              <a:extLst>
                <a:ext uri="{FF2B5EF4-FFF2-40B4-BE49-F238E27FC236}">
                  <a16:creationId xmlns:a16="http://schemas.microsoft.com/office/drawing/2014/main" id="{DD2D7031-C597-FA39-CAC2-880B4D0B2082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Shape 38">
              <a:extLst>
                <a:ext uri="{FF2B5EF4-FFF2-40B4-BE49-F238E27FC236}">
                  <a16:creationId xmlns:a16="http://schemas.microsoft.com/office/drawing/2014/main" id="{B36700E9-8E0E-F755-3FB6-A3BB855AFCD3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9DAA96E3-C472-7242-6FED-C630B0B55F4D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REDACTED_00593</a:t>
              </a:r>
              <a:endParaRPr lang="en-US" sz="800"/>
            </a:p>
          </p:txBody>
        </p:sp>
      </p:grpSp>
      <p:sp>
        <p:nvSpPr>
          <p:cNvPr id="38" name="Shape 32">
            <a:extLst>
              <a:ext uri="{FF2B5EF4-FFF2-40B4-BE49-F238E27FC236}">
                <a16:creationId xmlns:a16="http://schemas.microsoft.com/office/drawing/2014/main" id="{67533CD0-F4DD-6E40-C0C0-F4E3F34B8F97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E75A9806-268D-228E-12E6-D32F4BB0109E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54" name="Shape 36">
            <a:extLst>
              <a:ext uri="{FF2B5EF4-FFF2-40B4-BE49-F238E27FC236}">
                <a16:creationId xmlns:a16="http://schemas.microsoft.com/office/drawing/2014/main" id="{C0F09EAE-24B2-94B6-5822-B66C4F775850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Text 35">
            <a:extLst>
              <a:ext uri="{FF2B5EF4-FFF2-40B4-BE49-F238E27FC236}">
                <a16:creationId xmlns:a16="http://schemas.microsoft.com/office/drawing/2014/main" id="{8C168323-C70F-028B-FF19-38A55A790E07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65" name="Shape 36">
            <a:extLst>
              <a:ext uri="{FF2B5EF4-FFF2-40B4-BE49-F238E27FC236}">
                <a16:creationId xmlns:a16="http://schemas.microsoft.com/office/drawing/2014/main" id="{A2A5D1E0-6B45-439D-FE82-3502951202F0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85B150D-A05D-4D8E-E569-B7A8449F17FA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67" name="PersonIcon">
              <a:extLst>
                <a:ext uri="{FF2B5EF4-FFF2-40B4-BE49-F238E27FC236}">
                  <a16:creationId xmlns:a16="http://schemas.microsoft.com/office/drawing/2014/main" id="{01C63441-896A-5000-5BFF-B792C0B5E33A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9" name="Text 107">
              <a:extLst>
                <a:ext uri="{FF2B5EF4-FFF2-40B4-BE49-F238E27FC236}">
                  <a16:creationId xmlns:a16="http://schemas.microsoft.com/office/drawing/2014/main" id="{3E82B151-FB36-2787-BE21-11917CA70EE1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70" name="Text 108">
              <a:extLst>
                <a:ext uri="{FF2B5EF4-FFF2-40B4-BE49-F238E27FC236}">
                  <a16:creationId xmlns:a16="http://schemas.microsoft.com/office/drawing/2014/main" id="{7178F5E0-7F3D-CCD8-62AF-97EA51675492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REDACTED_00004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DF34F99-7D77-85AA-1279-0F13B432FF3F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75" name="BuildingIcon">
              <a:extLst>
                <a:ext uri="{FF2B5EF4-FFF2-40B4-BE49-F238E27FC236}">
                  <a16:creationId xmlns:a16="http://schemas.microsoft.com/office/drawing/2014/main" id="{16D39C27-474C-7FF5-3FF0-93D144C51DAB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Text 109">
              <a:extLst>
                <a:ext uri="{FF2B5EF4-FFF2-40B4-BE49-F238E27FC236}">
                  <a16:creationId xmlns:a16="http://schemas.microsoft.com/office/drawing/2014/main" id="{B707FF6F-6163-671C-5D6E-8C2EF155AF3F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77" name="Text 110">
              <a:extLst>
                <a:ext uri="{FF2B5EF4-FFF2-40B4-BE49-F238E27FC236}">
                  <a16:creationId xmlns:a16="http://schemas.microsoft.com/office/drawing/2014/main" id="{7F04DAB9-BF97-CB58-56A5-B9492120A058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REDACTED_00006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60674C2-5208-B40D-7AF0-1742F0FB33B8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79" name="GradCapIcon">
              <a:extLst>
                <a:ext uri="{FF2B5EF4-FFF2-40B4-BE49-F238E27FC236}">
                  <a16:creationId xmlns:a16="http://schemas.microsoft.com/office/drawing/2014/main" id="{21E3CA21-1B25-2EE8-54F7-2C47EA519741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80" name="Text 111">
              <a:extLst>
                <a:ext uri="{FF2B5EF4-FFF2-40B4-BE49-F238E27FC236}">
                  <a16:creationId xmlns:a16="http://schemas.microsoft.com/office/drawing/2014/main" id="{34C530B2-0613-D0B9-7392-4B20128C057C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81" name="Text 112">
              <a:extLst>
                <a:ext uri="{FF2B5EF4-FFF2-40B4-BE49-F238E27FC236}">
                  <a16:creationId xmlns:a16="http://schemas.microsoft.com/office/drawing/2014/main" id="{3BA60921-A080-124A-FDFF-E545E1921934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REDACTED_00351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89A32DF-7FDB-E198-927A-171DBB1F39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</p:spPr>
      </p:pic>
      <p:sp>
        <p:nvSpPr>
          <p:cNvPr id="5" name="Text 8">
            <a:extLst>
              <a:ext uri="{FF2B5EF4-FFF2-40B4-BE49-F238E27FC236}">
                <a16:creationId xmlns:a16="http://schemas.microsoft.com/office/drawing/2014/main" id="{10BB9E6A-0121-592A-EF71-A0A3B01D085C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accent2"/>
                </a:solidFill>
              </a:rPr>
              <a:t>REDACTED_00097</a:t>
            </a:r>
          </a:p>
        </p:txBody>
      </p:sp>
      <p:sp>
        <p:nvSpPr>
          <p:cNvPr id="106" name="Text 11">
            <a:extLst>
              <a:ext uri="{FF2B5EF4-FFF2-40B4-BE49-F238E27FC236}">
                <a16:creationId xmlns:a16="http://schemas.microsoft.com/office/drawing/2014/main" id="{FD7155B5-57D4-4598-2C4C-86C180E753D8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REDACTED_00489</a:t>
            </a:r>
          </a:p>
          <a:p>
            <a:r>
              <a:rPr lang="en-US" sz="650" b="1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109" name="Text 12">
            <a:extLst>
              <a:ext uri="{FF2B5EF4-FFF2-40B4-BE49-F238E27FC236}">
                <a16:creationId xmlns:a16="http://schemas.microsoft.com/office/drawing/2014/main" id="{3F41E43A-54F2-14FD-D2AB-A9F0CABA3E0B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FED81284-C13C-ED3D-F0C5-22CD7D71368C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REDACTED_00595</a:t>
            </a:r>
          </a:p>
        </p:txBody>
      </p:sp>
      <p:sp>
        <p:nvSpPr>
          <p:cNvPr id="115" name="Text 19">
            <a:extLst>
              <a:ext uri="{FF2B5EF4-FFF2-40B4-BE49-F238E27FC236}">
                <a16:creationId xmlns:a16="http://schemas.microsoft.com/office/drawing/2014/main" id="{D654F4C9-BA8D-F202-3A59-B44F3738A5ED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REDACTED_00596</a:t>
            </a:r>
          </a:p>
        </p:txBody>
      </p:sp>
      <p:sp>
        <p:nvSpPr>
          <p:cNvPr id="117" name="Text 23">
            <a:extLst>
              <a:ext uri="{FF2B5EF4-FFF2-40B4-BE49-F238E27FC236}">
                <a16:creationId xmlns:a16="http://schemas.microsoft.com/office/drawing/2014/main" id="{A2BAAC4F-F5BD-514A-C0BF-3DB4B22A903A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REDACTED_00597</a:t>
            </a:r>
          </a:p>
        </p:txBody>
      </p:sp>
      <p:sp>
        <p:nvSpPr>
          <p:cNvPr id="119" name="Text 28">
            <a:extLst>
              <a:ext uri="{FF2B5EF4-FFF2-40B4-BE49-F238E27FC236}">
                <a16:creationId xmlns:a16="http://schemas.microsoft.com/office/drawing/2014/main" id="{21D6258E-F13D-B575-DEE2-B57A8E7CCBB0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REDACTED_00598</a:t>
            </a:r>
          </a:p>
        </p:txBody>
      </p:sp>
      <p:sp>
        <p:nvSpPr>
          <p:cNvPr id="121" name="Text 32">
            <a:extLst>
              <a:ext uri="{FF2B5EF4-FFF2-40B4-BE49-F238E27FC236}">
                <a16:creationId xmlns:a16="http://schemas.microsoft.com/office/drawing/2014/main" id="{990BD275-6B2D-E974-48E6-95C02B8F3890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REDACTED_00495</a:t>
            </a:r>
          </a:p>
          <a:p>
            <a:r>
              <a:rPr lang="en-US" sz="650">
                <a:solidFill>
                  <a:srgbClr val="444444"/>
                </a:solidFill>
              </a:rPr>
              <a:t>REDACTED_00599</a:t>
            </a:r>
          </a:p>
        </p:txBody>
      </p:sp>
      <p:sp>
        <p:nvSpPr>
          <p:cNvPr id="125" name="Shape 188">
            <a:extLst>
              <a:ext uri="{FF2B5EF4-FFF2-40B4-BE49-F238E27FC236}">
                <a16:creationId xmlns:a16="http://schemas.microsoft.com/office/drawing/2014/main" id="{C13FEFF9-AA88-4734-6587-C8CD463F3C76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6" name="Shape 189">
            <a:extLst>
              <a:ext uri="{FF2B5EF4-FFF2-40B4-BE49-F238E27FC236}">
                <a16:creationId xmlns:a16="http://schemas.microsoft.com/office/drawing/2014/main" id="{AEC4FEB4-3FB9-F29D-0A4B-B3D93BE1B66E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57600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1" name="Shape 190">
            <a:extLst>
              <a:ext uri="{FF2B5EF4-FFF2-40B4-BE49-F238E27FC236}">
                <a16:creationId xmlns:a16="http://schemas.microsoft.com/office/drawing/2014/main" id="{6D441CC1-3054-7939-C5EA-3F5CA6AD1663}"/>
              </a:ext>
            </a:extLst>
          </p:cNvPr>
          <p:cNvSpPr>
            <a:spLocks/>
          </p:cNvSpPr>
          <p:nvPr/>
        </p:nvSpPr>
        <p:spPr>
          <a:xfrm>
            <a:off x="10022549" y="3413005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5" name="Shape 206">
            <a:extLst>
              <a:ext uri="{FF2B5EF4-FFF2-40B4-BE49-F238E27FC236}">
                <a16:creationId xmlns:a16="http://schemas.microsoft.com/office/drawing/2014/main" id="{1FF6979F-10C7-A191-8FFF-11164E68F42E}"/>
              </a:ext>
            </a:extLst>
          </p:cNvPr>
          <p:cNvSpPr>
            <a:spLocks/>
          </p:cNvSpPr>
          <p:nvPr/>
        </p:nvSpPr>
        <p:spPr>
          <a:xfrm>
            <a:off x="9986549" y="2802563"/>
            <a:ext cx="396000" cy="3960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0" name="Shape 210">
            <a:extLst>
              <a:ext uri="{FF2B5EF4-FFF2-40B4-BE49-F238E27FC236}">
                <a16:creationId xmlns:a16="http://schemas.microsoft.com/office/drawing/2014/main" id="{AEC499C8-5FEA-2D8C-F1F0-E1EC47106B47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2" name="Text 191">
            <a:extLst>
              <a:ext uri="{FF2B5EF4-FFF2-40B4-BE49-F238E27FC236}">
                <a16:creationId xmlns:a16="http://schemas.microsoft.com/office/drawing/2014/main" id="{B20CBCE9-1CCC-E5C8-E3F6-ED16E87A5AC7}"/>
              </a:ext>
            </a:extLst>
          </p:cNvPr>
          <p:cNvSpPr/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accent3"/>
                </a:solidFill>
              </a:rPr>
              <a:t>REDACTED_00051</a:t>
            </a:r>
            <a:endParaRPr lang="en-US" sz="650">
              <a:solidFill>
                <a:schemeClr val="accent3"/>
              </a:solidFill>
            </a:endParaRPr>
          </a:p>
        </p:txBody>
      </p:sp>
      <p:sp>
        <p:nvSpPr>
          <p:cNvPr id="214" name="Shape 202">
            <a:extLst>
              <a:ext uri="{FF2B5EF4-FFF2-40B4-BE49-F238E27FC236}">
                <a16:creationId xmlns:a16="http://schemas.microsoft.com/office/drawing/2014/main" id="{4B79B5C2-CD76-63F3-D0E1-E7CB14EBA6F0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8" name="Text 207">
            <a:extLst>
              <a:ext uri="{FF2B5EF4-FFF2-40B4-BE49-F238E27FC236}">
                <a16:creationId xmlns:a16="http://schemas.microsoft.com/office/drawing/2014/main" id="{B9CCC0FC-17FD-2605-A5B5-E50FEC74C71F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REDACTED_00053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221" name="Text 211">
            <a:extLst>
              <a:ext uri="{FF2B5EF4-FFF2-40B4-BE49-F238E27FC236}">
                <a16:creationId xmlns:a16="http://schemas.microsoft.com/office/drawing/2014/main" id="{0E78D64D-C411-648E-F642-3E9F40395ED7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REDACTED_00057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225" name="Text 203">
            <a:extLst>
              <a:ext uri="{FF2B5EF4-FFF2-40B4-BE49-F238E27FC236}">
                <a16:creationId xmlns:a16="http://schemas.microsoft.com/office/drawing/2014/main" id="{81F4F825-16CD-0381-C573-712F58FDC980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229" name="Shape 202">
            <a:extLst>
              <a:ext uri="{FF2B5EF4-FFF2-40B4-BE49-F238E27FC236}">
                <a16:creationId xmlns:a16="http://schemas.microsoft.com/office/drawing/2014/main" id="{5365AA69-3366-6BC4-15E3-0126556E0B10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1" name="Text 207">
            <a:extLst>
              <a:ext uri="{FF2B5EF4-FFF2-40B4-BE49-F238E27FC236}">
                <a16:creationId xmlns:a16="http://schemas.microsoft.com/office/drawing/2014/main" id="{6A920E26-2D1E-FF80-81D1-0C39F3BAC0AA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REDACTED_00090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234" name="Text 194">
            <a:extLst>
              <a:ext uri="{FF2B5EF4-FFF2-40B4-BE49-F238E27FC236}">
                <a16:creationId xmlns:a16="http://schemas.microsoft.com/office/drawing/2014/main" id="{8C2980AC-FF26-C680-EE1D-57101E183EF1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2"/>
                </a:solidFill>
              </a:rPr>
              <a:t>REDACTED_00497</a:t>
            </a:r>
          </a:p>
        </p:txBody>
      </p:sp>
      <p:sp>
        <p:nvSpPr>
          <p:cNvPr id="237" name="Shape 198">
            <a:extLst>
              <a:ext uri="{FF2B5EF4-FFF2-40B4-BE49-F238E27FC236}">
                <a16:creationId xmlns:a16="http://schemas.microsoft.com/office/drawing/2014/main" id="{ED769C71-D3B1-5607-8BDD-58D9B8811160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0" name="Text 199">
            <a:extLst>
              <a:ext uri="{FF2B5EF4-FFF2-40B4-BE49-F238E27FC236}">
                <a16:creationId xmlns:a16="http://schemas.microsoft.com/office/drawing/2014/main" id="{D7A959A7-6515-80B1-C5D1-F0E583543C92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F55A2D"/>
                </a:solidFill>
              </a:rPr>
              <a:t>REDACTED_00052</a:t>
            </a:r>
          </a:p>
        </p:txBody>
      </p:sp>
      <p:pic>
        <p:nvPicPr>
          <p:cNvPr id="249" name="Picture 248">
            <a:extLst>
              <a:ext uri="{FF2B5EF4-FFF2-40B4-BE49-F238E27FC236}">
                <a16:creationId xmlns:a16="http://schemas.microsoft.com/office/drawing/2014/main" id="{27569EDE-FC39-C693-64B0-CF3E4B6CF02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250" t="22534" r="13064" b="48427"/>
          <a:stretch>
            <a:fillRect/>
          </a:stretch>
        </p:blipFill>
        <p:spPr>
          <a:xfrm>
            <a:off x="92957" y="6455766"/>
            <a:ext cx="1495496" cy="3482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89">
            <a:extLst>
              <a:ext uri="{FF2B5EF4-FFF2-40B4-BE49-F238E27FC236}">
                <a16:creationId xmlns:a16="http://schemas.microsoft.com/office/drawing/2014/main" id="{C4DE2F64-9AA3-E556-8A68-BED3A9C0AC59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l="-633" t="-34072" r="633" b="-7646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7" name="Shape 9">
            <a:extLst>
              <a:ext uri="{FF2B5EF4-FFF2-40B4-BE49-F238E27FC236}">
                <a16:creationId xmlns:a16="http://schemas.microsoft.com/office/drawing/2014/main" id="{6A59F82D-C33B-BBA2-DA8B-CE9DC77D12D4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8" name="Shape 46">
            <a:extLst>
              <a:ext uri="{FF2B5EF4-FFF2-40B4-BE49-F238E27FC236}">
                <a16:creationId xmlns:a16="http://schemas.microsoft.com/office/drawing/2014/main" id="{F7E4F8D8-E85E-EF43-6656-D581F1DC06A6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3" name="Shape 46">
            <a:extLst>
              <a:ext uri="{FF2B5EF4-FFF2-40B4-BE49-F238E27FC236}">
                <a16:creationId xmlns:a16="http://schemas.microsoft.com/office/drawing/2014/main" id="{E35A4A52-C618-D506-72D7-2585EDECB2FA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7" name="Text 12">
            <a:extLst>
              <a:ext uri="{FF2B5EF4-FFF2-40B4-BE49-F238E27FC236}">
                <a16:creationId xmlns:a16="http://schemas.microsoft.com/office/drawing/2014/main" id="{AD529B07-D812-1F4A-D082-62BF68FA3AA1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REDACTED_00600</a:t>
            </a:r>
          </a:p>
          <a:p>
            <a:r>
              <a:rPr lang="en-US" sz="800">
                <a:solidFill>
                  <a:srgbClr val="1A1A1A"/>
                </a:solidFill>
              </a:rPr>
              <a:t>REDACTED_00601</a:t>
            </a:r>
          </a:p>
          <a:p>
            <a:endParaRPr lang="en-US" sz="800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4" name="Shape 105">
            <a:extLst>
              <a:ext uri="{FF2B5EF4-FFF2-40B4-BE49-F238E27FC236}">
                <a16:creationId xmlns:a16="http://schemas.microsoft.com/office/drawing/2014/main" id="{436116F6-6EEA-F8FB-41B5-C1001245B20B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7" name="Shape 13">
            <a:extLst>
              <a:ext uri="{FF2B5EF4-FFF2-40B4-BE49-F238E27FC236}">
                <a16:creationId xmlns:a16="http://schemas.microsoft.com/office/drawing/2014/main" id="{754C8B96-AA74-EE8D-B843-5BB3B25051BB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1" name="Shape 13">
            <a:extLst>
              <a:ext uri="{FF2B5EF4-FFF2-40B4-BE49-F238E27FC236}">
                <a16:creationId xmlns:a16="http://schemas.microsoft.com/office/drawing/2014/main" id="{BEC9A79A-7DD1-9548-8383-AA714F16528D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1" name="Shape 229">
            <a:extLst>
              <a:ext uri="{FF2B5EF4-FFF2-40B4-BE49-F238E27FC236}">
                <a16:creationId xmlns:a16="http://schemas.microsoft.com/office/drawing/2014/main" id="{B2779F71-813C-F405-D1E2-73BCB06C65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1" name="Shape 229">
            <a:extLst>
              <a:ext uri="{FF2B5EF4-FFF2-40B4-BE49-F238E27FC236}">
                <a16:creationId xmlns:a16="http://schemas.microsoft.com/office/drawing/2014/main" id="{F632FE81-9220-5159-B6F4-67307D19D9AC}"/>
              </a:ext>
            </a:extLst>
          </p:cNvPr>
          <p:cNvSpPr/>
          <p:nvPr/>
        </p:nvSpPr>
        <p:spPr>
          <a:xfrm>
            <a:off x="7236346" y="8364731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Shape 46">
            <a:extLst>
              <a:ext uri="{FF2B5EF4-FFF2-40B4-BE49-F238E27FC236}">
                <a16:creationId xmlns:a16="http://schemas.microsoft.com/office/drawing/2014/main" id="{BBB568D3-6723-3B6A-DB89-AEA85C857A1C}"/>
              </a:ext>
            </a:extLst>
          </p:cNvPr>
          <p:cNvSpPr/>
          <p:nvPr/>
        </p:nvSpPr>
        <p:spPr>
          <a:xfrm>
            <a:off x="4216002" y="8357123"/>
            <a:ext cx="2986340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C3ACEE0-DD59-B16B-595E-1B615916AD0C}"/>
              </a:ext>
            </a:extLst>
          </p:cNvPr>
          <p:cNvSpPr txBox="1"/>
          <p:nvPr/>
        </p:nvSpPr>
        <p:spPr>
          <a:xfrm>
            <a:off x="7336346" y="8464731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33D742D-D5E1-764E-8D3F-CD14C945732D}"/>
              </a:ext>
            </a:extLst>
          </p:cNvPr>
          <p:cNvSpPr txBox="1"/>
          <p:nvPr/>
        </p:nvSpPr>
        <p:spPr>
          <a:xfrm>
            <a:off x="4316002" y="8457123"/>
            <a:ext cx="2780364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REDACTED_00602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REDACTED_00603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REDACTED_00604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5385108-422F-98A7-F286-3185E01822B4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5" name="Text 2">
            <a:extLst>
              <a:ext uri="{FF2B5EF4-FFF2-40B4-BE49-F238E27FC236}">
                <a16:creationId xmlns:a16="http://schemas.microsoft.com/office/drawing/2014/main" id="{5B0236B3-DF6D-608C-FF3D-79A21324283F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outerShdw blurRad="4445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dkEdge"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  <a:latin typeface="Inter"/>
              </a:rPr>
              <a:t>REDACTED_00605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38E03A8-BF75-93CF-3E9B-4344C5B957E3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3365D00-C512-20CD-32A2-52F844655618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100" b="1">
                  <a:solidFill>
                    <a:srgbClr val="F55A2D"/>
                  </a:solidFill>
                </a:defRPr>
              </a:lvl1pPr>
            </a:lstStyle>
            <a:p>
              <a:r>
                <a:rPr lang="en-US"/>
                <a:t>REDACTED_00606</a:t>
              </a:r>
            </a:p>
          </p:txBody>
        </p:sp>
        <p:sp>
          <p:nvSpPr>
            <p:cNvPr id="88" name="Text 4">
              <a:extLst>
                <a:ext uri="{FF2B5EF4-FFF2-40B4-BE49-F238E27FC236}">
                  <a16:creationId xmlns:a16="http://schemas.microsoft.com/office/drawing/2014/main" id="{9FDFE5B2-A857-DFF5-3457-AD5E38A30BD9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2"/>
                  </a:solidFill>
                </a:rPr>
                <a:t>REDACTED_00461</a:t>
              </a:r>
            </a:p>
          </p:txBody>
        </p:sp>
      </p:grpSp>
      <p:sp>
        <p:nvSpPr>
          <p:cNvPr id="90" name="Shape 5">
            <a:extLst>
              <a:ext uri="{FF2B5EF4-FFF2-40B4-BE49-F238E27FC236}">
                <a16:creationId xmlns:a16="http://schemas.microsoft.com/office/drawing/2014/main" id="{8FC44731-8398-CD1B-978D-53131775DB49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3"/>
              </a:solidFill>
            </a:endParaRPr>
          </a:p>
        </p:txBody>
      </p:sp>
      <p:sp>
        <p:nvSpPr>
          <p:cNvPr id="91" name="Text 6">
            <a:extLst>
              <a:ext uri="{FF2B5EF4-FFF2-40B4-BE49-F238E27FC236}">
                <a16:creationId xmlns:a16="http://schemas.microsoft.com/office/drawing/2014/main" id="{5D16276E-5086-E6B9-AF16-ABFA9EDD7EC1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2"/>
                </a:solidFill>
              </a:rPr>
              <a:t>REDACTED_00607</a:t>
            </a:r>
            <a:endParaRPr lang="en-US" sz="900">
              <a:solidFill>
                <a:schemeClr val="accent2"/>
              </a:solidFill>
            </a:endParaRPr>
          </a:p>
        </p:txBody>
      </p:sp>
      <p:sp>
        <p:nvSpPr>
          <p:cNvPr id="141" name="Shape 10">
            <a:extLst>
              <a:ext uri="{FF2B5EF4-FFF2-40B4-BE49-F238E27FC236}">
                <a16:creationId xmlns:a16="http://schemas.microsoft.com/office/drawing/2014/main" id="{2A4F8D80-2B0A-62BE-B8F0-0C9A20AD29EC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5" name="Text 11">
            <a:extLst>
              <a:ext uri="{FF2B5EF4-FFF2-40B4-BE49-F238E27FC236}">
                <a16:creationId xmlns:a16="http://schemas.microsoft.com/office/drawing/2014/main" id="{3E3CCEDC-29A8-27A5-4209-5B3D55F9346B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47C2126-1CF5-AB7D-812F-31A047A466EE}"/>
              </a:ext>
            </a:extLst>
          </p:cNvPr>
          <p:cNvGrpSpPr/>
          <p:nvPr/>
        </p:nvGrpSpPr>
        <p:grpSpPr>
          <a:xfrm>
            <a:off x="9770789" y="1533598"/>
            <a:ext cx="2333207" cy="635929"/>
            <a:chOff x="9693896" y="1603989"/>
            <a:chExt cx="2333207" cy="635929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D35EED5C-4D6A-BF72-BE39-317B7FF59B82}"/>
                </a:ext>
              </a:extLst>
            </p:cNvPr>
            <p:cNvGrpSpPr/>
            <p:nvPr/>
          </p:nvGrpSpPr>
          <p:grpSpPr>
            <a:xfrm>
              <a:off x="9693896" y="1603989"/>
              <a:ext cx="2333207" cy="635929"/>
              <a:chOff x="10112273" y="2891965"/>
              <a:chExt cx="1920240" cy="580548"/>
            </a:xfrm>
          </p:grpSpPr>
          <p:sp>
            <p:nvSpPr>
              <p:cNvPr id="115" name="Shape 243">
                <a:extLst>
                  <a:ext uri="{FF2B5EF4-FFF2-40B4-BE49-F238E27FC236}">
                    <a16:creationId xmlns:a16="http://schemas.microsoft.com/office/drawing/2014/main" id="{8F7325D5-0D66-5E1C-3EDD-0AA2A8636018}"/>
                  </a:ext>
                </a:extLst>
              </p:cNvPr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117" name="Text 241a">
                <a:extLst>
                  <a:ext uri="{FF2B5EF4-FFF2-40B4-BE49-F238E27FC236}">
                    <a16:creationId xmlns:a16="http://schemas.microsoft.com/office/drawing/2014/main" id="{85BCBC05-17F7-BB15-F9E4-F40D4C727B21}"/>
                  </a:ext>
                </a:extLst>
              </p:cNvPr>
              <p:cNvSpPr/>
              <p:nvPr/>
            </p:nvSpPr>
            <p:spPr>
              <a:xfrm>
                <a:off x="10870434" y="2891965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REDACTED_00509</a:t>
                </a:r>
              </a:p>
            </p:txBody>
          </p:sp>
          <p:sp>
            <p:nvSpPr>
              <p:cNvPr id="121" name="Text 245a">
                <a:extLst>
                  <a:ext uri="{FF2B5EF4-FFF2-40B4-BE49-F238E27FC236}">
                    <a16:creationId xmlns:a16="http://schemas.microsoft.com/office/drawing/2014/main" id="{21A62CF0-75D9-BA2E-663B-20BDEE0CA245}"/>
                  </a:ext>
                </a:extLst>
              </p:cNvPr>
              <p:cNvSpPr/>
              <p:nvPr/>
            </p:nvSpPr>
            <p:spPr>
              <a:xfrm>
                <a:off x="10870434" y="3026714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REDACTED_00468</a:t>
                </a:r>
              </a:p>
            </p:txBody>
          </p:sp>
          <p:sp>
            <p:nvSpPr>
              <p:cNvPr id="122" name="Shape 245a">
                <a:extLst>
                  <a:ext uri="{FF2B5EF4-FFF2-40B4-BE49-F238E27FC236}">
                    <a16:creationId xmlns:a16="http://schemas.microsoft.com/office/drawing/2014/main" id="{4CFE7C6B-C7EB-8D22-C681-CAF049A0A354}"/>
                  </a:ext>
                </a:extLst>
              </p:cNvPr>
              <p:cNvSpPr/>
              <p:nvPr/>
            </p:nvSpPr>
            <p:spPr>
              <a:xfrm>
                <a:off x="10198303" y="3237891"/>
                <a:ext cx="909585" cy="62443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accent2"/>
                </a:solidFill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127" name="Text 247a">
                <a:extLst>
                  <a:ext uri="{FF2B5EF4-FFF2-40B4-BE49-F238E27FC236}">
                    <a16:creationId xmlns:a16="http://schemas.microsoft.com/office/drawing/2014/main" id="{3F4C1182-C4BC-6057-956C-A7428FA2A942}"/>
                  </a:ext>
                </a:extLst>
              </p:cNvPr>
              <p:cNvSpPr/>
              <p:nvPr/>
            </p:nvSpPr>
            <p:spPr>
              <a:xfrm>
                <a:off x="11700022" y="3289633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REDACTED_00510</a:t>
                </a:r>
              </a:p>
            </p:txBody>
          </p:sp>
        </p:grpSp>
        <p:sp>
          <p:nvSpPr>
            <p:cNvPr id="128" name="Shape 245a">
              <a:extLst>
                <a:ext uri="{FF2B5EF4-FFF2-40B4-BE49-F238E27FC236}">
                  <a16:creationId xmlns:a16="http://schemas.microsoft.com/office/drawing/2014/main" id="{4092842E-DFF8-C9BE-F250-F6A22928828C}"/>
                </a:ext>
              </a:extLst>
            </p:cNvPr>
            <p:cNvSpPr/>
            <p:nvPr/>
          </p:nvSpPr>
          <p:spPr>
            <a:xfrm>
              <a:off x="10926955" y="1983775"/>
              <a:ext cx="694800" cy="68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67" name="Text 6">
            <a:extLst>
              <a:ext uri="{FF2B5EF4-FFF2-40B4-BE49-F238E27FC236}">
                <a16:creationId xmlns:a16="http://schemas.microsoft.com/office/drawing/2014/main" id="{66B94B19-B65F-2806-C21F-56D4E44C84F5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accent2"/>
                </a:solidFill>
              </a:rPr>
              <a:t>REDACTED_00038</a:t>
            </a:r>
          </a:p>
        </p:txBody>
      </p:sp>
      <p:sp>
        <p:nvSpPr>
          <p:cNvPr id="173" name="Shape 130">
            <a:extLst>
              <a:ext uri="{FF2B5EF4-FFF2-40B4-BE49-F238E27FC236}">
                <a16:creationId xmlns:a16="http://schemas.microsoft.com/office/drawing/2014/main" id="{EF3ED495-53E7-68E6-EDDB-CAB39DD3B8A3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8039372D-E7F4-0E12-EE88-DCBA0CB71F14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77" name="Picture 176" descr="A black and blue logo  AI-generated content may be incorrect.">
            <a:extLst>
              <a:ext uri="{FF2B5EF4-FFF2-40B4-BE49-F238E27FC236}">
                <a16:creationId xmlns:a16="http://schemas.microsoft.com/office/drawing/2014/main" id="{2FDAB959-8044-3B68-2367-600025F99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82" name="Text 211a">
            <a:extLst>
              <a:ext uri="{FF2B5EF4-FFF2-40B4-BE49-F238E27FC236}">
                <a16:creationId xmlns:a16="http://schemas.microsoft.com/office/drawing/2014/main" id="{86FD393D-F846-0C29-6B30-904A61F91B0A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84" name="Text 213a">
            <a:extLst>
              <a:ext uri="{FF2B5EF4-FFF2-40B4-BE49-F238E27FC236}">
                <a16:creationId xmlns:a16="http://schemas.microsoft.com/office/drawing/2014/main" id="{B5F135DC-335D-E2B3-3825-1BA581A54DE8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86" name="Text 218a">
            <a:extLst>
              <a:ext uri="{FF2B5EF4-FFF2-40B4-BE49-F238E27FC236}">
                <a16:creationId xmlns:a16="http://schemas.microsoft.com/office/drawing/2014/main" id="{AB761284-A6F8-37A7-2DA9-AEB5F6BC7744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90" name="Shape 229">
            <a:extLst>
              <a:ext uri="{FF2B5EF4-FFF2-40B4-BE49-F238E27FC236}">
                <a16:creationId xmlns:a16="http://schemas.microsoft.com/office/drawing/2014/main" id="{39AFE323-8B32-0BD5-8119-D6EF261896CC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REDACTED_00608</a:t>
            </a:r>
          </a:p>
        </p:txBody>
      </p:sp>
      <p:sp>
        <p:nvSpPr>
          <p:cNvPr id="197" name="Shape 10">
            <a:extLst>
              <a:ext uri="{FF2B5EF4-FFF2-40B4-BE49-F238E27FC236}">
                <a16:creationId xmlns:a16="http://schemas.microsoft.com/office/drawing/2014/main" id="{63AE866E-24D0-7D52-6D1B-128748AF2954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1" name="Shape 32">
            <a:extLst>
              <a:ext uri="{FF2B5EF4-FFF2-40B4-BE49-F238E27FC236}">
                <a16:creationId xmlns:a16="http://schemas.microsoft.com/office/drawing/2014/main" id="{C8506BB0-7261-64A1-2882-5FF0C5987EDF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3" name="Text 31">
            <a:extLst>
              <a:ext uri="{FF2B5EF4-FFF2-40B4-BE49-F238E27FC236}">
                <a16:creationId xmlns:a16="http://schemas.microsoft.com/office/drawing/2014/main" id="{D79756E8-4860-3558-0DD9-C75B40C325A4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15" name="Shape 32">
            <a:extLst>
              <a:ext uri="{FF2B5EF4-FFF2-40B4-BE49-F238E27FC236}">
                <a16:creationId xmlns:a16="http://schemas.microsoft.com/office/drawing/2014/main" id="{C652D531-2DB8-610A-D27F-55639EADB97E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7" name="Text 33">
            <a:extLst>
              <a:ext uri="{FF2B5EF4-FFF2-40B4-BE49-F238E27FC236}">
                <a16:creationId xmlns:a16="http://schemas.microsoft.com/office/drawing/2014/main" id="{18C18C83-AC42-E550-C96A-2CF757FD16F2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REDACTED_00609</a:t>
            </a:r>
          </a:p>
        </p:txBody>
      </p:sp>
      <p:sp>
        <p:nvSpPr>
          <p:cNvPr id="219" name="Text 33">
            <a:extLst>
              <a:ext uri="{FF2B5EF4-FFF2-40B4-BE49-F238E27FC236}">
                <a16:creationId xmlns:a16="http://schemas.microsoft.com/office/drawing/2014/main" id="{FDA72D69-169B-0D57-919C-FD63323F17EA}"/>
              </a:ext>
            </a:extLst>
          </p:cNvPr>
          <p:cNvSpPr/>
          <p:nvPr/>
        </p:nvSpPr>
        <p:spPr>
          <a:xfrm>
            <a:off x="180001" y="251687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REDACTED_00610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REDACTED_00611</a:t>
            </a:r>
            <a:endParaRPr lang="en-US" sz="800"/>
          </a:p>
        </p:txBody>
      </p:sp>
      <p:sp>
        <p:nvSpPr>
          <p:cNvPr id="221" name="Text 31">
            <a:extLst>
              <a:ext uri="{FF2B5EF4-FFF2-40B4-BE49-F238E27FC236}">
                <a16:creationId xmlns:a16="http://schemas.microsoft.com/office/drawing/2014/main" id="{BA0E22FB-E958-6D96-DDA9-E00CFA0E6E16}"/>
              </a:ext>
            </a:extLst>
          </p:cNvPr>
          <p:cNvSpPr/>
          <p:nvPr/>
        </p:nvSpPr>
        <p:spPr>
          <a:xfrm>
            <a:off x="180000" y="234961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23" name="Shape 32">
            <a:extLst>
              <a:ext uri="{FF2B5EF4-FFF2-40B4-BE49-F238E27FC236}">
                <a16:creationId xmlns:a16="http://schemas.microsoft.com/office/drawing/2014/main" id="{FDE88D85-BAF9-E163-B577-289E08862E5E}"/>
              </a:ext>
            </a:extLst>
          </p:cNvPr>
          <p:cNvSpPr/>
          <p:nvPr/>
        </p:nvSpPr>
        <p:spPr>
          <a:xfrm>
            <a:off x="144000" y="246849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5" name="Shape 10">
            <a:extLst>
              <a:ext uri="{FF2B5EF4-FFF2-40B4-BE49-F238E27FC236}">
                <a16:creationId xmlns:a16="http://schemas.microsoft.com/office/drawing/2014/main" id="{02A7CD44-4DF3-7A70-E91A-8E77421D72B4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9" name="Shape 16">
            <a:extLst>
              <a:ext uri="{FF2B5EF4-FFF2-40B4-BE49-F238E27FC236}">
                <a16:creationId xmlns:a16="http://schemas.microsoft.com/office/drawing/2014/main" id="{34745988-0F23-9341-59B3-26276A3AF0BA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REDACTED_00474</a:t>
            </a:r>
          </a:p>
        </p:txBody>
      </p:sp>
      <p:sp>
        <p:nvSpPr>
          <p:cNvPr id="231" name="Shape 16">
            <a:extLst>
              <a:ext uri="{FF2B5EF4-FFF2-40B4-BE49-F238E27FC236}">
                <a16:creationId xmlns:a16="http://schemas.microsoft.com/office/drawing/2014/main" id="{96CC2C1B-37C9-8220-4FAC-950BD5E4BBC6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REDACTED_00475</a:t>
            </a:r>
          </a:p>
        </p:txBody>
      </p:sp>
      <p:sp>
        <p:nvSpPr>
          <p:cNvPr id="233" name="Shape 16">
            <a:extLst>
              <a:ext uri="{FF2B5EF4-FFF2-40B4-BE49-F238E27FC236}">
                <a16:creationId xmlns:a16="http://schemas.microsoft.com/office/drawing/2014/main" id="{36B72CF2-71B1-FF0B-40BA-C4FBA23B5AC2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REDACTED_00612</a:t>
            </a:r>
          </a:p>
        </p:txBody>
      </p:sp>
      <p:sp>
        <p:nvSpPr>
          <p:cNvPr id="235" name="Shape 16">
            <a:extLst>
              <a:ext uri="{FF2B5EF4-FFF2-40B4-BE49-F238E27FC236}">
                <a16:creationId xmlns:a16="http://schemas.microsoft.com/office/drawing/2014/main" id="{19122F4E-967F-B75D-0029-E7D5074F91D6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REDACTED_00613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F8E8AE7-D77E-15B0-76BC-548F3588A053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REDACTED_00078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28A60500-4932-2FDA-29A8-DFD7F3DBE851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REDACTED_00079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C43A96D-C620-6B18-4796-B18E4EE4A086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REDACTED_00080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4CF2F807-E491-843F-10EB-92D42189D713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REDACTED_00081</a:t>
            </a:r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227A7582-4082-23C2-0E78-E28F3E49B187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80" name="Shape 37">
              <a:extLst>
                <a:ext uri="{FF2B5EF4-FFF2-40B4-BE49-F238E27FC236}">
                  <a16:creationId xmlns:a16="http://schemas.microsoft.com/office/drawing/2014/main" id="{066EA36D-1C46-02CE-56DF-3B617D165849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1" name="Shape 38">
              <a:extLst>
                <a:ext uri="{FF2B5EF4-FFF2-40B4-BE49-F238E27FC236}">
                  <a16:creationId xmlns:a16="http://schemas.microsoft.com/office/drawing/2014/main" id="{652BD159-65E6-30ED-1FB3-731C5ADA2EB0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2" name="Text 39">
              <a:extLst>
                <a:ext uri="{FF2B5EF4-FFF2-40B4-BE49-F238E27FC236}">
                  <a16:creationId xmlns:a16="http://schemas.microsoft.com/office/drawing/2014/main" id="{02BC8B45-353B-89E7-602E-4C0E56722629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REDACTED_00614</a:t>
              </a:r>
              <a:endParaRPr lang="en-US" sz="800"/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8951C1B3-45BC-FA82-AF95-F81E34D2D891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84" name="Shape 37">
              <a:extLst>
                <a:ext uri="{FF2B5EF4-FFF2-40B4-BE49-F238E27FC236}">
                  <a16:creationId xmlns:a16="http://schemas.microsoft.com/office/drawing/2014/main" id="{A8FFE373-CED0-6042-A759-C2AD08F6CB83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5" name="Shape 38">
              <a:extLst>
                <a:ext uri="{FF2B5EF4-FFF2-40B4-BE49-F238E27FC236}">
                  <a16:creationId xmlns:a16="http://schemas.microsoft.com/office/drawing/2014/main" id="{50A4CA14-9CE7-0195-10AA-14EF12E815A6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6" name="Text 39">
              <a:extLst>
                <a:ext uri="{FF2B5EF4-FFF2-40B4-BE49-F238E27FC236}">
                  <a16:creationId xmlns:a16="http://schemas.microsoft.com/office/drawing/2014/main" id="{FFE46CEF-E5B5-DDDF-6E20-51AE7928649F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REDACTED_00615</a:t>
              </a:r>
              <a:endParaRPr lang="en-US" sz="800"/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9976EB47-F333-C91B-3663-175CC971FDF1}"/>
              </a:ext>
            </a:extLst>
          </p:cNvPr>
          <p:cNvGrpSpPr/>
          <p:nvPr/>
        </p:nvGrpSpPr>
        <p:grpSpPr>
          <a:xfrm>
            <a:off x="3717780" y="2472279"/>
            <a:ext cx="3065147" cy="336564"/>
            <a:chOff x="3828681" y="1696973"/>
            <a:chExt cx="7721343" cy="449118"/>
          </a:xfrm>
        </p:grpSpPr>
        <p:sp>
          <p:nvSpPr>
            <p:cNvPr id="288" name="Shape 37">
              <a:extLst>
                <a:ext uri="{FF2B5EF4-FFF2-40B4-BE49-F238E27FC236}">
                  <a16:creationId xmlns:a16="http://schemas.microsoft.com/office/drawing/2014/main" id="{58DC8178-18BE-889F-C69E-7313B97D2197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9" name="Shape 38">
              <a:extLst>
                <a:ext uri="{FF2B5EF4-FFF2-40B4-BE49-F238E27FC236}">
                  <a16:creationId xmlns:a16="http://schemas.microsoft.com/office/drawing/2014/main" id="{1E98A546-99BF-A185-E877-0FCD0AE46EB7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0" name="Text 39">
              <a:extLst>
                <a:ext uri="{FF2B5EF4-FFF2-40B4-BE49-F238E27FC236}">
                  <a16:creationId xmlns:a16="http://schemas.microsoft.com/office/drawing/2014/main" id="{73886A19-9605-54CB-0B3A-66CF5EBAF109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REDACTED_00616</a:t>
              </a:r>
              <a:endParaRPr lang="en-US" sz="800"/>
            </a:p>
          </p:txBody>
        </p:sp>
      </p:grpSp>
      <p:sp>
        <p:nvSpPr>
          <p:cNvPr id="291" name="Shape 229">
            <a:extLst>
              <a:ext uri="{FF2B5EF4-FFF2-40B4-BE49-F238E27FC236}">
                <a16:creationId xmlns:a16="http://schemas.microsoft.com/office/drawing/2014/main" id="{67DA377A-D559-104A-DF43-69DB6AD5A3D9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REDACTED_00082</a:t>
            </a:r>
          </a:p>
        </p:txBody>
      </p:sp>
      <p:sp>
        <p:nvSpPr>
          <p:cNvPr id="293" name="Shape 46">
            <a:extLst>
              <a:ext uri="{FF2B5EF4-FFF2-40B4-BE49-F238E27FC236}">
                <a16:creationId xmlns:a16="http://schemas.microsoft.com/office/drawing/2014/main" id="{5801818F-EE59-80DA-3442-BFD9ADF0AC5B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106188C4-F5AE-B545-6BEF-082BD1344683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9" name="Text 35">
            <a:extLst>
              <a:ext uri="{FF2B5EF4-FFF2-40B4-BE49-F238E27FC236}">
                <a16:creationId xmlns:a16="http://schemas.microsoft.com/office/drawing/2014/main" id="{CAF07DD8-AC52-D249-F485-0467168F1E81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11" name="Shape 36">
            <a:extLst>
              <a:ext uri="{FF2B5EF4-FFF2-40B4-BE49-F238E27FC236}">
                <a16:creationId xmlns:a16="http://schemas.microsoft.com/office/drawing/2014/main" id="{B2BA5CD3-DF11-4848-7BA5-6D8EE6F4B056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3" name="Shape 36">
            <a:extLst>
              <a:ext uri="{FF2B5EF4-FFF2-40B4-BE49-F238E27FC236}">
                <a16:creationId xmlns:a16="http://schemas.microsoft.com/office/drawing/2014/main" id="{E20A7B3E-8745-820E-EA2B-E80BCCC765E7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5" name="Text 35">
            <a:extLst>
              <a:ext uri="{FF2B5EF4-FFF2-40B4-BE49-F238E27FC236}">
                <a16:creationId xmlns:a16="http://schemas.microsoft.com/office/drawing/2014/main" id="{4ADD5CA5-ED5E-FA65-EB92-69C52916BA4D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AB7DF5-8939-4A7F-667E-1E8EB6F4CE0E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F55A2D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REDACTED_00617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REDACTED_00618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REDACTED_00619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569788-2EA7-F058-3CA6-E89BB32F184D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55A2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REDACTED_00620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REDACTED_00621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83ACA83E-76DF-0CB4-A1BE-34B7C115D966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EB2B094B-A8E1-497A-7556-F5FC899B5F9F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1" name="Shape 36">
            <a:extLst>
              <a:ext uri="{FF2B5EF4-FFF2-40B4-BE49-F238E27FC236}">
                <a16:creationId xmlns:a16="http://schemas.microsoft.com/office/drawing/2014/main" id="{ADF82502-99A2-4A4D-FDA2-A6C9F986ED75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6D16C17E-EB53-1D45-6D95-50555BDAB301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9D7F9151-3AF7-B58A-8D27-9F32A039C53B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9E42339-8211-5E98-F968-2D9308EF05C0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47" name="PersonIcon">
              <a:extLst>
                <a:ext uri="{FF2B5EF4-FFF2-40B4-BE49-F238E27FC236}">
                  <a16:creationId xmlns:a16="http://schemas.microsoft.com/office/drawing/2014/main" id="{FAD546F9-5A07-833A-A65C-07CC9230119D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Text 107">
              <a:extLst>
                <a:ext uri="{FF2B5EF4-FFF2-40B4-BE49-F238E27FC236}">
                  <a16:creationId xmlns:a16="http://schemas.microsoft.com/office/drawing/2014/main" id="{6D19BA15-C394-5B47-C308-67AC65787DAA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49" name="Text 108">
              <a:extLst>
                <a:ext uri="{FF2B5EF4-FFF2-40B4-BE49-F238E27FC236}">
                  <a16:creationId xmlns:a16="http://schemas.microsoft.com/office/drawing/2014/main" id="{96885EFE-FA39-80DF-E367-14D6FBD90D17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REDACTED_00004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AAD626A-554B-B24A-A45A-6ED263396E32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56" name="BuildingIcon">
              <a:extLst>
                <a:ext uri="{FF2B5EF4-FFF2-40B4-BE49-F238E27FC236}">
                  <a16:creationId xmlns:a16="http://schemas.microsoft.com/office/drawing/2014/main" id="{B498DAE1-20B5-92C4-3C69-0A4D06A73199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Text 109">
              <a:extLst>
                <a:ext uri="{FF2B5EF4-FFF2-40B4-BE49-F238E27FC236}">
                  <a16:creationId xmlns:a16="http://schemas.microsoft.com/office/drawing/2014/main" id="{69BCDE69-5CD2-C743-3219-C32BAC609F11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58" name="Text 110">
              <a:extLst>
                <a:ext uri="{FF2B5EF4-FFF2-40B4-BE49-F238E27FC236}">
                  <a16:creationId xmlns:a16="http://schemas.microsoft.com/office/drawing/2014/main" id="{12F1BECE-8B51-033B-6E7F-8DE25099FA5B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REDACTED_00351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C66062F-5B5E-4DF4-A682-24E70A651BDC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60" name="GradCapIcon">
              <a:extLst>
                <a:ext uri="{FF2B5EF4-FFF2-40B4-BE49-F238E27FC236}">
                  <a16:creationId xmlns:a16="http://schemas.microsoft.com/office/drawing/2014/main" id="{E07A20B0-F047-D49D-1DB1-AE8F61765E0E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Text 111">
              <a:extLst>
                <a:ext uri="{FF2B5EF4-FFF2-40B4-BE49-F238E27FC236}">
                  <a16:creationId xmlns:a16="http://schemas.microsoft.com/office/drawing/2014/main" id="{A937BDD6-50F1-76B4-AF7C-509A3B496A5A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66" name="Text 112">
              <a:extLst>
                <a:ext uri="{FF2B5EF4-FFF2-40B4-BE49-F238E27FC236}">
                  <a16:creationId xmlns:a16="http://schemas.microsoft.com/office/drawing/2014/main" id="{6B34A319-9E39-E206-136E-B03BEE5E9639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REDACTED_00008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F73EBCA-3158-AD2D-2831-8B4201902C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</p:spPr>
      </p:pic>
      <p:sp>
        <p:nvSpPr>
          <p:cNvPr id="7" name="Text 8">
            <a:extLst>
              <a:ext uri="{FF2B5EF4-FFF2-40B4-BE49-F238E27FC236}">
                <a16:creationId xmlns:a16="http://schemas.microsoft.com/office/drawing/2014/main" id="{18AE9D08-EF52-AB4D-45A4-01410C44FEED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accent2"/>
                </a:solidFill>
              </a:rPr>
              <a:t>REDACTED_00097</a:t>
            </a:r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DFE1430F-83A3-2DC5-DBB6-EB84209B4CAA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REDACTED_00489</a:t>
            </a:r>
          </a:p>
          <a:p>
            <a:r>
              <a:rPr lang="en-US" sz="650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AED3EF2E-E7C5-9BD1-6028-D655A4AFF585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40B25E51-C937-7953-B1F3-E35782D65C11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REDACTED_00622</a:t>
            </a:r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E5B8CB07-84E7-723D-1930-DDB5AAB32D82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REDACTED_00623</a:t>
            </a:r>
          </a:p>
        </p:txBody>
      </p:sp>
      <p:sp>
        <p:nvSpPr>
          <p:cNvPr id="13" name="Text 23">
            <a:extLst>
              <a:ext uri="{FF2B5EF4-FFF2-40B4-BE49-F238E27FC236}">
                <a16:creationId xmlns:a16="http://schemas.microsoft.com/office/drawing/2014/main" id="{B16342A7-2F6A-4B76-6D96-81754FDA4D9B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REDACTED_00624</a:t>
            </a:r>
          </a:p>
        </p:txBody>
      </p:sp>
      <p:sp>
        <p:nvSpPr>
          <p:cNvPr id="15" name="Text 32">
            <a:extLst>
              <a:ext uri="{FF2B5EF4-FFF2-40B4-BE49-F238E27FC236}">
                <a16:creationId xmlns:a16="http://schemas.microsoft.com/office/drawing/2014/main" id="{2E0C0309-1C1C-67A5-F618-E6B39392301C}"/>
              </a:ext>
            </a:extLst>
          </p:cNvPr>
          <p:cNvSpPr/>
          <p:nvPr/>
        </p:nvSpPr>
        <p:spPr>
          <a:xfrm>
            <a:off x="10610735" y="5184485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REDACTED_00495</a:t>
            </a:r>
          </a:p>
          <a:p>
            <a:r>
              <a:rPr lang="en-US" sz="650">
                <a:solidFill>
                  <a:srgbClr val="444444"/>
                </a:solidFill>
              </a:rPr>
              <a:t>REDACTED_00496</a:t>
            </a:r>
          </a:p>
        </p:txBody>
      </p:sp>
      <p:sp>
        <p:nvSpPr>
          <p:cNvPr id="17" name="Shape 188">
            <a:extLst>
              <a:ext uri="{FF2B5EF4-FFF2-40B4-BE49-F238E27FC236}">
                <a16:creationId xmlns:a16="http://schemas.microsoft.com/office/drawing/2014/main" id="{BF236CFF-49CD-F9CB-BFC8-A18B340A6144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34000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Shape 189">
            <a:extLst>
              <a:ext uri="{FF2B5EF4-FFF2-40B4-BE49-F238E27FC236}">
                <a16:creationId xmlns:a16="http://schemas.microsoft.com/office/drawing/2014/main" id="{EB81D69A-22D9-724B-4BEF-3D776A12F333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97200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0">
            <a:extLst>
              <a:ext uri="{FF2B5EF4-FFF2-40B4-BE49-F238E27FC236}">
                <a16:creationId xmlns:a16="http://schemas.microsoft.com/office/drawing/2014/main" id="{CFCA0E81-8407-615E-1585-BACDDA8C14A0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3" name="Shape 193">
            <a:extLst>
              <a:ext uri="{FF2B5EF4-FFF2-40B4-BE49-F238E27FC236}">
                <a16:creationId xmlns:a16="http://schemas.microsoft.com/office/drawing/2014/main" id="{14754ED0-F2A7-5E85-2096-BD8DEC69CA57}"/>
              </a:ext>
            </a:extLst>
          </p:cNvPr>
          <p:cNvSpPr>
            <a:spLocks/>
          </p:cNvSpPr>
          <p:nvPr/>
        </p:nvSpPr>
        <p:spPr>
          <a:xfrm>
            <a:off x="10022549" y="3965383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06">
            <a:extLst>
              <a:ext uri="{FF2B5EF4-FFF2-40B4-BE49-F238E27FC236}">
                <a16:creationId xmlns:a16="http://schemas.microsoft.com/office/drawing/2014/main" id="{B2F3F8EB-E225-C0BD-606D-BBE857529644}"/>
              </a:ext>
            </a:extLst>
          </p:cNvPr>
          <p:cNvSpPr>
            <a:spLocks/>
          </p:cNvSpPr>
          <p:nvPr/>
        </p:nvSpPr>
        <p:spPr>
          <a:xfrm>
            <a:off x="9986549" y="3368497"/>
            <a:ext cx="396000" cy="3960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" name="Shape 210">
            <a:extLst>
              <a:ext uri="{FF2B5EF4-FFF2-40B4-BE49-F238E27FC236}">
                <a16:creationId xmlns:a16="http://schemas.microsoft.com/office/drawing/2014/main" id="{2EEA7C99-1784-E4A8-CE7F-4A15AA02A00B}"/>
              </a:ext>
            </a:extLst>
          </p:cNvPr>
          <p:cNvSpPr>
            <a:spLocks/>
          </p:cNvSpPr>
          <p:nvPr/>
        </p:nvSpPr>
        <p:spPr>
          <a:xfrm>
            <a:off x="10022549" y="5101863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Text 191">
            <a:extLst>
              <a:ext uri="{FF2B5EF4-FFF2-40B4-BE49-F238E27FC236}">
                <a16:creationId xmlns:a16="http://schemas.microsoft.com/office/drawing/2014/main" id="{DD563629-3EDD-5E1B-8399-0024817A5F67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REDACTED_00051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35" name="Text 211">
            <a:extLst>
              <a:ext uri="{FF2B5EF4-FFF2-40B4-BE49-F238E27FC236}">
                <a16:creationId xmlns:a16="http://schemas.microsoft.com/office/drawing/2014/main" id="{D2D98891-1168-55CF-894F-2A8304529E6C}"/>
              </a:ext>
            </a:extLst>
          </p:cNvPr>
          <p:cNvSpPr>
            <a:spLocks/>
          </p:cNvSpPr>
          <p:nvPr/>
        </p:nvSpPr>
        <p:spPr>
          <a:xfrm>
            <a:off x="10040549" y="5119863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REDACTED_00057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42" name="Text 203">
            <a:extLst>
              <a:ext uri="{FF2B5EF4-FFF2-40B4-BE49-F238E27FC236}">
                <a16:creationId xmlns:a16="http://schemas.microsoft.com/office/drawing/2014/main" id="{BFC1BA4B-9C82-E61E-5B58-E0688649538F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67" name="Shape 202">
            <a:extLst>
              <a:ext uri="{FF2B5EF4-FFF2-40B4-BE49-F238E27FC236}">
                <a16:creationId xmlns:a16="http://schemas.microsoft.com/office/drawing/2014/main" id="{B713DAD1-8335-38E2-1E98-027EBE91C4EA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9" name="Text 207">
            <a:extLst>
              <a:ext uri="{FF2B5EF4-FFF2-40B4-BE49-F238E27FC236}">
                <a16:creationId xmlns:a16="http://schemas.microsoft.com/office/drawing/2014/main" id="{4E43B55E-C818-E22E-7F33-53658AFED3D8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REDACTED_00625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75" name="Text 199">
            <a:extLst>
              <a:ext uri="{FF2B5EF4-FFF2-40B4-BE49-F238E27FC236}">
                <a16:creationId xmlns:a16="http://schemas.microsoft.com/office/drawing/2014/main" id="{EEB479E2-70EF-4FF1-55B5-D9AA634A44A3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accent2"/>
                </a:solidFill>
              </a:rPr>
              <a:t>REDACTED_00052</a:t>
            </a:r>
            <a:endParaRPr lang="en-US" sz="650">
              <a:solidFill>
                <a:schemeClr val="accent2"/>
              </a:solidFill>
            </a:endParaRPr>
          </a:p>
        </p:txBody>
      </p:sp>
      <p:sp>
        <p:nvSpPr>
          <p:cNvPr id="31" name="Text 194">
            <a:extLst>
              <a:ext uri="{FF2B5EF4-FFF2-40B4-BE49-F238E27FC236}">
                <a16:creationId xmlns:a16="http://schemas.microsoft.com/office/drawing/2014/main" id="{103C2C36-B2A3-1BB4-2CF3-8AD482E841B8}"/>
              </a:ext>
            </a:extLst>
          </p:cNvPr>
          <p:cNvSpPr>
            <a:spLocks/>
          </p:cNvSpPr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3"/>
                </a:solidFill>
              </a:rPr>
              <a:t>REDACTED_00497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13969ADE-44B5-64A7-381D-56C0EA8ECD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250" t="22534" r="13064" b="48427"/>
          <a:stretch>
            <a:fillRect/>
          </a:stretch>
        </p:blipFill>
        <p:spPr>
          <a:xfrm>
            <a:off x="92957" y="6455766"/>
            <a:ext cx="1495496" cy="3482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89">
            <a:extLst>
              <a:ext uri="{FF2B5EF4-FFF2-40B4-BE49-F238E27FC236}">
                <a16:creationId xmlns:a16="http://schemas.microsoft.com/office/drawing/2014/main" id="{481A176C-65F7-5EB0-3CD0-C20CE925ED81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57831" b="-2421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1" name="Shape 9">
            <a:extLst>
              <a:ext uri="{FF2B5EF4-FFF2-40B4-BE49-F238E27FC236}">
                <a16:creationId xmlns:a16="http://schemas.microsoft.com/office/drawing/2014/main" id="{88B7CB6C-DF50-2E3A-B7B0-3D7147E9B3C9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4" name="Shape 46">
            <a:extLst>
              <a:ext uri="{FF2B5EF4-FFF2-40B4-BE49-F238E27FC236}">
                <a16:creationId xmlns:a16="http://schemas.microsoft.com/office/drawing/2014/main" id="{DD4A6CA3-CE2B-31BA-5918-DE34512AFA34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9" name="Shape 46">
            <a:extLst>
              <a:ext uri="{FF2B5EF4-FFF2-40B4-BE49-F238E27FC236}">
                <a16:creationId xmlns:a16="http://schemas.microsoft.com/office/drawing/2014/main" id="{987BA3E9-09AF-8C2B-BB4B-8DE44C6D7B92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6" name="Shape 105">
            <a:extLst>
              <a:ext uri="{FF2B5EF4-FFF2-40B4-BE49-F238E27FC236}">
                <a16:creationId xmlns:a16="http://schemas.microsoft.com/office/drawing/2014/main" id="{A3C4DA90-569E-08BD-D85D-01CEA6D63A58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3" name="Shape 13">
            <a:extLst>
              <a:ext uri="{FF2B5EF4-FFF2-40B4-BE49-F238E27FC236}">
                <a16:creationId xmlns:a16="http://schemas.microsoft.com/office/drawing/2014/main" id="{0098B1B9-7733-5E1D-74AE-2891D6AE1BE2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1" name="Shape 13">
            <a:extLst>
              <a:ext uri="{FF2B5EF4-FFF2-40B4-BE49-F238E27FC236}">
                <a16:creationId xmlns:a16="http://schemas.microsoft.com/office/drawing/2014/main" id="{B7394D01-666B-B195-4950-6FC5B4C05D35}"/>
              </a:ext>
            </a:extLst>
          </p:cNvPr>
          <p:cNvSpPr/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5" name="Shape 229">
            <a:extLst>
              <a:ext uri="{FF2B5EF4-FFF2-40B4-BE49-F238E27FC236}">
                <a16:creationId xmlns:a16="http://schemas.microsoft.com/office/drawing/2014/main" id="{4F9FDEA1-4560-45E8-4A48-4FA42EC518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1" name="Shape 229">
            <a:extLst>
              <a:ext uri="{FF2B5EF4-FFF2-40B4-BE49-F238E27FC236}">
                <a16:creationId xmlns:a16="http://schemas.microsoft.com/office/drawing/2014/main" id="{61625BBB-175C-FACE-A2D9-453AE9585315}"/>
              </a:ext>
            </a:extLst>
          </p:cNvPr>
          <p:cNvSpPr/>
          <p:nvPr/>
        </p:nvSpPr>
        <p:spPr>
          <a:xfrm>
            <a:off x="6914954" y="8030349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Shape 46">
            <a:extLst>
              <a:ext uri="{FF2B5EF4-FFF2-40B4-BE49-F238E27FC236}">
                <a16:creationId xmlns:a16="http://schemas.microsoft.com/office/drawing/2014/main" id="{0CD0D2CB-B63C-28B4-50C7-316036927A3E}"/>
              </a:ext>
            </a:extLst>
          </p:cNvPr>
          <p:cNvSpPr/>
          <p:nvPr/>
        </p:nvSpPr>
        <p:spPr>
          <a:xfrm>
            <a:off x="3903604" y="8030349"/>
            <a:ext cx="2959564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151FBE-D9F7-D1FD-BDD2-6CDC01E03236}"/>
              </a:ext>
            </a:extLst>
          </p:cNvPr>
          <p:cNvSpPr txBox="1"/>
          <p:nvPr/>
        </p:nvSpPr>
        <p:spPr>
          <a:xfrm>
            <a:off x="7014954" y="8130349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EA1C9B-7E33-18FC-1966-38ACD63708E6}"/>
              </a:ext>
            </a:extLst>
          </p:cNvPr>
          <p:cNvSpPr txBox="1"/>
          <p:nvPr/>
        </p:nvSpPr>
        <p:spPr>
          <a:xfrm>
            <a:off x="4003604" y="8130349"/>
            <a:ext cx="275543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REDACTED_00626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REDACTED_00627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REDACTED_00628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8128C4A-4171-A575-4D52-7DA239334660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1" name="Text 2">
            <a:extLst>
              <a:ext uri="{FF2B5EF4-FFF2-40B4-BE49-F238E27FC236}">
                <a16:creationId xmlns:a16="http://schemas.microsoft.com/office/drawing/2014/main" id="{4B39B511-9E4F-8C3B-58BD-F95E5070F1B9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outerShdw blurRad="4445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dkEdge"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  <a:latin typeface="Inter"/>
              </a:rPr>
              <a:t>REDACTED_00629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FE9EAF7-57DB-957F-28BC-9CE1EAB9F585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72E8D3B-A60C-4A84-981D-7E7D83D3C216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100" b="1">
                  <a:solidFill>
                    <a:srgbClr val="F55A2D"/>
                  </a:solidFill>
                </a:defRPr>
              </a:lvl1pPr>
            </a:lstStyle>
            <a:p>
              <a:r>
                <a:rPr lang="en-US"/>
                <a:t>REDACTED_00630</a:t>
              </a:r>
            </a:p>
          </p:txBody>
        </p:sp>
        <p:sp>
          <p:nvSpPr>
            <p:cNvPr id="94" name="Text 4">
              <a:extLst>
                <a:ext uri="{FF2B5EF4-FFF2-40B4-BE49-F238E27FC236}">
                  <a16:creationId xmlns:a16="http://schemas.microsoft.com/office/drawing/2014/main" id="{DE6803D5-92DA-AFB3-E98D-DDF404BEDEDF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2"/>
                  </a:solidFill>
                </a:rPr>
                <a:t>REDACTED_00461</a:t>
              </a:r>
            </a:p>
          </p:txBody>
        </p:sp>
      </p:grpSp>
      <p:sp>
        <p:nvSpPr>
          <p:cNvPr id="96" name="Shape 5">
            <a:extLst>
              <a:ext uri="{FF2B5EF4-FFF2-40B4-BE49-F238E27FC236}">
                <a16:creationId xmlns:a16="http://schemas.microsoft.com/office/drawing/2014/main" id="{2077D6A2-8EEE-97B2-F0C1-D102AB151266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3"/>
              </a:solidFill>
            </a:endParaRPr>
          </a:p>
        </p:txBody>
      </p:sp>
      <p:sp>
        <p:nvSpPr>
          <p:cNvPr id="97" name="Text 6">
            <a:extLst>
              <a:ext uri="{FF2B5EF4-FFF2-40B4-BE49-F238E27FC236}">
                <a16:creationId xmlns:a16="http://schemas.microsoft.com/office/drawing/2014/main" id="{EE5773E4-6222-4C31-3F2F-21055707FBA6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2"/>
                </a:solidFill>
              </a:rPr>
              <a:t>REDACTED_00607</a:t>
            </a:r>
            <a:endParaRPr lang="en-US" sz="900">
              <a:solidFill>
                <a:schemeClr val="accent2"/>
              </a:solidFill>
            </a:endParaRPr>
          </a:p>
        </p:txBody>
      </p:sp>
      <p:sp>
        <p:nvSpPr>
          <p:cNvPr id="125" name="Shape 10">
            <a:extLst>
              <a:ext uri="{FF2B5EF4-FFF2-40B4-BE49-F238E27FC236}">
                <a16:creationId xmlns:a16="http://schemas.microsoft.com/office/drawing/2014/main" id="{EE0FCE47-7359-3CFB-0B98-08E9CD1D7A8E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9" name="Text 11">
            <a:extLst>
              <a:ext uri="{FF2B5EF4-FFF2-40B4-BE49-F238E27FC236}">
                <a16:creationId xmlns:a16="http://schemas.microsoft.com/office/drawing/2014/main" id="{98072E38-9887-9B13-50C9-E43CDC4BA5E6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33" name="Text 12">
            <a:extLst>
              <a:ext uri="{FF2B5EF4-FFF2-40B4-BE49-F238E27FC236}">
                <a16:creationId xmlns:a16="http://schemas.microsoft.com/office/drawing/2014/main" id="{155D9DBC-BC00-C92E-B087-3B1BA107EC8A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REDACTED_00631</a:t>
            </a:r>
            <a:r>
              <a:rPr lang="en-US" sz="800" err="1">
                <a:solidFill>
                  <a:srgbClr val="1A1A1A"/>
                </a:solidFill>
              </a:rPr>
              <a:t>REDACTED_00632</a:t>
            </a:r>
            <a:r>
              <a:rPr lang="en-US" sz="800">
                <a:solidFill>
                  <a:srgbClr val="1A1A1A"/>
                </a:solidFill>
              </a:rPr>
              <a:t>REDACTED_00633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REDACTED_00634</a:t>
            </a:r>
            <a:endParaRPr lang="en-US" sz="800"/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D200F2-330C-F4B8-6BDD-A17577C44086}"/>
              </a:ext>
            </a:extLst>
          </p:cNvPr>
          <p:cNvGrpSpPr/>
          <p:nvPr/>
        </p:nvGrpSpPr>
        <p:grpSpPr>
          <a:xfrm>
            <a:off x="9770789" y="1533598"/>
            <a:ext cx="2333207" cy="635928"/>
            <a:chOff x="9693896" y="1603989"/>
            <a:chExt cx="2333207" cy="635928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5B28BD4A-539A-4CD1-4300-465F2B2BEC37}"/>
                </a:ext>
              </a:extLst>
            </p:cNvPr>
            <p:cNvGrpSpPr/>
            <p:nvPr/>
          </p:nvGrpSpPr>
          <p:grpSpPr>
            <a:xfrm>
              <a:off x="9693896" y="1603989"/>
              <a:ext cx="2333207" cy="635928"/>
              <a:chOff x="10112273" y="2891965"/>
              <a:chExt cx="1920240" cy="580547"/>
            </a:xfrm>
          </p:grpSpPr>
          <p:sp>
            <p:nvSpPr>
              <p:cNvPr id="155" name="Shape 243">
                <a:extLst>
                  <a:ext uri="{FF2B5EF4-FFF2-40B4-BE49-F238E27FC236}">
                    <a16:creationId xmlns:a16="http://schemas.microsoft.com/office/drawing/2014/main" id="{EA3C2B2E-A8FB-51DB-F8D8-29F168365018}"/>
                  </a:ext>
                </a:extLst>
              </p:cNvPr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157" name="Text 241a">
                <a:extLst>
                  <a:ext uri="{FF2B5EF4-FFF2-40B4-BE49-F238E27FC236}">
                    <a16:creationId xmlns:a16="http://schemas.microsoft.com/office/drawing/2014/main" id="{2CBB1A90-E313-909C-7549-DFEF461A1400}"/>
                  </a:ext>
                </a:extLst>
              </p:cNvPr>
              <p:cNvSpPr/>
              <p:nvPr/>
            </p:nvSpPr>
            <p:spPr>
              <a:xfrm>
                <a:off x="10870434" y="2891965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REDACTED_00509</a:t>
                </a:r>
              </a:p>
            </p:txBody>
          </p:sp>
          <p:sp>
            <p:nvSpPr>
              <p:cNvPr id="159" name="Text 245a">
                <a:extLst>
                  <a:ext uri="{FF2B5EF4-FFF2-40B4-BE49-F238E27FC236}">
                    <a16:creationId xmlns:a16="http://schemas.microsoft.com/office/drawing/2014/main" id="{A42608F5-BDC1-63B9-8D2D-D33ED613A8EB}"/>
                  </a:ext>
                </a:extLst>
              </p:cNvPr>
              <p:cNvSpPr/>
              <p:nvPr/>
            </p:nvSpPr>
            <p:spPr>
              <a:xfrm>
                <a:off x="10870434" y="3026714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REDACTED_00468</a:t>
                </a:r>
              </a:p>
            </p:txBody>
          </p:sp>
          <p:sp>
            <p:nvSpPr>
              <p:cNvPr id="160" name="Shape 245a">
                <a:extLst>
                  <a:ext uri="{FF2B5EF4-FFF2-40B4-BE49-F238E27FC236}">
                    <a16:creationId xmlns:a16="http://schemas.microsoft.com/office/drawing/2014/main" id="{9CF0DAF5-3A88-4C10-2AB4-7FF926187A44}"/>
                  </a:ext>
                </a:extLst>
              </p:cNvPr>
              <p:cNvSpPr/>
              <p:nvPr/>
            </p:nvSpPr>
            <p:spPr>
              <a:xfrm>
                <a:off x="10198303" y="3237891"/>
                <a:ext cx="909585" cy="62443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accent2"/>
                </a:solidFill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162" name="Text 247a">
                <a:extLst>
                  <a:ext uri="{FF2B5EF4-FFF2-40B4-BE49-F238E27FC236}">
                    <a16:creationId xmlns:a16="http://schemas.microsoft.com/office/drawing/2014/main" id="{583B1750-53A3-4728-0604-656621A645C5}"/>
                  </a:ext>
                </a:extLst>
              </p:cNvPr>
              <p:cNvSpPr/>
              <p:nvPr/>
            </p:nvSpPr>
            <p:spPr>
              <a:xfrm>
                <a:off x="11700022" y="3289632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REDACTED_00510</a:t>
                </a:r>
              </a:p>
            </p:txBody>
          </p:sp>
        </p:grpSp>
        <p:sp>
          <p:nvSpPr>
            <p:cNvPr id="154" name="Shape 245a">
              <a:extLst>
                <a:ext uri="{FF2B5EF4-FFF2-40B4-BE49-F238E27FC236}">
                  <a16:creationId xmlns:a16="http://schemas.microsoft.com/office/drawing/2014/main" id="{4B1DAA7E-8A64-0086-F482-BA83F0F55AF1}"/>
                </a:ext>
              </a:extLst>
            </p:cNvPr>
            <p:cNvSpPr/>
            <p:nvPr/>
          </p:nvSpPr>
          <p:spPr>
            <a:xfrm>
              <a:off x="10926955" y="1983775"/>
              <a:ext cx="694800" cy="68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68" name="Text 6">
            <a:extLst>
              <a:ext uri="{FF2B5EF4-FFF2-40B4-BE49-F238E27FC236}">
                <a16:creationId xmlns:a16="http://schemas.microsoft.com/office/drawing/2014/main" id="{E180F623-E036-4911-AE9E-DBAA4468DD87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accent2"/>
                </a:solidFill>
              </a:rPr>
              <a:t>REDACTED_00038</a:t>
            </a:r>
          </a:p>
        </p:txBody>
      </p:sp>
      <p:sp>
        <p:nvSpPr>
          <p:cNvPr id="174" name="Shape 130">
            <a:extLst>
              <a:ext uri="{FF2B5EF4-FFF2-40B4-BE49-F238E27FC236}">
                <a16:creationId xmlns:a16="http://schemas.microsoft.com/office/drawing/2014/main" id="{A10C8B9F-991B-A610-CAED-C52A43EF52EB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B0D21296-9078-201F-78F9-98274EF2F410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78" name="Picture 177" descr="A black and blue logo  AI-generated content may be incorrect.">
            <a:extLst>
              <a:ext uri="{FF2B5EF4-FFF2-40B4-BE49-F238E27FC236}">
                <a16:creationId xmlns:a16="http://schemas.microsoft.com/office/drawing/2014/main" id="{A1674C76-E8EB-4FBB-C8E1-9910C8C4E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83" name="Text 211a">
            <a:extLst>
              <a:ext uri="{FF2B5EF4-FFF2-40B4-BE49-F238E27FC236}">
                <a16:creationId xmlns:a16="http://schemas.microsoft.com/office/drawing/2014/main" id="{9F78459F-532F-3CEE-B050-D122F8E3FE7F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85" name="Text 213a">
            <a:extLst>
              <a:ext uri="{FF2B5EF4-FFF2-40B4-BE49-F238E27FC236}">
                <a16:creationId xmlns:a16="http://schemas.microsoft.com/office/drawing/2014/main" id="{4FEC02CB-C5FB-2903-C9F8-C7C6869F3311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87" name="Text 218a">
            <a:extLst>
              <a:ext uri="{FF2B5EF4-FFF2-40B4-BE49-F238E27FC236}">
                <a16:creationId xmlns:a16="http://schemas.microsoft.com/office/drawing/2014/main" id="{CC865AEC-4B65-9926-6724-032CD276FDAF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91" name="Shape 229">
            <a:extLst>
              <a:ext uri="{FF2B5EF4-FFF2-40B4-BE49-F238E27FC236}">
                <a16:creationId xmlns:a16="http://schemas.microsoft.com/office/drawing/2014/main" id="{7110C3C9-5D40-A625-64F8-FD1D1C63ACE7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REDACTED_00635</a:t>
            </a:r>
          </a:p>
        </p:txBody>
      </p:sp>
      <p:sp>
        <p:nvSpPr>
          <p:cNvPr id="202" name="Shape 10">
            <a:extLst>
              <a:ext uri="{FF2B5EF4-FFF2-40B4-BE49-F238E27FC236}">
                <a16:creationId xmlns:a16="http://schemas.microsoft.com/office/drawing/2014/main" id="{7E48C7A9-A079-221C-A42D-6EB4D24A830A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5" name="Shape 32">
            <a:extLst>
              <a:ext uri="{FF2B5EF4-FFF2-40B4-BE49-F238E27FC236}">
                <a16:creationId xmlns:a16="http://schemas.microsoft.com/office/drawing/2014/main" id="{F339C34C-AEF2-E5CC-8D17-EEDEF3ADB809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7" name="Shape 32">
            <a:extLst>
              <a:ext uri="{FF2B5EF4-FFF2-40B4-BE49-F238E27FC236}">
                <a16:creationId xmlns:a16="http://schemas.microsoft.com/office/drawing/2014/main" id="{762DAF03-437D-B44A-ED25-DB2661FFAD00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9" name="Text 31">
            <a:extLst>
              <a:ext uri="{FF2B5EF4-FFF2-40B4-BE49-F238E27FC236}">
                <a16:creationId xmlns:a16="http://schemas.microsoft.com/office/drawing/2014/main" id="{1CCBCA0E-5776-C8EA-1E54-858832BD47AD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11" name="Shape 32">
            <a:extLst>
              <a:ext uri="{FF2B5EF4-FFF2-40B4-BE49-F238E27FC236}">
                <a16:creationId xmlns:a16="http://schemas.microsoft.com/office/drawing/2014/main" id="{62B8E7EB-3955-10DF-04BF-33752B515A13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3" name="Text 33">
            <a:extLst>
              <a:ext uri="{FF2B5EF4-FFF2-40B4-BE49-F238E27FC236}">
                <a16:creationId xmlns:a16="http://schemas.microsoft.com/office/drawing/2014/main" id="{2D588A6D-B125-ED9B-33DE-68B559F8E181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REDACTED_00636</a:t>
            </a:r>
          </a:p>
        </p:txBody>
      </p:sp>
      <p:sp>
        <p:nvSpPr>
          <p:cNvPr id="215" name="Text 33">
            <a:extLst>
              <a:ext uri="{FF2B5EF4-FFF2-40B4-BE49-F238E27FC236}">
                <a16:creationId xmlns:a16="http://schemas.microsoft.com/office/drawing/2014/main" id="{F4444BA1-C6F0-494E-FCBC-F188868065AE}"/>
              </a:ext>
            </a:extLst>
          </p:cNvPr>
          <p:cNvSpPr/>
          <p:nvPr/>
        </p:nvSpPr>
        <p:spPr>
          <a:xfrm>
            <a:off x="180001" y="2497416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REDACTED_00637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REDACTED_00638</a:t>
            </a:r>
            <a:endParaRPr lang="en-US" sz="800"/>
          </a:p>
        </p:txBody>
      </p:sp>
      <p:sp>
        <p:nvSpPr>
          <p:cNvPr id="217" name="Text 31">
            <a:extLst>
              <a:ext uri="{FF2B5EF4-FFF2-40B4-BE49-F238E27FC236}">
                <a16:creationId xmlns:a16="http://schemas.microsoft.com/office/drawing/2014/main" id="{DE6BC1F4-25D8-0062-116E-1D44939BCA8A}"/>
              </a:ext>
            </a:extLst>
          </p:cNvPr>
          <p:cNvSpPr/>
          <p:nvPr/>
        </p:nvSpPr>
        <p:spPr>
          <a:xfrm>
            <a:off x="180000" y="2330163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19" name="Shape 32">
            <a:extLst>
              <a:ext uri="{FF2B5EF4-FFF2-40B4-BE49-F238E27FC236}">
                <a16:creationId xmlns:a16="http://schemas.microsoft.com/office/drawing/2014/main" id="{B539DC4A-9DCB-9155-4709-A01453437D89}"/>
              </a:ext>
            </a:extLst>
          </p:cNvPr>
          <p:cNvSpPr/>
          <p:nvPr/>
        </p:nvSpPr>
        <p:spPr>
          <a:xfrm>
            <a:off x="144000" y="2449035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1" name="Shape 10">
            <a:extLst>
              <a:ext uri="{FF2B5EF4-FFF2-40B4-BE49-F238E27FC236}">
                <a16:creationId xmlns:a16="http://schemas.microsoft.com/office/drawing/2014/main" id="{FB6C1D40-27AD-2AD7-8782-A92403BA4662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5" name="Shape 16">
            <a:extLst>
              <a:ext uri="{FF2B5EF4-FFF2-40B4-BE49-F238E27FC236}">
                <a16:creationId xmlns:a16="http://schemas.microsoft.com/office/drawing/2014/main" id="{D34AC80B-D086-4996-6696-2E64EBDA60E9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REDACTED_00474</a:t>
            </a:r>
          </a:p>
        </p:txBody>
      </p:sp>
      <p:sp>
        <p:nvSpPr>
          <p:cNvPr id="227" name="Shape 16">
            <a:extLst>
              <a:ext uri="{FF2B5EF4-FFF2-40B4-BE49-F238E27FC236}">
                <a16:creationId xmlns:a16="http://schemas.microsoft.com/office/drawing/2014/main" id="{8AD79DAE-EE3A-84AA-1ECB-59BC98BB8025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REDACTED_00475</a:t>
            </a:r>
          </a:p>
        </p:txBody>
      </p:sp>
      <p:sp>
        <p:nvSpPr>
          <p:cNvPr id="229" name="Shape 16">
            <a:extLst>
              <a:ext uri="{FF2B5EF4-FFF2-40B4-BE49-F238E27FC236}">
                <a16:creationId xmlns:a16="http://schemas.microsoft.com/office/drawing/2014/main" id="{94765548-17E7-77B1-A68E-6E450235C025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REDACTED_00545</a:t>
            </a:r>
          </a:p>
        </p:txBody>
      </p:sp>
      <p:sp>
        <p:nvSpPr>
          <p:cNvPr id="231" name="Shape 16">
            <a:extLst>
              <a:ext uri="{FF2B5EF4-FFF2-40B4-BE49-F238E27FC236}">
                <a16:creationId xmlns:a16="http://schemas.microsoft.com/office/drawing/2014/main" id="{74B13F2D-DD00-BA6A-EBE7-1B77471DAD62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REDACTED_00477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E0AF33A3-0741-F053-F579-B5AA49790593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REDACTED_00078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648E32E2-2B82-A952-16EC-8D66A6CDDEE2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REDACTED_00079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1AD1F744-0CDF-D7EE-FFC0-3F3F002EE9A6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REDACTED_00080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0A060508-A822-2255-480A-A8ACA071DF23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REDACTED_00081</a:t>
            </a:r>
          </a:p>
        </p:txBody>
      </p: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38E5EB90-49AA-C295-A83F-5EE137446E3D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76" name="Shape 37">
              <a:extLst>
                <a:ext uri="{FF2B5EF4-FFF2-40B4-BE49-F238E27FC236}">
                  <a16:creationId xmlns:a16="http://schemas.microsoft.com/office/drawing/2014/main" id="{E8EB5B4C-5208-8D35-5753-4E5FED6D9C66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7" name="Shape 38">
              <a:extLst>
                <a:ext uri="{FF2B5EF4-FFF2-40B4-BE49-F238E27FC236}">
                  <a16:creationId xmlns:a16="http://schemas.microsoft.com/office/drawing/2014/main" id="{29D7F9D4-48D5-B855-D784-DDF603981761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8" name="Text 39">
              <a:extLst>
                <a:ext uri="{FF2B5EF4-FFF2-40B4-BE49-F238E27FC236}">
                  <a16:creationId xmlns:a16="http://schemas.microsoft.com/office/drawing/2014/main" id="{F9A05882-5569-662A-E66D-C99824BABA15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REDACTED_00639</a:t>
              </a:r>
              <a:endParaRPr lang="en-US" sz="800"/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8DB21C9C-8694-32F3-4DB5-54EF022CA440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80" name="Shape 37">
              <a:extLst>
                <a:ext uri="{FF2B5EF4-FFF2-40B4-BE49-F238E27FC236}">
                  <a16:creationId xmlns:a16="http://schemas.microsoft.com/office/drawing/2014/main" id="{5F5AE84F-3E24-4CEF-7CA6-0561685A0F4C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1" name="Shape 38">
              <a:extLst>
                <a:ext uri="{FF2B5EF4-FFF2-40B4-BE49-F238E27FC236}">
                  <a16:creationId xmlns:a16="http://schemas.microsoft.com/office/drawing/2014/main" id="{13946D71-F8AC-93B0-4529-403A249AFAFF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2" name="Text 39">
              <a:extLst>
                <a:ext uri="{FF2B5EF4-FFF2-40B4-BE49-F238E27FC236}">
                  <a16:creationId xmlns:a16="http://schemas.microsoft.com/office/drawing/2014/main" id="{FED6E3A9-C198-1821-AB62-45F8046D446E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REDACTED_00640</a:t>
              </a:r>
              <a:endParaRPr lang="en-US" sz="800"/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0FBFFBEF-5284-131B-7873-FA1A1E8AFEBF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84" name="Shape 37">
              <a:extLst>
                <a:ext uri="{FF2B5EF4-FFF2-40B4-BE49-F238E27FC236}">
                  <a16:creationId xmlns:a16="http://schemas.microsoft.com/office/drawing/2014/main" id="{92807D18-FD55-D0D6-229A-9C226473B58B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5" name="Shape 38">
              <a:extLst>
                <a:ext uri="{FF2B5EF4-FFF2-40B4-BE49-F238E27FC236}">
                  <a16:creationId xmlns:a16="http://schemas.microsoft.com/office/drawing/2014/main" id="{C77DE019-598A-8DB5-6F8C-2520D2207F0C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6" name="Text 39">
              <a:extLst>
                <a:ext uri="{FF2B5EF4-FFF2-40B4-BE49-F238E27FC236}">
                  <a16:creationId xmlns:a16="http://schemas.microsoft.com/office/drawing/2014/main" id="{3C94721B-8745-ED72-38BB-41F659E5238D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REDACTED_00641</a:t>
              </a:r>
              <a:endParaRPr lang="en-US" sz="800"/>
            </a:p>
          </p:txBody>
        </p:sp>
      </p:grpSp>
      <p:sp>
        <p:nvSpPr>
          <p:cNvPr id="287" name="Shape 229">
            <a:extLst>
              <a:ext uri="{FF2B5EF4-FFF2-40B4-BE49-F238E27FC236}">
                <a16:creationId xmlns:a16="http://schemas.microsoft.com/office/drawing/2014/main" id="{C926013E-8EF0-B02C-C913-AB73E2B16675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REDACTED_00082</a:t>
            </a:r>
          </a:p>
        </p:txBody>
      </p:sp>
      <p:sp>
        <p:nvSpPr>
          <p:cNvPr id="289" name="Shape 46">
            <a:extLst>
              <a:ext uri="{FF2B5EF4-FFF2-40B4-BE49-F238E27FC236}">
                <a16:creationId xmlns:a16="http://schemas.microsoft.com/office/drawing/2014/main" id="{D60DD95A-55AA-0AAB-FBCE-C67B036EA786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EAA58534-F0F7-6E15-83FA-CCD5188B6E1D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5" name="Text 35">
            <a:extLst>
              <a:ext uri="{FF2B5EF4-FFF2-40B4-BE49-F238E27FC236}">
                <a16:creationId xmlns:a16="http://schemas.microsoft.com/office/drawing/2014/main" id="{7FB2E5B9-D0B5-80C1-A5EA-46FBD494C626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07" name="Shape 36">
            <a:extLst>
              <a:ext uri="{FF2B5EF4-FFF2-40B4-BE49-F238E27FC236}">
                <a16:creationId xmlns:a16="http://schemas.microsoft.com/office/drawing/2014/main" id="{F08F7AE4-B5D5-BFA6-2111-28EBEBE4F301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9" name="Shape 36">
            <a:extLst>
              <a:ext uri="{FF2B5EF4-FFF2-40B4-BE49-F238E27FC236}">
                <a16:creationId xmlns:a16="http://schemas.microsoft.com/office/drawing/2014/main" id="{279BD0AA-B685-A068-552F-85A525D14A91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1" name="Text 35">
            <a:extLst>
              <a:ext uri="{FF2B5EF4-FFF2-40B4-BE49-F238E27FC236}">
                <a16:creationId xmlns:a16="http://schemas.microsoft.com/office/drawing/2014/main" id="{BB9DCA68-6A04-FFB5-AB4C-CA1338BE814F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122998-C26C-D6BF-A49F-9976FF2D1266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F55A2D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REDACTED_00642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REDACTED_00643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REDACTED_00644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08014F-3F43-687D-BFE7-D101566A7F91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55A2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REDACTED_00645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REDACTED_00646</a:t>
            </a:r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C62BED57-BBB0-0CCD-4FA4-8FC3999B8836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3A952AEB-EC87-B95C-44B6-E8683AAC598A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1" name="Shape 36">
            <a:extLst>
              <a:ext uri="{FF2B5EF4-FFF2-40B4-BE49-F238E27FC236}">
                <a16:creationId xmlns:a16="http://schemas.microsoft.com/office/drawing/2014/main" id="{15B22516-38E5-ED3C-C93D-5182FC1C3423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C05AD1B9-EA01-D292-9587-5933487B0235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19954ED6-97C8-FD37-E2AE-C1EDE332FA64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E3E3CF2-A105-B8D3-2317-A01929AAB26A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47" name="PersonIcon">
              <a:extLst>
                <a:ext uri="{FF2B5EF4-FFF2-40B4-BE49-F238E27FC236}">
                  <a16:creationId xmlns:a16="http://schemas.microsoft.com/office/drawing/2014/main" id="{1CDB1DEB-5CCC-32FF-47BA-00AF1479E714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Text 107">
              <a:extLst>
                <a:ext uri="{FF2B5EF4-FFF2-40B4-BE49-F238E27FC236}">
                  <a16:creationId xmlns:a16="http://schemas.microsoft.com/office/drawing/2014/main" id="{036DEF29-6AFA-4BE3-ED5A-7ACF218A8321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49" name="Text 108">
              <a:extLst>
                <a:ext uri="{FF2B5EF4-FFF2-40B4-BE49-F238E27FC236}">
                  <a16:creationId xmlns:a16="http://schemas.microsoft.com/office/drawing/2014/main" id="{109B50B2-EC09-9021-EEAC-F96585531826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REDACTED_00004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6469A3A-5B46-3874-6FBA-2AE4CD59A63B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58" name="BuildingIcon">
              <a:extLst>
                <a:ext uri="{FF2B5EF4-FFF2-40B4-BE49-F238E27FC236}">
                  <a16:creationId xmlns:a16="http://schemas.microsoft.com/office/drawing/2014/main" id="{8CB1BF82-020F-E515-D2B5-304F4D510D96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7" name="Text 109">
              <a:extLst>
                <a:ext uri="{FF2B5EF4-FFF2-40B4-BE49-F238E27FC236}">
                  <a16:creationId xmlns:a16="http://schemas.microsoft.com/office/drawing/2014/main" id="{8CAFF60F-2D91-A6A5-0E0E-54279029617D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68" name="Text 110">
              <a:extLst>
                <a:ext uri="{FF2B5EF4-FFF2-40B4-BE49-F238E27FC236}">
                  <a16:creationId xmlns:a16="http://schemas.microsoft.com/office/drawing/2014/main" id="{84EE9057-FB5A-CAB2-7078-9967AB57FE3C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REDACTED_00351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59A47B8-EB5D-7435-5D2A-9EF0AF4D0D10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70" name="GradCapIcon">
              <a:extLst>
                <a:ext uri="{FF2B5EF4-FFF2-40B4-BE49-F238E27FC236}">
                  <a16:creationId xmlns:a16="http://schemas.microsoft.com/office/drawing/2014/main" id="{8427031F-7C58-2030-0AE6-F852EC1812EF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rgbClr val="F55A2D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5" name="Text 111">
              <a:extLst>
                <a:ext uri="{FF2B5EF4-FFF2-40B4-BE49-F238E27FC236}">
                  <a16:creationId xmlns:a16="http://schemas.microsoft.com/office/drawing/2014/main" id="{BD22C513-1C25-92CD-D353-452D575E77EC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76" name="Text 112">
              <a:extLst>
                <a:ext uri="{FF2B5EF4-FFF2-40B4-BE49-F238E27FC236}">
                  <a16:creationId xmlns:a16="http://schemas.microsoft.com/office/drawing/2014/main" id="{297FC67B-68A5-3960-54E5-191E5EEE11F8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REDACTED_00258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2A03F9D-0642-EE1F-59E4-A083006A1F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</p:spPr>
      </p:pic>
      <p:sp>
        <p:nvSpPr>
          <p:cNvPr id="5" name="Text 8">
            <a:extLst>
              <a:ext uri="{FF2B5EF4-FFF2-40B4-BE49-F238E27FC236}">
                <a16:creationId xmlns:a16="http://schemas.microsoft.com/office/drawing/2014/main" id="{436618FF-9638-7AFB-6EBA-8B2B83CA356F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accent2"/>
                </a:solidFill>
              </a:rPr>
              <a:t>REDACTED_00097</a:t>
            </a:r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C5D5FA03-7B94-72F2-3FF0-9318DDB919E7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REDACTED_00489</a:t>
            </a:r>
          </a:p>
          <a:p>
            <a:r>
              <a:rPr lang="en-US" sz="650">
                <a:solidFill>
                  <a:srgbClr val="444444"/>
                </a:solidFill>
              </a:rPr>
              <a:t>REDACTED_00490</a:t>
            </a: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6C3C4D0D-009F-9943-2DB3-2F5E4CDC1386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6D36033E-F9A2-E1C9-ABDC-A126B6051D0B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REDACTED_00647</a:t>
            </a:r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4B8FE8D4-DF6D-804F-CD29-CA12160A65ED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REDACTED_00648</a:t>
            </a:r>
          </a:p>
        </p:txBody>
      </p:sp>
      <p:sp>
        <p:nvSpPr>
          <p:cNvPr id="13" name="Text 23">
            <a:extLst>
              <a:ext uri="{FF2B5EF4-FFF2-40B4-BE49-F238E27FC236}">
                <a16:creationId xmlns:a16="http://schemas.microsoft.com/office/drawing/2014/main" id="{64817368-1018-C41F-D236-99D308FB2015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REDACTED_00649</a:t>
            </a:r>
            <a:r>
              <a:rPr lang="en-US" sz="650" err="1">
                <a:solidFill>
                  <a:srgbClr val="444444"/>
                </a:solidFill>
              </a:rPr>
              <a:t>REDACTED_00650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15" name="Text 28">
            <a:extLst>
              <a:ext uri="{FF2B5EF4-FFF2-40B4-BE49-F238E27FC236}">
                <a16:creationId xmlns:a16="http://schemas.microsoft.com/office/drawing/2014/main" id="{F8F056D7-6417-A078-5767-C291C7BEFB3C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REDACTED_00651</a:t>
            </a:r>
          </a:p>
        </p:txBody>
      </p:sp>
      <p:sp>
        <p:nvSpPr>
          <p:cNvPr id="17" name="Text 32">
            <a:extLst>
              <a:ext uri="{FF2B5EF4-FFF2-40B4-BE49-F238E27FC236}">
                <a16:creationId xmlns:a16="http://schemas.microsoft.com/office/drawing/2014/main" id="{E59795CB-7718-2A3A-53FD-52805B6C7C2F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REDACTED_00495</a:t>
            </a:r>
          </a:p>
          <a:p>
            <a:r>
              <a:rPr lang="en-US" sz="650">
                <a:solidFill>
                  <a:srgbClr val="444444"/>
                </a:solidFill>
              </a:rPr>
              <a:t>REDACTED_00496</a:t>
            </a:r>
          </a:p>
        </p:txBody>
      </p:sp>
      <p:sp>
        <p:nvSpPr>
          <p:cNvPr id="19" name="Shape 188">
            <a:extLst>
              <a:ext uri="{FF2B5EF4-FFF2-40B4-BE49-F238E27FC236}">
                <a16:creationId xmlns:a16="http://schemas.microsoft.com/office/drawing/2014/main" id="{7F15C3A9-E1C3-FA01-C381-EC3184A93D34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89">
            <a:extLst>
              <a:ext uri="{FF2B5EF4-FFF2-40B4-BE49-F238E27FC236}">
                <a16:creationId xmlns:a16="http://schemas.microsoft.com/office/drawing/2014/main" id="{8B5A9A4E-951C-5A3E-A190-0A7B229434B0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111600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190">
            <a:extLst>
              <a:ext uri="{FF2B5EF4-FFF2-40B4-BE49-F238E27FC236}">
                <a16:creationId xmlns:a16="http://schemas.microsoft.com/office/drawing/2014/main" id="{72441C1E-35F8-24F1-8EDB-EA481B49C619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5" name="Shape 206">
            <a:extLst>
              <a:ext uri="{FF2B5EF4-FFF2-40B4-BE49-F238E27FC236}">
                <a16:creationId xmlns:a16="http://schemas.microsoft.com/office/drawing/2014/main" id="{D5B69AB7-7A84-E672-38E8-111BA58A6C7F}"/>
              </a:ext>
            </a:extLst>
          </p:cNvPr>
          <p:cNvSpPr>
            <a:spLocks/>
          </p:cNvSpPr>
          <p:nvPr/>
        </p:nvSpPr>
        <p:spPr>
          <a:xfrm>
            <a:off x="9986549" y="3368177"/>
            <a:ext cx="396000" cy="3960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" name="Shape 210">
            <a:extLst>
              <a:ext uri="{FF2B5EF4-FFF2-40B4-BE49-F238E27FC236}">
                <a16:creationId xmlns:a16="http://schemas.microsoft.com/office/drawing/2014/main" id="{E206DFCE-8688-2205-D9BA-9118F56D20C7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Text 191">
            <a:extLst>
              <a:ext uri="{FF2B5EF4-FFF2-40B4-BE49-F238E27FC236}">
                <a16:creationId xmlns:a16="http://schemas.microsoft.com/office/drawing/2014/main" id="{9BFEE02C-6D81-5C94-7B87-F48D867C5AA9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REDACTED_00051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31" name="Shape 202">
            <a:extLst>
              <a:ext uri="{FF2B5EF4-FFF2-40B4-BE49-F238E27FC236}">
                <a16:creationId xmlns:a16="http://schemas.microsoft.com/office/drawing/2014/main" id="{1B087544-4E47-B2F7-8871-3DEE6CF45DFD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Text 207">
            <a:extLst>
              <a:ext uri="{FF2B5EF4-FFF2-40B4-BE49-F238E27FC236}">
                <a16:creationId xmlns:a16="http://schemas.microsoft.com/office/drawing/2014/main" id="{59E4BBD6-D965-5374-2C0A-9880066D62C0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REDACTED_00053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40" name="Text 211">
            <a:extLst>
              <a:ext uri="{FF2B5EF4-FFF2-40B4-BE49-F238E27FC236}">
                <a16:creationId xmlns:a16="http://schemas.microsoft.com/office/drawing/2014/main" id="{72F16B2D-7046-6D8E-871B-16BA5745A9EF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REDACTED_00057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44" name="Text 203">
            <a:extLst>
              <a:ext uri="{FF2B5EF4-FFF2-40B4-BE49-F238E27FC236}">
                <a16:creationId xmlns:a16="http://schemas.microsoft.com/office/drawing/2014/main" id="{608555BF-2345-C24A-2303-79266CC4F934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78" name="Shape 202">
            <a:extLst>
              <a:ext uri="{FF2B5EF4-FFF2-40B4-BE49-F238E27FC236}">
                <a16:creationId xmlns:a16="http://schemas.microsoft.com/office/drawing/2014/main" id="{4810BD53-C5BA-A32C-0B22-8FB0D72CD32E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0" name="Text 207">
            <a:extLst>
              <a:ext uri="{FF2B5EF4-FFF2-40B4-BE49-F238E27FC236}">
                <a16:creationId xmlns:a16="http://schemas.microsoft.com/office/drawing/2014/main" id="{600398FE-0D05-133B-6350-8A103D644C78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REDACTED_00090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82" name="Text 194">
            <a:extLst>
              <a:ext uri="{FF2B5EF4-FFF2-40B4-BE49-F238E27FC236}">
                <a16:creationId xmlns:a16="http://schemas.microsoft.com/office/drawing/2014/main" id="{1125194A-0299-D410-16F0-BF7B97922C8B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3"/>
                </a:solidFill>
              </a:rPr>
              <a:t>REDACTED_00497</a:t>
            </a:r>
          </a:p>
        </p:txBody>
      </p:sp>
      <p:sp>
        <p:nvSpPr>
          <p:cNvPr id="84" name="Shape 198">
            <a:extLst>
              <a:ext uri="{FF2B5EF4-FFF2-40B4-BE49-F238E27FC236}">
                <a16:creationId xmlns:a16="http://schemas.microsoft.com/office/drawing/2014/main" id="{48A4D92C-6628-2AFD-0D57-FBA2E8920848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6" name="Text 199">
            <a:extLst>
              <a:ext uri="{FF2B5EF4-FFF2-40B4-BE49-F238E27FC236}">
                <a16:creationId xmlns:a16="http://schemas.microsoft.com/office/drawing/2014/main" id="{F11FA8D7-99EF-F2C8-ADDA-5F0538A076C0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F55A2D"/>
                </a:solidFill>
              </a:rPr>
              <a:t>REDACTED_00052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ECCE8350-3281-1402-1240-1270CBC0A9E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250" t="22534" r="13064" b="48427"/>
          <a:stretch>
            <a:fillRect/>
          </a:stretch>
        </p:blipFill>
        <p:spPr>
          <a:xfrm>
            <a:off x="92957" y="6455766"/>
            <a:ext cx="1495496" cy="3482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89">
            <a:extLst>
              <a:ext uri="{FF2B5EF4-FFF2-40B4-BE49-F238E27FC236}">
                <a16:creationId xmlns:a16="http://schemas.microsoft.com/office/drawing/2014/main" id="{8FB0B76E-2AED-18B4-2C37-F39A080A0CDB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25615" b="-25615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9" name="Shape 9">
            <a:extLst>
              <a:ext uri="{FF2B5EF4-FFF2-40B4-BE49-F238E27FC236}">
                <a16:creationId xmlns:a16="http://schemas.microsoft.com/office/drawing/2014/main" id="{7DB6F283-5ACD-A19F-6832-E46333DF8C0C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4" name="Shape 46">
            <a:extLst>
              <a:ext uri="{FF2B5EF4-FFF2-40B4-BE49-F238E27FC236}">
                <a16:creationId xmlns:a16="http://schemas.microsoft.com/office/drawing/2014/main" id="{20C8BDC9-7114-FDF6-C785-038DBFF61237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7" name="Shape 46">
            <a:extLst>
              <a:ext uri="{FF2B5EF4-FFF2-40B4-BE49-F238E27FC236}">
                <a16:creationId xmlns:a16="http://schemas.microsoft.com/office/drawing/2014/main" id="{16562934-9D4E-BE0B-22DA-022AAD1CF5F3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6" name="Shape 105">
            <a:extLst>
              <a:ext uri="{FF2B5EF4-FFF2-40B4-BE49-F238E27FC236}">
                <a16:creationId xmlns:a16="http://schemas.microsoft.com/office/drawing/2014/main" id="{356CD891-4294-4B85-A751-8B174F604416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3" name="Shape 13">
            <a:extLst>
              <a:ext uri="{FF2B5EF4-FFF2-40B4-BE49-F238E27FC236}">
                <a16:creationId xmlns:a16="http://schemas.microsoft.com/office/drawing/2014/main" id="{2210C048-D107-C62F-2F52-D4456A2ADDC9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1" name="Shape 13">
            <a:extLst>
              <a:ext uri="{FF2B5EF4-FFF2-40B4-BE49-F238E27FC236}">
                <a16:creationId xmlns:a16="http://schemas.microsoft.com/office/drawing/2014/main" id="{A0F4B37E-25CF-6E71-833E-49C30CB9E887}"/>
              </a:ext>
            </a:extLst>
          </p:cNvPr>
          <p:cNvSpPr/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1" name="Shape 229">
            <a:extLst>
              <a:ext uri="{FF2B5EF4-FFF2-40B4-BE49-F238E27FC236}">
                <a16:creationId xmlns:a16="http://schemas.microsoft.com/office/drawing/2014/main" id="{72E532E5-3144-B202-FB29-A96B642BDE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1" name="Shape 229">
            <a:extLst>
              <a:ext uri="{FF2B5EF4-FFF2-40B4-BE49-F238E27FC236}">
                <a16:creationId xmlns:a16="http://schemas.microsoft.com/office/drawing/2014/main" id="{B95E33A9-2B66-4A83-0866-A36B3B9831F5}"/>
              </a:ext>
            </a:extLst>
          </p:cNvPr>
          <p:cNvSpPr/>
          <p:nvPr/>
        </p:nvSpPr>
        <p:spPr>
          <a:xfrm>
            <a:off x="6728368" y="8266983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Shape 46">
            <a:extLst>
              <a:ext uri="{FF2B5EF4-FFF2-40B4-BE49-F238E27FC236}">
                <a16:creationId xmlns:a16="http://schemas.microsoft.com/office/drawing/2014/main" id="{D1E4F24D-6A1B-8B35-8FAF-B1B64C5B89A9}"/>
              </a:ext>
            </a:extLst>
          </p:cNvPr>
          <p:cNvSpPr/>
          <p:nvPr/>
        </p:nvSpPr>
        <p:spPr>
          <a:xfrm>
            <a:off x="3706263" y="8266983"/>
            <a:ext cx="2970319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82434A1-0998-B649-D791-9A53A527A1ED}"/>
              </a:ext>
            </a:extLst>
          </p:cNvPr>
          <p:cNvSpPr txBox="1"/>
          <p:nvPr/>
        </p:nvSpPr>
        <p:spPr>
          <a:xfrm>
            <a:off x="6828368" y="8366983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78E9B2-04FE-3791-1351-42872C184830}"/>
              </a:ext>
            </a:extLst>
          </p:cNvPr>
          <p:cNvSpPr txBox="1"/>
          <p:nvPr/>
        </p:nvSpPr>
        <p:spPr>
          <a:xfrm>
            <a:off x="3806263" y="8366983"/>
            <a:ext cx="2765448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REDACTED_00652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REDACTED_00653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REDACTED_00654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FA70A32-FB3D-A6B0-BC01-74CEC6E84504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1" name="Text 2">
            <a:extLst>
              <a:ext uri="{FF2B5EF4-FFF2-40B4-BE49-F238E27FC236}">
                <a16:creationId xmlns:a16="http://schemas.microsoft.com/office/drawing/2014/main" id="{82D782F4-02B6-876B-C7A7-2E3A7E94B671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outerShdw blurRad="4445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dkEdge"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  <a:latin typeface="Inter"/>
              </a:rPr>
              <a:t>REDACTED_00655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385D7E0-45DA-4090-0F88-192A254A6E6B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11BE670-4C5B-D882-412F-6FB572A7C105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100" b="1">
                  <a:solidFill>
                    <a:srgbClr val="F55A2D"/>
                  </a:solidFill>
                </a:defRPr>
              </a:lvl1pPr>
            </a:lstStyle>
            <a:p>
              <a:r>
                <a:rPr lang="en-US"/>
                <a:t>REDACTED_00656</a:t>
              </a:r>
            </a:p>
          </p:txBody>
        </p:sp>
        <p:sp>
          <p:nvSpPr>
            <p:cNvPr id="94" name="Text 4">
              <a:extLst>
                <a:ext uri="{FF2B5EF4-FFF2-40B4-BE49-F238E27FC236}">
                  <a16:creationId xmlns:a16="http://schemas.microsoft.com/office/drawing/2014/main" id="{BB4B3B2D-6F5F-56EB-D991-F3933DBC06F8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2"/>
                  </a:solidFill>
                </a:rPr>
                <a:t>REDACTED_00461</a:t>
              </a:r>
            </a:p>
          </p:txBody>
        </p:sp>
      </p:grpSp>
      <p:sp>
        <p:nvSpPr>
          <p:cNvPr id="96" name="Shape 5">
            <a:extLst>
              <a:ext uri="{FF2B5EF4-FFF2-40B4-BE49-F238E27FC236}">
                <a16:creationId xmlns:a16="http://schemas.microsoft.com/office/drawing/2014/main" id="{298C2A55-1545-1E43-5D86-34253723FF4C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3"/>
              </a:solidFill>
            </a:endParaRPr>
          </a:p>
        </p:txBody>
      </p:sp>
      <p:sp>
        <p:nvSpPr>
          <p:cNvPr id="97" name="Text 6">
            <a:extLst>
              <a:ext uri="{FF2B5EF4-FFF2-40B4-BE49-F238E27FC236}">
                <a16:creationId xmlns:a16="http://schemas.microsoft.com/office/drawing/2014/main" id="{6BB9BBBC-EBE1-4C60-30C2-65AD7FA93141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2"/>
                </a:solidFill>
              </a:rPr>
              <a:t>REDACTED_00607</a:t>
            </a:r>
            <a:endParaRPr lang="en-US" sz="900">
              <a:solidFill>
                <a:schemeClr val="accent2"/>
              </a:solidFill>
            </a:endParaRPr>
          </a:p>
        </p:txBody>
      </p:sp>
      <p:sp>
        <p:nvSpPr>
          <p:cNvPr id="123" name="Shape 10">
            <a:extLst>
              <a:ext uri="{FF2B5EF4-FFF2-40B4-BE49-F238E27FC236}">
                <a16:creationId xmlns:a16="http://schemas.microsoft.com/office/drawing/2014/main" id="{B8D4EB0A-32F8-34BF-11FA-4A97D6BE107D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7" name="Text 11">
            <a:extLst>
              <a:ext uri="{FF2B5EF4-FFF2-40B4-BE49-F238E27FC236}">
                <a16:creationId xmlns:a16="http://schemas.microsoft.com/office/drawing/2014/main" id="{DEC80717-FF32-EB51-B3EF-0E6D36B4716C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31" name="Text 12">
            <a:extLst>
              <a:ext uri="{FF2B5EF4-FFF2-40B4-BE49-F238E27FC236}">
                <a16:creationId xmlns:a16="http://schemas.microsoft.com/office/drawing/2014/main" id="{01F1C106-187C-C587-AE89-29B69C360F25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REDACTED_00657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REDACTED_00658</a:t>
            </a:r>
            <a:endParaRPr lang="en-US" sz="800"/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C0F42695-AAA4-E2DC-E0C4-75FAFF367A9C}"/>
              </a:ext>
            </a:extLst>
          </p:cNvPr>
          <p:cNvGrpSpPr/>
          <p:nvPr/>
        </p:nvGrpSpPr>
        <p:grpSpPr>
          <a:xfrm>
            <a:off x="9770789" y="1533598"/>
            <a:ext cx="2333207" cy="635929"/>
            <a:chOff x="9693896" y="1603989"/>
            <a:chExt cx="2333207" cy="63592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3071D48A-52D5-092D-414B-36539C4532E5}"/>
                </a:ext>
              </a:extLst>
            </p:cNvPr>
            <p:cNvGrpSpPr/>
            <p:nvPr/>
          </p:nvGrpSpPr>
          <p:grpSpPr>
            <a:xfrm>
              <a:off x="9693896" y="1603989"/>
              <a:ext cx="2333207" cy="635929"/>
              <a:chOff x="10112273" y="2891965"/>
              <a:chExt cx="1920240" cy="580548"/>
            </a:xfrm>
          </p:grpSpPr>
          <p:sp>
            <p:nvSpPr>
              <p:cNvPr id="155" name="Shape 243">
                <a:extLst>
                  <a:ext uri="{FF2B5EF4-FFF2-40B4-BE49-F238E27FC236}">
                    <a16:creationId xmlns:a16="http://schemas.microsoft.com/office/drawing/2014/main" id="{254B56D7-7FC9-DBB6-C4EE-7092778ADA56}"/>
                  </a:ext>
                </a:extLst>
              </p:cNvPr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157" name="Text 241a">
                <a:extLst>
                  <a:ext uri="{FF2B5EF4-FFF2-40B4-BE49-F238E27FC236}">
                    <a16:creationId xmlns:a16="http://schemas.microsoft.com/office/drawing/2014/main" id="{04FEF037-F9A3-86B8-F80C-93D7763F0A0E}"/>
                  </a:ext>
                </a:extLst>
              </p:cNvPr>
              <p:cNvSpPr/>
              <p:nvPr/>
            </p:nvSpPr>
            <p:spPr>
              <a:xfrm>
                <a:off x="10870434" y="2891965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REDACTED_00509</a:t>
                </a:r>
              </a:p>
            </p:txBody>
          </p:sp>
          <p:sp>
            <p:nvSpPr>
              <p:cNvPr id="159" name="Text 245a">
                <a:extLst>
                  <a:ext uri="{FF2B5EF4-FFF2-40B4-BE49-F238E27FC236}">
                    <a16:creationId xmlns:a16="http://schemas.microsoft.com/office/drawing/2014/main" id="{56590539-FB58-D082-6EF7-2BF036102A3F}"/>
                  </a:ext>
                </a:extLst>
              </p:cNvPr>
              <p:cNvSpPr/>
              <p:nvPr/>
            </p:nvSpPr>
            <p:spPr>
              <a:xfrm>
                <a:off x="10870434" y="3026714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REDACTED_00468</a:t>
                </a:r>
              </a:p>
            </p:txBody>
          </p:sp>
          <p:sp>
            <p:nvSpPr>
              <p:cNvPr id="160" name="Shape 245a">
                <a:extLst>
                  <a:ext uri="{FF2B5EF4-FFF2-40B4-BE49-F238E27FC236}">
                    <a16:creationId xmlns:a16="http://schemas.microsoft.com/office/drawing/2014/main" id="{1DD0057F-1A8B-5AB5-FB70-4A8C34B642C4}"/>
                  </a:ext>
                </a:extLst>
              </p:cNvPr>
              <p:cNvSpPr/>
              <p:nvPr/>
            </p:nvSpPr>
            <p:spPr>
              <a:xfrm>
                <a:off x="10198303" y="3237891"/>
                <a:ext cx="909585" cy="62443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accent2"/>
                </a:solidFill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162" name="Text 247a">
                <a:extLst>
                  <a:ext uri="{FF2B5EF4-FFF2-40B4-BE49-F238E27FC236}">
                    <a16:creationId xmlns:a16="http://schemas.microsoft.com/office/drawing/2014/main" id="{FB9FCE26-376B-09FE-0A76-5821D3B4B7E6}"/>
                  </a:ext>
                </a:extLst>
              </p:cNvPr>
              <p:cNvSpPr/>
              <p:nvPr/>
            </p:nvSpPr>
            <p:spPr>
              <a:xfrm>
                <a:off x="11700022" y="3289633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REDACTED_00510</a:t>
                </a:r>
              </a:p>
            </p:txBody>
          </p:sp>
        </p:grpSp>
        <p:sp>
          <p:nvSpPr>
            <p:cNvPr id="154" name="Shape 245a">
              <a:extLst>
                <a:ext uri="{FF2B5EF4-FFF2-40B4-BE49-F238E27FC236}">
                  <a16:creationId xmlns:a16="http://schemas.microsoft.com/office/drawing/2014/main" id="{739EE44F-14FD-4B27-8EBD-4E93182191EB}"/>
                </a:ext>
              </a:extLst>
            </p:cNvPr>
            <p:cNvSpPr/>
            <p:nvPr/>
          </p:nvSpPr>
          <p:spPr>
            <a:xfrm>
              <a:off x="10926955" y="1983775"/>
              <a:ext cx="694800" cy="68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68" name="Text 6">
            <a:extLst>
              <a:ext uri="{FF2B5EF4-FFF2-40B4-BE49-F238E27FC236}">
                <a16:creationId xmlns:a16="http://schemas.microsoft.com/office/drawing/2014/main" id="{EF51BE16-87B4-710D-7517-100CD2F5F407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74" name="Shape 130">
            <a:extLst>
              <a:ext uri="{FF2B5EF4-FFF2-40B4-BE49-F238E27FC236}">
                <a16:creationId xmlns:a16="http://schemas.microsoft.com/office/drawing/2014/main" id="{F01BCD10-8BF7-8163-C262-C2F912FFEFB5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A712935C-A222-EDD0-BF1D-DE3F6903568A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78" name="Picture 177" descr="A black and blue logo  AI-generated content may be incorrect.">
            <a:extLst>
              <a:ext uri="{FF2B5EF4-FFF2-40B4-BE49-F238E27FC236}">
                <a16:creationId xmlns:a16="http://schemas.microsoft.com/office/drawing/2014/main" id="{950C0902-6900-28C4-5E7B-8DF8CFA6B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83" name="Text 211a">
            <a:extLst>
              <a:ext uri="{FF2B5EF4-FFF2-40B4-BE49-F238E27FC236}">
                <a16:creationId xmlns:a16="http://schemas.microsoft.com/office/drawing/2014/main" id="{95155A80-DF94-2268-A7B9-6F98BA668FF4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85" name="Text 213a">
            <a:extLst>
              <a:ext uri="{FF2B5EF4-FFF2-40B4-BE49-F238E27FC236}">
                <a16:creationId xmlns:a16="http://schemas.microsoft.com/office/drawing/2014/main" id="{79BA8B19-84EA-6DFC-FF74-075BBD61871E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87" name="Text 218a">
            <a:extLst>
              <a:ext uri="{FF2B5EF4-FFF2-40B4-BE49-F238E27FC236}">
                <a16:creationId xmlns:a16="http://schemas.microsoft.com/office/drawing/2014/main" id="{0A72D1DE-7630-1F41-8D84-A61B57F7C52C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91" name="Shape 229">
            <a:extLst>
              <a:ext uri="{FF2B5EF4-FFF2-40B4-BE49-F238E27FC236}">
                <a16:creationId xmlns:a16="http://schemas.microsoft.com/office/drawing/2014/main" id="{E9436413-18E3-E133-45C5-58B2D936B8D8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REDACTED_00659</a:t>
            </a:r>
          </a:p>
        </p:txBody>
      </p:sp>
      <p:sp>
        <p:nvSpPr>
          <p:cNvPr id="202" name="Shape 10">
            <a:extLst>
              <a:ext uri="{FF2B5EF4-FFF2-40B4-BE49-F238E27FC236}">
                <a16:creationId xmlns:a16="http://schemas.microsoft.com/office/drawing/2014/main" id="{48308246-BEA7-11AF-2C58-BDE2775C31B7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5" name="Shape 32">
            <a:extLst>
              <a:ext uri="{FF2B5EF4-FFF2-40B4-BE49-F238E27FC236}">
                <a16:creationId xmlns:a16="http://schemas.microsoft.com/office/drawing/2014/main" id="{86D87173-1CA2-9F1A-C663-50D4EBEFF0CB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7" name="Shape 32">
            <a:extLst>
              <a:ext uri="{FF2B5EF4-FFF2-40B4-BE49-F238E27FC236}">
                <a16:creationId xmlns:a16="http://schemas.microsoft.com/office/drawing/2014/main" id="{51548352-B643-768D-FED2-B3862E7C8CB7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9" name="Text 31">
            <a:extLst>
              <a:ext uri="{FF2B5EF4-FFF2-40B4-BE49-F238E27FC236}">
                <a16:creationId xmlns:a16="http://schemas.microsoft.com/office/drawing/2014/main" id="{B17F6880-754E-92B0-9362-DFDC73C2A958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11" name="Shape 32">
            <a:extLst>
              <a:ext uri="{FF2B5EF4-FFF2-40B4-BE49-F238E27FC236}">
                <a16:creationId xmlns:a16="http://schemas.microsoft.com/office/drawing/2014/main" id="{1686F8CD-8268-A8AC-5F93-2D97DEA7A512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3" name="Text 33">
            <a:extLst>
              <a:ext uri="{FF2B5EF4-FFF2-40B4-BE49-F238E27FC236}">
                <a16:creationId xmlns:a16="http://schemas.microsoft.com/office/drawing/2014/main" id="{00C4EB44-46CB-D00E-DC11-9DDAB132BAFA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REDACTED_00660</a:t>
            </a:r>
          </a:p>
        </p:txBody>
      </p:sp>
      <p:sp>
        <p:nvSpPr>
          <p:cNvPr id="215" name="Text 33">
            <a:extLst>
              <a:ext uri="{FF2B5EF4-FFF2-40B4-BE49-F238E27FC236}">
                <a16:creationId xmlns:a16="http://schemas.microsoft.com/office/drawing/2014/main" id="{F0DAE5CE-82A2-8FB2-92B1-F00C93103CC1}"/>
              </a:ext>
            </a:extLst>
          </p:cNvPr>
          <p:cNvSpPr/>
          <p:nvPr/>
        </p:nvSpPr>
        <p:spPr>
          <a:xfrm>
            <a:off x="180001" y="2518917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REDACTED_00661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REDACTED_00662</a:t>
            </a:r>
            <a:endParaRPr lang="en-US" sz="800"/>
          </a:p>
        </p:txBody>
      </p:sp>
      <p:sp>
        <p:nvSpPr>
          <p:cNvPr id="217" name="Text 31">
            <a:extLst>
              <a:ext uri="{FF2B5EF4-FFF2-40B4-BE49-F238E27FC236}">
                <a16:creationId xmlns:a16="http://schemas.microsoft.com/office/drawing/2014/main" id="{69106AF1-95AB-014C-CBBB-0B71A7A33756}"/>
              </a:ext>
            </a:extLst>
          </p:cNvPr>
          <p:cNvSpPr/>
          <p:nvPr/>
        </p:nvSpPr>
        <p:spPr>
          <a:xfrm>
            <a:off x="180000" y="235166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19" name="Shape 32">
            <a:extLst>
              <a:ext uri="{FF2B5EF4-FFF2-40B4-BE49-F238E27FC236}">
                <a16:creationId xmlns:a16="http://schemas.microsoft.com/office/drawing/2014/main" id="{B17D215D-C3CD-9256-5EFF-5E82EA7B3863}"/>
              </a:ext>
            </a:extLst>
          </p:cNvPr>
          <p:cNvSpPr/>
          <p:nvPr/>
        </p:nvSpPr>
        <p:spPr>
          <a:xfrm>
            <a:off x="144000" y="247053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1" name="Shape 10">
            <a:extLst>
              <a:ext uri="{FF2B5EF4-FFF2-40B4-BE49-F238E27FC236}">
                <a16:creationId xmlns:a16="http://schemas.microsoft.com/office/drawing/2014/main" id="{8A30FA30-C801-F900-70D6-307DC80EC81F}"/>
              </a:ext>
            </a:extLst>
          </p:cNvPr>
          <p:cNvSpPr/>
          <p:nvPr/>
        </p:nvSpPr>
        <p:spPr>
          <a:xfrm>
            <a:off x="0" y="1472291"/>
            <a:ext cx="83387" cy="28764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5" name="Shape 16">
            <a:extLst>
              <a:ext uri="{FF2B5EF4-FFF2-40B4-BE49-F238E27FC236}">
                <a16:creationId xmlns:a16="http://schemas.microsoft.com/office/drawing/2014/main" id="{B8833B20-2F04-E4AA-0430-00FBB9FBC6BA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REDACTED_00474</a:t>
            </a:r>
          </a:p>
        </p:txBody>
      </p:sp>
      <p:sp>
        <p:nvSpPr>
          <p:cNvPr id="227" name="Shape 16">
            <a:extLst>
              <a:ext uri="{FF2B5EF4-FFF2-40B4-BE49-F238E27FC236}">
                <a16:creationId xmlns:a16="http://schemas.microsoft.com/office/drawing/2014/main" id="{D6258D4F-2546-2C06-CE3D-65DA73BB6829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REDACTED_00475</a:t>
            </a:r>
          </a:p>
        </p:txBody>
      </p:sp>
      <p:sp>
        <p:nvSpPr>
          <p:cNvPr id="229" name="Shape 16">
            <a:extLst>
              <a:ext uri="{FF2B5EF4-FFF2-40B4-BE49-F238E27FC236}">
                <a16:creationId xmlns:a16="http://schemas.microsoft.com/office/drawing/2014/main" id="{BD1B51C4-D032-3A0B-7363-0D9F67235DEE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REDACTED_00477</a:t>
            </a:r>
          </a:p>
        </p:txBody>
      </p:sp>
      <p:sp>
        <p:nvSpPr>
          <p:cNvPr id="231" name="Shape 16">
            <a:extLst>
              <a:ext uri="{FF2B5EF4-FFF2-40B4-BE49-F238E27FC236}">
                <a16:creationId xmlns:a16="http://schemas.microsoft.com/office/drawing/2014/main" id="{208F5BCC-6A24-7FF0-5F82-5227B544AC65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REDACTED_00663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2D7C63EA-7438-3951-ECF5-B8F5272D4E0F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REDACTED_00078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35D3D678-BF79-2275-B7C1-30C173AB9EB2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REDACTED_00079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CFF305B-B6FF-4630-9AE6-37DA45FC3AA8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REDACTED_00080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380F594D-3756-F643-29F8-1B19ED90233E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REDACTED_00081</a:t>
            </a:r>
          </a:p>
        </p:txBody>
      </p: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E9FEA49D-EAAF-C8CC-9763-8414CF590E43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76" name="Shape 37">
              <a:extLst>
                <a:ext uri="{FF2B5EF4-FFF2-40B4-BE49-F238E27FC236}">
                  <a16:creationId xmlns:a16="http://schemas.microsoft.com/office/drawing/2014/main" id="{32E1CC35-95CE-FCE2-4A53-93C0F81E824E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7" name="Shape 38">
              <a:extLst>
                <a:ext uri="{FF2B5EF4-FFF2-40B4-BE49-F238E27FC236}">
                  <a16:creationId xmlns:a16="http://schemas.microsoft.com/office/drawing/2014/main" id="{B9C3BBE9-EA1D-7527-1CC9-E91CF1397596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8" name="Text 39">
              <a:extLst>
                <a:ext uri="{FF2B5EF4-FFF2-40B4-BE49-F238E27FC236}">
                  <a16:creationId xmlns:a16="http://schemas.microsoft.com/office/drawing/2014/main" id="{553FB2CE-ACFD-F279-39DA-BACE0AB0039F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REDACTED_00664</a:t>
              </a:r>
              <a:endParaRPr lang="en-US" sz="800"/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DF75D7C0-B7E7-91E6-876E-B0FDDFBBEFCB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80" name="Shape 37">
              <a:extLst>
                <a:ext uri="{FF2B5EF4-FFF2-40B4-BE49-F238E27FC236}">
                  <a16:creationId xmlns:a16="http://schemas.microsoft.com/office/drawing/2014/main" id="{E013854C-3B3C-CEB0-62EC-BB91F7480AFE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1" name="Shape 38">
              <a:extLst>
                <a:ext uri="{FF2B5EF4-FFF2-40B4-BE49-F238E27FC236}">
                  <a16:creationId xmlns:a16="http://schemas.microsoft.com/office/drawing/2014/main" id="{C201C510-06A7-1A78-BF0A-D0640460F541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2" name="Text 39">
              <a:extLst>
                <a:ext uri="{FF2B5EF4-FFF2-40B4-BE49-F238E27FC236}">
                  <a16:creationId xmlns:a16="http://schemas.microsoft.com/office/drawing/2014/main" id="{B7C8E0B7-AF13-C267-C390-3E1B3D056DE9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REDACTED_00665</a:t>
              </a:r>
              <a:endParaRPr lang="en-US" sz="800"/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F33BAF8C-AE2C-A178-6AD5-DB83BFB8977B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84" name="Shape 37">
              <a:extLst>
                <a:ext uri="{FF2B5EF4-FFF2-40B4-BE49-F238E27FC236}">
                  <a16:creationId xmlns:a16="http://schemas.microsoft.com/office/drawing/2014/main" id="{65312FFD-56A6-C3DA-1946-07B25F7C8D47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5" name="Shape 38">
              <a:extLst>
                <a:ext uri="{FF2B5EF4-FFF2-40B4-BE49-F238E27FC236}">
                  <a16:creationId xmlns:a16="http://schemas.microsoft.com/office/drawing/2014/main" id="{D55D9145-A08B-90DD-31B0-6E29FD784FE5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6" name="Text 39">
              <a:extLst>
                <a:ext uri="{FF2B5EF4-FFF2-40B4-BE49-F238E27FC236}">
                  <a16:creationId xmlns:a16="http://schemas.microsoft.com/office/drawing/2014/main" id="{546FD9BA-401A-CB8F-D346-858289967E03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REDACTED_00666</a:t>
              </a:r>
              <a:endParaRPr lang="en-US" sz="800"/>
            </a:p>
          </p:txBody>
        </p:sp>
      </p:grpSp>
      <p:sp>
        <p:nvSpPr>
          <p:cNvPr id="287" name="Shape 229">
            <a:extLst>
              <a:ext uri="{FF2B5EF4-FFF2-40B4-BE49-F238E27FC236}">
                <a16:creationId xmlns:a16="http://schemas.microsoft.com/office/drawing/2014/main" id="{47EE16C1-6961-4D30-C62B-CECE91051588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REDACTED_00082</a:t>
            </a:r>
          </a:p>
        </p:txBody>
      </p:sp>
      <p:sp>
        <p:nvSpPr>
          <p:cNvPr id="289" name="Shape 46">
            <a:extLst>
              <a:ext uri="{FF2B5EF4-FFF2-40B4-BE49-F238E27FC236}">
                <a16:creationId xmlns:a16="http://schemas.microsoft.com/office/drawing/2014/main" id="{C4421F21-A08A-2347-FDE7-D2907AE7B5C9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7241EEC7-C7AC-6E7B-4AC4-4661CE994086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4581DCB3-B973-B305-84F2-37DB89A81EFA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F555A743-AB2E-637D-D76C-B4C84B4E65B7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35">
            <a:extLst>
              <a:ext uri="{FF2B5EF4-FFF2-40B4-BE49-F238E27FC236}">
                <a16:creationId xmlns:a16="http://schemas.microsoft.com/office/drawing/2014/main" id="{80AA0749-6291-58DD-E4C2-D29169952F0A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986C63-D02C-96A7-6ECC-EBEACB4ECE1F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F55A2D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REDACTED_00667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REDACTED_00668</a:t>
            </a:r>
            <a:r>
              <a:rPr lang="en-US" altLang="en-US" sz="800" err="1">
                <a:solidFill>
                  <a:srgbClr val="444444"/>
                </a:solidFill>
                <a:latin typeface="Calibri" panose="020F0502020204030204"/>
              </a:rPr>
              <a:t>REDACTED_00669</a:t>
            </a: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REDACTED_00670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REDACTED_00671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E7838C-8E7C-9184-9C0D-B8269CCCBFFE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solidFill>
                  <a:srgbClr val="F55A2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REDACTED_00672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REDACTED_00673</a:t>
            </a:r>
          </a:p>
        </p:txBody>
      </p:sp>
      <p:sp>
        <p:nvSpPr>
          <p:cNvPr id="39" name="Shape 32">
            <a:extLst>
              <a:ext uri="{FF2B5EF4-FFF2-40B4-BE49-F238E27FC236}">
                <a16:creationId xmlns:a16="http://schemas.microsoft.com/office/drawing/2014/main" id="{0DC96760-7314-673F-E476-3EF5DF23F9C9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EFAFD4C8-A4F1-6DA9-04A2-EB14A015BD4E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4" name="Shape 36">
            <a:extLst>
              <a:ext uri="{FF2B5EF4-FFF2-40B4-BE49-F238E27FC236}">
                <a16:creationId xmlns:a16="http://schemas.microsoft.com/office/drawing/2014/main" id="{E1447081-B011-BD00-521C-4173F980C267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12969A65-14E4-42E9-9048-A6038B6167F6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52" name="Shape 36">
            <a:extLst>
              <a:ext uri="{FF2B5EF4-FFF2-40B4-BE49-F238E27FC236}">
                <a16:creationId xmlns:a16="http://schemas.microsoft.com/office/drawing/2014/main" id="{A2DEEF86-31D5-7689-5C5F-B83A15D87EFA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6F3BFA8-38FA-6140-2DB5-9F90405820D2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67" name="PersonIcon">
              <a:extLst>
                <a:ext uri="{FF2B5EF4-FFF2-40B4-BE49-F238E27FC236}">
                  <a16:creationId xmlns:a16="http://schemas.microsoft.com/office/drawing/2014/main" id="{70798C0A-1250-AB83-454F-8746657DF731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8" name="Text 107">
              <a:extLst>
                <a:ext uri="{FF2B5EF4-FFF2-40B4-BE49-F238E27FC236}">
                  <a16:creationId xmlns:a16="http://schemas.microsoft.com/office/drawing/2014/main" id="{1541D8B4-0535-39DB-D0C7-22BD906B1C70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69" name="Text 108">
              <a:extLst>
                <a:ext uri="{FF2B5EF4-FFF2-40B4-BE49-F238E27FC236}">
                  <a16:creationId xmlns:a16="http://schemas.microsoft.com/office/drawing/2014/main" id="{7D51EDA2-7728-BF63-FB1A-6BA0B2DD9209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REDACTED_00004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004E01A-4BC2-C5C4-26A1-CFA239CBF9D3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75" name="BuildingIcon">
              <a:extLst>
                <a:ext uri="{FF2B5EF4-FFF2-40B4-BE49-F238E27FC236}">
                  <a16:creationId xmlns:a16="http://schemas.microsoft.com/office/drawing/2014/main" id="{865A32AC-896A-BD94-5D80-2F23F22B61D7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Text 109">
              <a:extLst>
                <a:ext uri="{FF2B5EF4-FFF2-40B4-BE49-F238E27FC236}">
                  <a16:creationId xmlns:a16="http://schemas.microsoft.com/office/drawing/2014/main" id="{35B858D7-780F-9961-498C-37359AAB89A7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77" name="Text 110">
              <a:extLst>
                <a:ext uri="{FF2B5EF4-FFF2-40B4-BE49-F238E27FC236}">
                  <a16:creationId xmlns:a16="http://schemas.microsoft.com/office/drawing/2014/main" id="{7F0ACDCF-8ED2-3AAB-DC3E-60C6D9AC2503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REDACTED_00006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CABCC13-1CE4-69CF-6D94-4607126584B8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79" name="GradCapIcon">
              <a:extLst>
                <a:ext uri="{FF2B5EF4-FFF2-40B4-BE49-F238E27FC236}">
                  <a16:creationId xmlns:a16="http://schemas.microsoft.com/office/drawing/2014/main" id="{96630AD0-5B01-236D-6EBA-27FACDE039FD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80" name="Text 111">
              <a:extLst>
                <a:ext uri="{FF2B5EF4-FFF2-40B4-BE49-F238E27FC236}">
                  <a16:creationId xmlns:a16="http://schemas.microsoft.com/office/drawing/2014/main" id="{7C129058-478B-C5E8-42F3-9920CE985A00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81" name="Text 112">
              <a:extLst>
                <a:ext uri="{FF2B5EF4-FFF2-40B4-BE49-F238E27FC236}">
                  <a16:creationId xmlns:a16="http://schemas.microsoft.com/office/drawing/2014/main" id="{DE4674AC-BC80-E01D-5D28-75A823FC5E45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REDACTED_00674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BED5285F-53C4-6607-8FDB-DC434285695C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6DAA6C-3486-F9F8-272D-80907DEBE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</p:spPr>
      </p:pic>
      <p:sp>
        <p:nvSpPr>
          <p:cNvPr id="5" name="Text 8">
            <a:extLst>
              <a:ext uri="{FF2B5EF4-FFF2-40B4-BE49-F238E27FC236}">
                <a16:creationId xmlns:a16="http://schemas.microsoft.com/office/drawing/2014/main" id="{4C61939E-F122-2DE2-67E9-5B3336A5471D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accent2"/>
                </a:solidFill>
              </a:rPr>
              <a:t>REDACTED_00097</a:t>
            </a:r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207F0699-CBBB-6188-3D91-4238B2B4BA2A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REDACTED_00489</a:t>
            </a:r>
          </a:p>
          <a:p>
            <a:r>
              <a:rPr lang="en-US" sz="650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DE1CFB56-1527-9163-DC92-D122A1B93E06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0C3287D3-E61E-5C2D-6EAB-14B12781B293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err="1">
                <a:solidFill>
                  <a:srgbClr val="444444"/>
                </a:solidFill>
              </a:rPr>
              <a:t>REDACTED_00675</a:t>
            </a:r>
            <a:r>
              <a:rPr lang="en-US" sz="650">
                <a:solidFill>
                  <a:srgbClr val="444444"/>
                </a:solidFill>
              </a:rPr>
              <a:t>REDACTED_00676</a:t>
            </a:r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472B7AD8-2484-77F3-A431-C82449724684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REDACTED_00084</a:t>
            </a:r>
          </a:p>
        </p:txBody>
      </p:sp>
      <p:sp>
        <p:nvSpPr>
          <p:cNvPr id="13" name="Text 23">
            <a:extLst>
              <a:ext uri="{FF2B5EF4-FFF2-40B4-BE49-F238E27FC236}">
                <a16:creationId xmlns:a16="http://schemas.microsoft.com/office/drawing/2014/main" id="{7E7AD2A6-6B22-C512-5E9C-1E71C85E25DC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REDACTED_00086</a:t>
            </a:r>
          </a:p>
        </p:txBody>
      </p:sp>
      <p:sp>
        <p:nvSpPr>
          <p:cNvPr id="15" name="Text 28">
            <a:extLst>
              <a:ext uri="{FF2B5EF4-FFF2-40B4-BE49-F238E27FC236}">
                <a16:creationId xmlns:a16="http://schemas.microsoft.com/office/drawing/2014/main" id="{385A538B-75BC-59E0-C68D-BF083D0DAA51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REDACTED_00677</a:t>
            </a:r>
          </a:p>
        </p:txBody>
      </p:sp>
      <p:sp>
        <p:nvSpPr>
          <p:cNvPr id="17" name="Text 32">
            <a:extLst>
              <a:ext uri="{FF2B5EF4-FFF2-40B4-BE49-F238E27FC236}">
                <a16:creationId xmlns:a16="http://schemas.microsoft.com/office/drawing/2014/main" id="{7F7D47DD-7D23-F3B5-8E25-AE07995714C3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REDACTED_00495</a:t>
            </a:r>
          </a:p>
          <a:p>
            <a:r>
              <a:rPr lang="en-US" sz="650">
                <a:solidFill>
                  <a:srgbClr val="444444"/>
                </a:solidFill>
              </a:rPr>
              <a:t>REDACTED_00496</a:t>
            </a:r>
          </a:p>
        </p:txBody>
      </p:sp>
      <p:sp>
        <p:nvSpPr>
          <p:cNvPr id="19" name="Shape 188">
            <a:extLst>
              <a:ext uri="{FF2B5EF4-FFF2-40B4-BE49-F238E27FC236}">
                <a16:creationId xmlns:a16="http://schemas.microsoft.com/office/drawing/2014/main" id="{1FEF6968-50D3-A29E-5E0B-43D524821F5D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89">
            <a:extLst>
              <a:ext uri="{FF2B5EF4-FFF2-40B4-BE49-F238E27FC236}">
                <a16:creationId xmlns:a16="http://schemas.microsoft.com/office/drawing/2014/main" id="{84798675-9934-490C-4CA9-B2BFE5158F63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162000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190">
            <a:extLst>
              <a:ext uri="{FF2B5EF4-FFF2-40B4-BE49-F238E27FC236}">
                <a16:creationId xmlns:a16="http://schemas.microsoft.com/office/drawing/2014/main" id="{D44246BD-99E5-5AF8-165A-978FB0CE73A4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5" name="Shape 193">
            <a:extLst>
              <a:ext uri="{FF2B5EF4-FFF2-40B4-BE49-F238E27FC236}">
                <a16:creationId xmlns:a16="http://schemas.microsoft.com/office/drawing/2014/main" id="{884A9585-43B1-ABB6-88DF-A06F9821750B}"/>
              </a:ext>
            </a:extLst>
          </p:cNvPr>
          <p:cNvSpPr>
            <a:spLocks/>
          </p:cNvSpPr>
          <p:nvPr/>
        </p:nvSpPr>
        <p:spPr>
          <a:xfrm>
            <a:off x="10022549" y="3399765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7" name="Shape 206">
            <a:extLst>
              <a:ext uri="{FF2B5EF4-FFF2-40B4-BE49-F238E27FC236}">
                <a16:creationId xmlns:a16="http://schemas.microsoft.com/office/drawing/2014/main" id="{C8F55BE6-7A45-131F-A2EE-65DA87588E6D}"/>
              </a:ext>
            </a:extLst>
          </p:cNvPr>
          <p:cNvSpPr>
            <a:spLocks/>
          </p:cNvSpPr>
          <p:nvPr/>
        </p:nvSpPr>
        <p:spPr>
          <a:xfrm>
            <a:off x="9986549" y="3915253"/>
            <a:ext cx="396000" cy="3960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Shape 210">
            <a:extLst>
              <a:ext uri="{FF2B5EF4-FFF2-40B4-BE49-F238E27FC236}">
                <a16:creationId xmlns:a16="http://schemas.microsoft.com/office/drawing/2014/main" id="{5BE68A46-F495-8605-CEC3-80AEF1915B76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" name="Text 191">
            <a:extLst>
              <a:ext uri="{FF2B5EF4-FFF2-40B4-BE49-F238E27FC236}">
                <a16:creationId xmlns:a16="http://schemas.microsoft.com/office/drawing/2014/main" id="{E6894384-5F29-AFB0-80A3-C0CC96B81135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REDACTED_00051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34" name="Text 194">
            <a:extLst>
              <a:ext uri="{FF2B5EF4-FFF2-40B4-BE49-F238E27FC236}">
                <a16:creationId xmlns:a16="http://schemas.microsoft.com/office/drawing/2014/main" id="{709A6CC4-E854-8D92-B4E4-EB3FB67AFB5A}"/>
              </a:ext>
            </a:extLst>
          </p:cNvPr>
          <p:cNvSpPr>
            <a:spLocks/>
          </p:cNvSpPr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F55A2D"/>
                </a:solidFill>
              </a:rPr>
              <a:t>REDACTED_00497</a:t>
            </a:r>
          </a:p>
        </p:txBody>
      </p:sp>
      <p:sp>
        <p:nvSpPr>
          <p:cNvPr id="36" name="Shape 202">
            <a:extLst>
              <a:ext uri="{FF2B5EF4-FFF2-40B4-BE49-F238E27FC236}">
                <a16:creationId xmlns:a16="http://schemas.microsoft.com/office/drawing/2014/main" id="{0F1147B5-F80D-45B8-EBED-7E6269EA81F1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6" name="Text 207">
            <a:extLst>
              <a:ext uri="{FF2B5EF4-FFF2-40B4-BE49-F238E27FC236}">
                <a16:creationId xmlns:a16="http://schemas.microsoft.com/office/drawing/2014/main" id="{85C125BC-5262-FF82-7519-08487DE41785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REDACTED_00053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82" name="Text 211">
            <a:extLst>
              <a:ext uri="{FF2B5EF4-FFF2-40B4-BE49-F238E27FC236}">
                <a16:creationId xmlns:a16="http://schemas.microsoft.com/office/drawing/2014/main" id="{B535D3DB-6163-C24E-B3D0-4EA867A18246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REDACTED_00057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85" name="Text 203">
            <a:extLst>
              <a:ext uri="{FF2B5EF4-FFF2-40B4-BE49-F238E27FC236}">
                <a16:creationId xmlns:a16="http://schemas.microsoft.com/office/drawing/2014/main" id="{AB148635-888C-923F-78FF-D13A290FB13C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87" name="Shape 202">
            <a:extLst>
              <a:ext uri="{FF2B5EF4-FFF2-40B4-BE49-F238E27FC236}">
                <a16:creationId xmlns:a16="http://schemas.microsoft.com/office/drawing/2014/main" id="{B034DFFA-196C-7C9A-C994-F98A651E4F57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9" name="Text 207">
            <a:extLst>
              <a:ext uri="{FF2B5EF4-FFF2-40B4-BE49-F238E27FC236}">
                <a16:creationId xmlns:a16="http://schemas.microsoft.com/office/drawing/2014/main" id="{CC3548BD-BAAF-C63A-C532-24D433E52799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REDACTED_00090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98" name="Text 199">
            <a:extLst>
              <a:ext uri="{FF2B5EF4-FFF2-40B4-BE49-F238E27FC236}">
                <a16:creationId xmlns:a16="http://schemas.microsoft.com/office/drawing/2014/main" id="{493BCDE6-F352-A1DE-BB45-167C590416CE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accent3"/>
                </a:solidFill>
              </a:rPr>
              <a:t>REDACTED_00052</a:t>
            </a:r>
            <a:endParaRPr lang="en-US" sz="650">
              <a:solidFill>
                <a:schemeClr val="accent3"/>
              </a:solidFill>
            </a:endParaRP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AD37EBC4-4800-0710-236E-F4B39C3852E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250" t="22534" r="13064" b="48427"/>
          <a:stretch>
            <a:fillRect/>
          </a:stretch>
        </p:blipFill>
        <p:spPr>
          <a:xfrm>
            <a:off x="92957" y="6455766"/>
            <a:ext cx="1495496" cy="3482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89">
            <a:extLst>
              <a:ext uri="{FF2B5EF4-FFF2-40B4-BE49-F238E27FC236}">
                <a16:creationId xmlns:a16="http://schemas.microsoft.com/office/drawing/2014/main" id="{25862C4E-DAA5-E272-B644-86F64F160FE3}"/>
              </a:ext>
            </a:extLst>
          </p:cNvPr>
          <p:cNvSpPr>
            <a:spLocks/>
          </p:cNvSpPr>
          <p:nvPr/>
        </p:nvSpPr>
        <p:spPr>
          <a:xfrm>
            <a:off x="6840000" y="1472978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25547" b="-25547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5" name="Shape 9">
            <a:extLst>
              <a:ext uri="{FF2B5EF4-FFF2-40B4-BE49-F238E27FC236}">
                <a16:creationId xmlns:a16="http://schemas.microsoft.com/office/drawing/2014/main" id="{8D22E0D2-1FBD-663C-65FE-3FC05D4AD359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2" name="Shape 46">
            <a:extLst>
              <a:ext uri="{FF2B5EF4-FFF2-40B4-BE49-F238E27FC236}">
                <a16:creationId xmlns:a16="http://schemas.microsoft.com/office/drawing/2014/main" id="{0D372744-456F-1875-2BD6-0E0C0D987CF1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7" name="Shape 46">
            <a:extLst>
              <a:ext uri="{FF2B5EF4-FFF2-40B4-BE49-F238E27FC236}">
                <a16:creationId xmlns:a16="http://schemas.microsoft.com/office/drawing/2014/main" id="{BBB3927D-50E8-4208-0BF9-FF053B51D28B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4" name="Shape 105">
            <a:extLst>
              <a:ext uri="{FF2B5EF4-FFF2-40B4-BE49-F238E27FC236}">
                <a16:creationId xmlns:a16="http://schemas.microsoft.com/office/drawing/2014/main" id="{5B455CF7-6E52-D914-D191-31047D9FD1C7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1" name="Shape 13">
            <a:extLst>
              <a:ext uri="{FF2B5EF4-FFF2-40B4-BE49-F238E27FC236}">
                <a16:creationId xmlns:a16="http://schemas.microsoft.com/office/drawing/2014/main" id="{C4C1A1B0-51DF-8B0C-6409-D00E838827C8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9" name="Shape 13">
            <a:extLst>
              <a:ext uri="{FF2B5EF4-FFF2-40B4-BE49-F238E27FC236}">
                <a16:creationId xmlns:a16="http://schemas.microsoft.com/office/drawing/2014/main" id="{C886818F-D68E-5823-3541-FFE04EC031B9}"/>
              </a:ext>
            </a:extLst>
          </p:cNvPr>
          <p:cNvSpPr/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3" name="Shape 229">
            <a:extLst>
              <a:ext uri="{FF2B5EF4-FFF2-40B4-BE49-F238E27FC236}">
                <a16:creationId xmlns:a16="http://schemas.microsoft.com/office/drawing/2014/main" id="{11CFC2EC-B1E6-3058-6A69-18E192BA27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1" name="Shape 229">
            <a:extLst>
              <a:ext uri="{FF2B5EF4-FFF2-40B4-BE49-F238E27FC236}">
                <a16:creationId xmlns:a16="http://schemas.microsoft.com/office/drawing/2014/main" id="{5036DBE2-79B9-89C4-4D73-819ACCD5F950}"/>
              </a:ext>
            </a:extLst>
          </p:cNvPr>
          <p:cNvSpPr/>
          <p:nvPr/>
        </p:nvSpPr>
        <p:spPr>
          <a:xfrm>
            <a:off x="6591806" y="8216244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Shape 46">
            <a:extLst>
              <a:ext uri="{FF2B5EF4-FFF2-40B4-BE49-F238E27FC236}">
                <a16:creationId xmlns:a16="http://schemas.microsoft.com/office/drawing/2014/main" id="{3ECDB284-AB00-02B6-F992-45C3A54D1845}"/>
              </a:ext>
            </a:extLst>
          </p:cNvPr>
          <p:cNvSpPr/>
          <p:nvPr/>
        </p:nvSpPr>
        <p:spPr>
          <a:xfrm>
            <a:off x="3576928" y="8216244"/>
            <a:ext cx="2963091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DACA638-AEAE-619A-B3CF-DD47816887C4}"/>
              </a:ext>
            </a:extLst>
          </p:cNvPr>
          <p:cNvSpPr txBox="1"/>
          <p:nvPr/>
        </p:nvSpPr>
        <p:spPr>
          <a:xfrm>
            <a:off x="6691806" y="8316244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CE7FF6D-8377-0148-0382-536A583705A9}"/>
              </a:ext>
            </a:extLst>
          </p:cNvPr>
          <p:cNvSpPr txBox="1"/>
          <p:nvPr/>
        </p:nvSpPr>
        <p:spPr>
          <a:xfrm>
            <a:off x="3655156" y="8316244"/>
            <a:ext cx="2778990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REDACTED_00678</a:t>
            </a:r>
            <a:r>
              <a:rPr lang="en-US" sz="700" err="1">
                <a:solidFill>
                  <a:srgbClr val="444444"/>
                </a:solidFill>
              </a:rPr>
              <a:t>REDACTED_00679</a:t>
            </a:r>
            <a:r>
              <a:rPr lang="en-US" sz="700">
                <a:solidFill>
                  <a:srgbClr val="444444"/>
                </a:solidFill>
              </a:rPr>
              <a:t>REDACTED_00680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REDACTED_00681</a:t>
            </a:r>
            <a:r>
              <a:rPr lang="en-US" sz="700" err="1">
                <a:solidFill>
                  <a:srgbClr val="444444"/>
                </a:solidFill>
              </a:rPr>
              <a:t>REDACTED_00682</a:t>
            </a:r>
            <a:r>
              <a:rPr lang="en-US" sz="700">
                <a:solidFill>
                  <a:srgbClr val="444444"/>
                </a:solidFill>
              </a:rPr>
              <a:t>REDACTED_00683</a:t>
            </a:r>
            <a:r>
              <a:rPr lang="en-US" sz="700" err="1">
                <a:solidFill>
                  <a:srgbClr val="444444"/>
                </a:solidFill>
              </a:rPr>
              <a:t>REDACTED_00099</a:t>
            </a:r>
            <a:r>
              <a:rPr lang="en-US" sz="700">
                <a:solidFill>
                  <a:srgbClr val="444444"/>
                </a:solidFill>
              </a:rPr>
              <a:t>REDACTED_00684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REDACTED_00685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87F09C3-5417-CCC0-227A-72D3C8AD547B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1" name="Text 2">
            <a:extLst>
              <a:ext uri="{FF2B5EF4-FFF2-40B4-BE49-F238E27FC236}">
                <a16:creationId xmlns:a16="http://schemas.microsoft.com/office/drawing/2014/main" id="{2767FB83-5E4E-8F53-13C1-535117969C8F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outerShdw blurRad="4445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dkEdge"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  <a:latin typeface="Inter"/>
              </a:rPr>
              <a:t>REDACTED_00686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BC7CCBA-63AB-6503-58A4-F2558E2B6FB0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D897395-725C-F4CC-8CE2-078FD859FA43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100" b="1">
                  <a:solidFill>
                    <a:srgbClr val="F55A2D"/>
                  </a:solidFill>
                </a:defRPr>
              </a:lvl1pPr>
            </a:lstStyle>
            <a:p>
              <a:r>
                <a:rPr lang="en-US"/>
                <a:t>REDACTED_00687</a:t>
              </a:r>
            </a:p>
          </p:txBody>
        </p:sp>
        <p:sp>
          <p:nvSpPr>
            <p:cNvPr id="94" name="Text 4">
              <a:extLst>
                <a:ext uri="{FF2B5EF4-FFF2-40B4-BE49-F238E27FC236}">
                  <a16:creationId xmlns:a16="http://schemas.microsoft.com/office/drawing/2014/main" id="{DA088017-E1A0-7A6E-E89B-DB402AAA5909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2"/>
                  </a:solidFill>
                </a:rPr>
                <a:t>REDACTED_00461</a:t>
              </a:r>
            </a:p>
          </p:txBody>
        </p:sp>
      </p:grpSp>
      <p:sp>
        <p:nvSpPr>
          <p:cNvPr id="96" name="Shape 5">
            <a:extLst>
              <a:ext uri="{FF2B5EF4-FFF2-40B4-BE49-F238E27FC236}">
                <a16:creationId xmlns:a16="http://schemas.microsoft.com/office/drawing/2014/main" id="{C222278F-5108-3340-5639-540E7F3E1762}"/>
              </a:ext>
            </a:extLst>
          </p:cNvPr>
          <p:cNvSpPr/>
          <p:nvPr/>
        </p:nvSpPr>
        <p:spPr>
          <a:xfrm>
            <a:off x="10361410" y="126551"/>
            <a:ext cx="658368" cy="2560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3"/>
              </a:solidFill>
            </a:endParaRPr>
          </a:p>
        </p:txBody>
      </p:sp>
      <p:sp>
        <p:nvSpPr>
          <p:cNvPr id="97" name="Text 6">
            <a:extLst>
              <a:ext uri="{FF2B5EF4-FFF2-40B4-BE49-F238E27FC236}">
                <a16:creationId xmlns:a16="http://schemas.microsoft.com/office/drawing/2014/main" id="{B14A87C1-E0B0-8AD9-1E3F-BB113028CD7C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2"/>
                </a:solidFill>
              </a:rPr>
              <a:t>REDACTED_00504</a:t>
            </a:r>
            <a:endParaRPr lang="en-US" sz="900">
              <a:solidFill>
                <a:schemeClr val="accent2"/>
              </a:solidFill>
            </a:endParaRPr>
          </a:p>
        </p:txBody>
      </p:sp>
      <p:sp>
        <p:nvSpPr>
          <p:cNvPr id="139" name="Shape 10">
            <a:extLst>
              <a:ext uri="{FF2B5EF4-FFF2-40B4-BE49-F238E27FC236}">
                <a16:creationId xmlns:a16="http://schemas.microsoft.com/office/drawing/2014/main" id="{D6C90D26-64BF-1649-7470-77F844C28803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1" name="Text 11">
            <a:extLst>
              <a:ext uri="{FF2B5EF4-FFF2-40B4-BE49-F238E27FC236}">
                <a16:creationId xmlns:a16="http://schemas.microsoft.com/office/drawing/2014/main" id="{885E05C8-BE30-E962-E9CC-1320B4D09F6D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43" name="Text 12">
            <a:extLst>
              <a:ext uri="{FF2B5EF4-FFF2-40B4-BE49-F238E27FC236}">
                <a16:creationId xmlns:a16="http://schemas.microsoft.com/office/drawing/2014/main" id="{E8441A5D-B9E0-9103-AB81-1C3A832CB4AB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REDACTED_00688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REDACTED_00689</a:t>
            </a:r>
            <a:endParaRPr lang="en-US" sz="800"/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7D798597-80A5-9D08-CCC7-861367AD527C}"/>
              </a:ext>
            </a:extLst>
          </p:cNvPr>
          <p:cNvGrpSpPr/>
          <p:nvPr/>
        </p:nvGrpSpPr>
        <p:grpSpPr>
          <a:xfrm>
            <a:off x="9770789" y="1533598"/>
            <a:ext cx="2333207" cy="635929"/>
            <a:chOff x="9693896" y="1603989"/>
            <a:chExt cx="2333207" cy="635929"/>
          </a:xfrm>
        </p:grpSpPr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F0A7241D-FF25-DBFA-C56A-73409AB74A93}"/>
                </a:ext>
              </a:extLst>
            </p:cNvPr>
            <p:cNvGrpSpPr/>
            <p:nvPr/>
          </p:nvGrpSpPr>
          <p:grpSpPr>
            <a:xfrm>
              <a:off x="9693896" y="1603989"/>
              <a:ext cx="2333207" cy="635929"/>
              <a:chOff x="10112273" y="2891965"/>
              <a:chExt cx="1920240" cy="580548"/>
            </a:xfrm>
          </p:grpSpPr>
          <p:sp>
            <p:nvSpPr>
              <p:cNvPr id="163" name="Shape 243">
                <a:extLst>
                  <a:ext uri="{FF2B5EF4-FFF2-40B4-BE49-F238E27FC236}">
                    <a16:creationId xmlns:a16="http://schemas.microsoft.com/office/drawing/2014/main" id="{7F6620C5-8BA6-0EC1-1CB2-71D4B17CF424}"/>
                  </a:ext>
                </a:extLst>
              </p:cNvPr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165" name="Text 241a">
                <a:extLst>
                  <a:ext uri="{FF2B5EF4-FFF2-40B4-BE49-F238E27FC236}">
                    <a16:creationId xmlns:a16="http://schemas.microsoft.com/office/drawing/2014/main" id="{85828889-12D5-DB40-1FDA-D6BF08886298}"/>
                  </a:ext>
                </a:extLst>
              </p:cNvPr>
              <p:cNvSpPr/>
              <p:nvPr/>
            </p:nvSpPr>
            <p:spPr>
              <a:xfrm>
                <a:off x="10870434" y="2891965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REDACTED_00509</a:t>
                </a:r>
              </a:p>
            </p:txBody>
          </p:sp>
          <p:sp>
            <p:nvSpPr>
              <p:cNvPr id="167" name="Text 245a">
                <a:extLst>
                  <a:ext uri="{FF2B5EF4-FFF2-40B4-BE49-F238E27FC236}">
                    <a16:creationId xmlns:a16="http://schemas.microsoft.com/office/drawing/2014/main" id="{61AFA919-C830-AFAF-E483-0FFE36C6393A}"/>
                  </a:ext>
                </a:extLst>
              </p:cNvPr>
              <p:cNvSpPr/>
              <p:nvPr/>
            </p:nvSpPr>
            <p:spPr>
              <a:xfrm>
                <a:off x="10870434" y="3026714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REDACTED_00468</a:t>
                </a:r>
              </a:p>
            </p:txBody>
          </p:sp>
          <p:sp>
            <p:nvSpPr>
              <p:cNvPr id="168" name="Shape 245a">
                <a:extLst>
                  <a:ext uri="{FF2B5EF4-FFF2-40B4-BE49-F238E27FC236}">
                    <a16:creationId xmlns:a16="http://schemas.microsoft.com/office/drawing/2014/main" id="{5D6A78FC-A0E7-3451-FA80-696731D5A3AD}"/>
                  </a:ext>
                </a:extLst>
              </p:cNvPr>
              <p:cNvSpPr/>
              <p:nvPr/>
            </p:nvSpPr>
            <p:spPr>
              <a:xfrm>
                <a:off x="10198303" y="3237891"/>
                <a:ext cx="909585" cy="62443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accent2"/>
                </a:solidFill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170" name="Text 247a">
                <a:extLst>
                  <a:ext uri="{FF2B5EF4-FFF2-40B4-BE49-F238E27FC236}">
                    <a16:creationId xmlns:a16="http://schemas.microsoft.com/office/drawing/2014/main" id="{59B1A6C6-4D88-4161-BE3A-A26A96803A09}"/>
                  </a:ext>
                </a:extLst>
              </p:cNvPr>
              <p:cNvSpPr/>
              <p:nvPr/>
            </p:nvSpPr>
            <p:spPr>
              <a:xfrm>
                <a:off x="11700022" y="3289633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REDACTED_00510</a:t>
                </a:r>
              </a:p>
            </p:txBody>
          </p:sp>
        </p:grpSp>
        <p:sp>
          <p:nvSpPr>
            <p:cNvPr id="162" name="Shape 245a">
              <a:extLst>
                <a:ext uri="{FF2B5EF4-FFF2-40B4-BE49-F238E27FC236}">
                  <a16:creationId xmlns:a16="http://schemas.microsoft.com/office/drawing/2014/main" id="{842AD203-671A-74D2-AEE4-EDAD49AC1EF7}"/>
                </a:ext>
              </a:extLst>
            </p:cNvPr>
            <p:cNvSpPr/>
            <p:nvPr/>
          </p:nvSpPr>
          <p:spPr>
            <a:xfrm>
              <a:off x="10926955" y="1983775"/>
              <a:ext cx="694800" cy="68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76" name="Text 6">
            <a:extLst>
              <a:ext uri="{FF2B5EF4-FFF2-40B4-BE49-F238E27FC236}">
                <a16:creationId xmlns:a16="http://schemas.microsoft.com/office/drawing/2014/main" id="{9DB3167F-FA30-CFBC-E00C-BA96B77F25EC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accent2"/>
                </a:solidFill>
              </a:rPr>
              <a:t>REDACTED_00038</a:t>
            </a:r>
          </a:p>
        </p:txBody>
      </p:sp>
      <p:sp>
        <p:nvSpPr>
          <p:cNvPr id="182" name="Shape 130">
            <a:extLst>
              <a:ext uri="{FF2B5EF4-FFF2-40B4-BE49-F238E27FC236}">
                <a16:creationId xmlns:a16="http://schemas.microsoft.com/office/drawing/2014/main" id="{4CC88D1A-DD3E-01EA-C5AB-48F8CE73F395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A60327E-F136-5ADF-2865-ABF420B739C2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86" name="Picture 185" descr="A black and blue logo  AI-generated content may be incorrect.">
            <a:extLst>
              <a:ext uri="{FF2B5EF4-FFF2-40B4-BE49-F238E27FC236}">
                <a16:creationId xmlns:a16="http://schemas.microsoft.com/office/drawing/2014/main" id="{E6D86393-6720-6272-CAC4-C61D91807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91" name="Text 211a">
            <a:extLst>
              <a:ext uri="{FF2B5EF4-FFF2-40B4-BE49-F238E27FC236}">
                <a16:creationId xmlns:a16="http://schemas.microsoft.com/office/drawing/2014/main" id="{AF6CA67D-DA99-8AE3-A8EF-85194F164309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93" name="Text 213a">
            <a:extLst>
              <a:ext uri="{FF2B5EF4-FFF2-40B4-BE49-F238E27FC236}">
                <a16:creationId xmlns:a16="http://schemas.microsoft.com/office/drawing/2014/main" id="{37E67D45-A43C-8B8F-4F3C-55F73C689C80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95" name="Text 218a">
            <a:extLst>
              <a:ext uri="{FF2B5EF4-FFF2-40B4-BE49-F238E27FC236}">
                <a16:creationId xmlns:a16="http://schemas.microsoft.com/office/drawing/2014/main" id="{3777A468-94A8-18D3-749C-F90EA3B20485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99" name="Shape 229">
            <a:extLst>
              <a:ext uri="{FF2B5EF4-FFF2-40B4-BE49-F238E27FC236}">
                <a16:creationId xmlns:a16="http://schemas.microsoft.com/office/drawing/2014/main" id="{B217E91A-CB12-B780-349E-0491EDF044A6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REDACTED_00690</a:t>
            </a:r>
          </a:p>
        </p:txBody>
      </p:sp>
      <p:sp>
        <p:nvSpPr>
          <p:cNvPr id="210" name="Shape 10">
            <a:extLst>
              <a:ext uri="{FF2B5EF4-FFF2-40B4-BE49-F238E27FC236}">
                <a16:creationId xmlns:a16="http://schemas.microsoft.com/office/drawing/2014/main" id="{BBBD20C2-3047-2BA9-985D-72FAE7FB4A8E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3" name="Shape 32">
            <a:extLst>
              <a:ext uri="{FF2B5EF4-FFF2-40B4-BE49-F238E27FC236}">
                <a16:creationId xmlns:a16="http://schemas.microsoft.com/office/drawing/2014/main" id="{A259C0D2-3E63-C910-D452-FB0BD27FD5D7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5" name="Shape 32">
            <a:extLst>
              <a:ext uri="{FF2B5EF4-FFF2-40B4-BE49-F238E27FC236}">
                <a16:creationId xmlns:a16="http://schemas.microsoft.com/office/drawing/2014/main" id="{08437800-C06D-F9BA-8C3D-B3BEF818D0DD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7" name="Text 31">
            <a:extLst>
              <a:ext uri="{FF2B5EF4-FFF2-40B4-BE49-F238E27FC236}">
                <a16:creationId xmlns:a16="http://schemas.microsoft.com/office/drawing/2014/main" id="{2D243FFC-0B55-F6EF-6E77-A3B4E3A2AC3D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19" name="Shape 32">
            <a:extLst>
              <a:ext uri="{FF2B5EF4-FFF2-40B4-BE49-F238E27FC236}">
                <a16:creationId xmlns:a16="http://schemas.microsoft.com/office/drawing/2014/main" id="{F4EB9652-5394-D409-0132-31BC91D866D0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1" name="Text 33">
            <a:extLst>
              <a:ext uri="{FF2B5EF4-FFF2-40B4-BE49-F238E27FC236}">
                <a16:creationId xmlns:a16="http://schemas.microsoft.com/office/drawing/2014/main" id="{8E7302D8-1A97-1D63-9C38-B65DEAAD9C83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REDACTED_00691</a:t>
            </a:r>
            <a:r>
              <a:rPr lang="en-US" sz="800" err="1">
                <a:solidFill>
                  <a:srgbClr val="444444"/>
                </a:solidFill>
              </a:rPr>
              <a:t>REDACTED_00692</a:t>
            </a:r>
            <a:r>
              <a:rPr lang="en-US" sz="800">
                <a:solidFill>
                  <a:srgbClr val="444444"/>
                </a:solidFill>
              </a:rPr>
              <a:t>REDACTED_00693</a:t>
            </a:r>
          </a:p>
        </p:txBody>
      </p:sp>
      <p:sp>
        <p:nvSpPr>
          <p:cNvPr id="223" name="Text 33">
            <a:extLst>
              <a:ext uri="{FF2B5EF4-FFF2-40B4-BE49-F238E27FC236}">
                <a16:creationId xmlns:a16="http://schemas.microsoft.com/office/drawing/2014/main" id="{9FDDB4B0-B928-C42A-A06E-8952B669BE44}"/>
              </a:ext>
            </a:extLst>
          </p:cNvPr>
          <p:cNvSpPr/>
          <p:nvPr/>
        </p:nvSpPr>
        <p:spPr>
          <a:xfrm>
            <a:off x="180001" y="252854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REDACTED_00694</a:t>
            </a:r>
          </a:p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>
                <a:solidFill>
                  <a:srgbClr val="444444"/>
                </a:solidFill>
              </a:rPr>
              <a:t>REDACTED_00695</a:t>
            </a:r>
            <a:r>
              <a:rPr lang="en-US" sz="800" err="1">
                <a:solidFill>
                  <a:srgbClr val="444444"/>
                </a:solidFill>
              </a:rPr>
              <a:t>REDACTED_00696</a:t>
            </a:r>
            <a:r>
              <a:rPr lang="en-US" sz="800">
                <a:solidFill>
                  <a:srgbClr val="444444"/>
                </a:solidFill>
              </a:rPr>
              <a:t>REDACTED_00697</a:t>
            </a:r>
            <a:endParaRPr lang="en-US" sz="800"/>
          </a:p>
        </p:txBody>
      </p:sp>
      <p:sp>
        <p:nvSpPr>
          <p:cNvPr id="225" name="Text 31">
            <a:extLst>
              <a:ext uri="{FF2B5EF4-FFF2-40B4-BE49-F238E27FC236}">
                <a16:creationId xmlns:a16="http://schemas.microsoft.com/office/drawing/2014/main" id="{E0EDC01D-3DAC-C081-E2AA-7C1299335C4E}"/>
              </a:ext>
            </a:extLst>
          </p:cNvPr>
          <p:cNvSpPr/>
          <p:nvPr/>
        </p:nvSpPr>
        <p:spPr>
          <a:xfrm>
            <a:off x="180000" y="236128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27" name="Shape 32">
            <a:extLst>
              <a:ext uri="{FF2B5EF4-FFF2-40B4-BE49-F238E27FC236}">
                <a16:creationId xmlns:a16="http://schemas.microsoft.com/office/drawing/2014/main" id="{5D03212D-4A22-9044-A9AE-82FB98A71F93}"/>
              </a:ext>
            </a:extLst>
          </p:cNvPr>
          <p:cNvSpPr/>
          <p:nvPr/>
        </p:nvSpPr>
        <p:spPr>
          <a:xfrm>
            <a:off x="144000" y="248016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9" name="Shape 10">
            <a:extLst>
              <a:ext uri="{FF2B5EF4-FFF2-40B4-BE49-F238E27FC236}">
                <a16:creationId xmlns:a16="http://schemas.microsoft.com/office/drawing/2014/main" id="{1787D066-B4A4-6927-A5A5-88AB409F49D5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3" name="Shape 16">
            <a:extLst>
              <a:ext uri="{FF2B5EF4-FFF2-40B4-BE49-F238E27FC236}">
                <a16:creationId xmlns:a16="http://schemas.microsoft.com/office/drawing/2014/main" id="{78084BD9-6119-A88F-09FF-DF15BC03C4CC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REDACTED_00474</a:t>
            </a:r>
          </a:p>
        </p:txBody>
      </p:sp>
      <p:sp>
        <p:nvSpPr>
          <p:cNvPr id="235" name="Shape 16">
            <a:extLst>
              <a:ext uri="{FF2B5EF4-FFF2-40B4-BE49-F238E27FC236}">
                <a16:creationId xmlns:a16="http://schemas.microsoft.com/office/drawing/2014/main" id="{A7C5D3A9-C53F-12DD-8040-3771A845A6A9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REDACTED_00475</a:t>
            </a:r>
          </a:p>
        </p:txBody>
      </p:sp>
      <p:sp>
        <p:nvSpPr>
          <p:cNvPr id="237" name="Shape 16">
            <a:extLst>
              <a:ext uri="{FF2B5EF4-FFF2-40B4-BE49-F238E27FC236}">
                <a16:creationId xmlns:a16="http://schemas.microsoft.com/office/drawing/2014/main" id="{FB7B9D0B-4DC4-EDD7-68B9-E09E1B5424E6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REDACTED_00515</a:t>
            </a:r>
          </a:p>
        </p:txBody>
      </p:sp>
      <p:sp>
        <p:nvSpPr>
          <p:cNvPr id="239" name="Shape 16">
            <a:extLst>
              <a:ext uri="{FF2B5EF4-FFF2-40B4-BE49-F238E27FC236}">
                <a16:creationId xmlns:a16="http://schemas.microsoft.com/office/drawing/2014/main" id="{A0A8116A-C38C-31B5-2B6C-947A31A94878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REDACTED_00409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CE8A103F-C8DF-F177-8864-4D3AAA61533F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REDACTED_00078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F98B581A-2F0A-32F0-624F-3668CA87F7D1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REDACTED_00079</a:t>
            </a: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FA629D9-E600-8360-4419-C6B608371BC9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REDACTED_00080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D4324F18-A77D-B978-11F8-B6F9BA82ADD1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REDACTED_00081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F42F5D1C-2FBF-3A42-AAA0-4A47E10841E6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84" name="Shape 37">
              <a:extLst>
                <a:ext uri="{FF2B5EF4-FFF2-40B4-BE49-F238E27FC236}">
                  <a16:creationId xmlns:a16="http://schemas.microsoft.com/office/drawing/2014/main" id="{A126F576-2CCF-45D4-F81B-46E763A59B80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5" name="Shape 38">
              <a:extLst>
                <a:ext uri="{FF2B5EF4-FFF2-40B4-BE49-F238E27FC236}">
                  <a16:creationId xmlns:a16="http://schemas.microsoft.com/office/drawing/2014/main" id="{D153CAE4-7AFA-CA3E-F8A7-32485917520F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6" name="Text 39">
              <a:extLst>
                <a:ext uri="{FF2B5EF4-FFF2-40B4-BE49-F238E27FC236}">
                  <a16:creationId xmlns:a16="http://schemas.microsoft.com/office/drawing/2014/main" id="{FF580E4C-F1F8-CD3C-1D93-59BD0B0524F8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REDACTED_00698</a:t>
              </a:r>
              <a:endParaRPr lang="en-US" sz="800"/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A9887BA5-7E93-B943-B161-9FCDA9F635A7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88" name="Shape 37">
              <a:extLst>
                <a:ext uri="{FF2B5EF4-FFF2-40B4-BE49-F238E27FC236}">
                  <a16:creationId xmlns:a16="http://schemas.microsoft.com/office/drawing/2014/main" id="{C7895CA8-564C-9528-0249-0A93479005DD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9" name="Shape 38">
              <a:extLst>
                <a:ext uri="{FF2B5EF4-FFF2-40B4-BE49-F238E27FC236}">
                  <a16:creationId xmlns:a16="http://schemas.microsoft.com/office/drawing/2014/main" id="{E471F2D2-6394-FD95-7171-7AE6CFC5FBBD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0" name="Text 39">
              <a:extLst>
                <a:ext uri="{FF2B5EF4-FFF2-40B4-BE49-F238E27FC236}">
                  <a16:creationId xmlns:a16="http://schemas.microsoft.com/office/drawing/2014/main" id="{5670884E-661E-F531-9AF6-576B3C6FB731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REDACTED_00699</a:t>
              </a:r>
              <a:endParaRPr lang="en-US" sz="800"/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3A266FE6-A09D-9BC9-B187-0433F698A760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92" name="Shape 37">
              <a:extLst>
                <a:ext uri="{FF2B5EF4-FFF2-40B4-BE49-F238E27FC236}">
                  <a16:creationId xmlns:a16="http://schemas.microsoft.com/office/drawing/2014/main" id="{076393B7-A40C-AE31-F078-F989505FCF5F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3" name="Shape 38">
              <a:extLst>
                <a:ext uri="{FF2B5EF4-FFF2-40B4-BE49-F238E27FC236}">
                  <a16:creationId xmlns:a16="http://schemas.microsoft.com/office/drawing/2014/main" id="{1EE117E9-7C4A-561D-A889-3557F879D9A5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4" name="Text 39">
              <a:extLst>
                <a:ext uri="{FF2B5EF4-FFF2-40B4-BE49-F238E27FC236}">
                  <a16:creationId xmlns:a16="http://schemas.microsoft.com/office/drawing/2014/main" id="{A7913B71-5831-834F-0A68-D060F6D43F6F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REDACTED_00700</a:t>
              </a:r>
              <a:endParaRPr lang="en-US" sz="800"/>
            </a:p>
          </p:txBody>
        </p:sp>
      </p:grpSp>
      <p:sp>
        <p:nvSpPr>
          <p:cNvPr id="295" name="Shape 229">
            <a:extLst>
              <a:ext uri="{FF2B5EF4-FFF2-40B4-BE49-F238E27FC236}">
                <a16:creationId xmlns:a16="http://schemas.microsoft.com/office/drawing/2014/main" id="{5023D77C-84C5-E52C-BD7D-D1186B75EF73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REDACTED_00082</a:t>
            </a:r>
          </a:p>
        </p:txBody>
      </p:sp>
      <p:sp>
        <p:nvSpPr>
          <p:cNvPr id="297" name="Shape 46">
            <a:extLst>
              <a:ext uri="{FF2B5EF4-FFF2-40B4-BE49-F238E27FC236}">
                <a16:creationId xmlns:a16="http://schemas.microsoft.com/office/drawing/2014/main" id="{6B535308-48A8-3B27-1448-3B6D18DE52E1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C895392D-7BC7-7749-27AA-4049C3F38153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313" name="Text 35">
            <a:extLst>
              <a:ext uri="{FF2B5EF4-FFF2-40B4-BE49-F238E27FC236}">
                <a16:creationId xmlns:a16="http://schemas.microsoft.com/office/drawing/2014/main" id="{7057890F-EEDB-83A2-4775-458835EBB735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15" name="Shape 36">
            <a:extLst>
              <a:ext uri="{FF2B5EF4-FFF2-40B4-BE49-F238E27FC236}">
                <a16:creationId xmlns:a16="http://schemas.microsoft.com/office/drawing/2014/main" id="{557EA43D-D375-2331-ACA2-8766C68D090F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7" name="Shape 36">
            <a:extLst>
              <a:ext uri="{FF2B5EF4-FFF2-40B4-BE49-F238E27FC236}">
                <a16:creationId xmlns:a16="http://schemas.microsoft.com/office/drawing/2014/main" id="{56625A25-C15F-0ADE-0311-3172F9743E85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9" name="Text 35">
            <a:extLst>
              <a:ext uri="{FF2B5EF4-FFF2-40B4-BE49-F238E27FC236}">
                <a16:creationId xmlns:a16="http://schemas.microsoft.com/office/drawing/2014/main" id="{38DABFEE-F14B-FCCB-8025-5987E6886E6D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9108E1-9684-B46B-B721-DB383551F57A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chemeClr val="accent2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REDACTED_00701</a:t>
            </a:r>
            <a:r>
              <a:rPr lang="en-US" altLang="en-US" sz="800" err="1">
                <a:solidFill>
                  <a:srgbClr val="444444"/>
                </a:solidFill>
                <a:latin typeface="Calibri" panose="020F0502020204030204"/>
              </a:rPr>
              <a:t>REDACTED_00442</a:t>
            </a: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REDACTED_00702</a:t>
            </a:r>
            <a:r>
              <a:rPr lang="en-US" altLang="en-US" sz="800" err="1">
                <a:solidFill>
                  <a:srgbClr val="444444"/>
                </a:solidFill>
                <a:latin typeface="Calibri" panose="020F0502020204030204"/>
              </a:rPr>
              <a:t>REDACTED_00679</a:t>
            </a: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REDACTED_00703</a:t>
            </a:r>
            <a:r>
              <a:rPr lang="en-US" altLang="en-US" sz="800" err="1">
                <a:solidFill>
                  <a:srgbClr val="444444"/>
                </a:solidFill>
                <a:latin typeface="Calibri" panose="020F0502020204030204"/>
              </a:rPr>
              <a:t>REDACTED_00682</a:t>
            </a: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REDACTED_00704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REDACTED_00705</a:t>
            </a:r>
            <a:r>
              <a:rPr lang="en-US" altLang="en-US" sz="800" err="1">
                <a:solidFill>
                  <a:srgbClr val="444444"/>
                </a:solidFill>
                <a:latin typeface="Calibri" panose="020F0502020204030204"/>
              </a:rPr>
              <a:t>REDACTED_00706</a:t>
            </a: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REDACTED_00707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836AF9-1250-9285-3224-2DFC83CDA54A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REDACTED_00708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REDACTED_00709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32">
            <a:extLst>
              <a:ext uri="{FF2B5EF4-FFF2-40B4-BE49-F238E27FC236}">
                <a16:creationId xmlns:a16="http://schemas.microsoft.com/office/drawing/2014/main" id="{1577C474-26DF-B977-FC93-44A66081B48C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7" name="Text 35">
            <a:extLst>
              <a:ext uri="{FF2B5EF4-FFF2-40B4-BE49-F238E27FC236}">
                <a16:creationId xmlns:a16="http://schemas.microsoft.com/office/drawing/2014/main" id="{970A9194-48C1-DB81-1394-6DC099336A2D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69" name="Shape 36">
            <a:extLst>
              <a:ext uri="{FF2B5EF4-FFF2-40B4-BE49-F238E27FC236}">
                <a16:creationId xmlns:a16="http://schemas.microsoft.com/office/drawing/2014/main" id="{85E7D388-A4B2-CBD7-3358-DCDEF617F0D4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6429596C-D6FF-621C-8B89-4FD8E4FDCFF2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77" name="Shape 36">
            <a:extLst>
              <a:ext uri="{FF2B5EF4-FFF2-40B4-BE49-F238E27FC236}">
                <a16:creationId xmlns:a16="http://schemas.microsoft.com/office/drawing/2014/main" id="{6DA5DF4D-9E95-AA74-9597-F9C290D44E54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170A4AE-06ED-E4D0-6FCC-6C2A6B053ABA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79" name="PersonIcon">
              <a:extLst>
                <a:ext uri="{FF2B5EF4-FFF2-40B4-BE49-F238E27FC236}">
                  <a16:creationId xmlns:a16="http://schemas.microsoft.com/office/drawing/2014/main" id="{8333A750-E27C-EFAB-E7D4-C9FD1DB75D61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80" name="Text 107">
              <a:extLst>
                <a:ext uri="{FF2B5EF4-FFF2-40B4-BE49-F238E27FC236}">
                  <a16:creationId xmlns:a16="http://schemas.microsoft.com/office/drawing/2014/main" id="{DAAE6A1B-AFDF-C39F-F0C6-4DC35A06E15B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81" name="Text 108">
              <a:extLst>
                <a:ext uri="{FF2B5EF4-FFF2-40B4-BE49-F238E27FC236}">
                  <a16:creationId xmlns:a16="http://schemas.microsoft.com/office/drawing/2014/main" id="{01E0A5E1-9131-600A-4CBB-41FE04AE2E0F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REDACTED_00004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38F4C1D-4040-9ED7-7839-E08781A7A207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83" name="BuildingIcon">
              <a:extLst>
                <a:ext uri="{FF2B5EF4-FFF2-40B4-BE49-F238E27FC236}">
                  <a16:creationId xmlns:a16="http://schemas.microsoft.com/office/drawing/2014/main" id="{DB57EFBB-898E-451C-3CCA-73A664555537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84" name="Text 109">
              <a:extLst>
                <a:ext uri="{FF2B5EF4-FFF2-40B4-BE49-F238E27FC236}">
                  <a16:creationId xmlns:a16="http://schemas.microsoft.com/office/drawing/2014/main" id="{A248D5E7-44C1-CCB0-58B6-2CFC1210F90F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85" name="Text 110">
              <a:extLst>
                <a:ext uri="{FF2B5EF4-FFF2-40B4-BE49-F238E27FC236}">
                  <a16:creationId xmlns:a16="http://schemas.microsoft.com/office/drawing/2014/main" id="{42A25D29-9005-2348-999B-E22A066AE0A2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REDACTED_00351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C6BFB93-007C-6F1D-4F3F-5310DC007533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87" name="GradCapIcon">
              <a:extLst>
                <a:ext uri="{FF2B5EF4-FFF2-40B4-BE49-F238E27FC236}">
                  <a16:creationId xmlns:a16="http://schemas.microsoft.com/office/drawing/2014/main" id="{896B7B6C-C3B6-01EC-765E-112AC4AA4D7E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88" name="Text 111">
              <a:extLst>
                <a:ext uri="{FF2B5EF4-FFF2-40B4-BE49-F238E27FC236}">
                  <a16:creationId xmlns:a16="http://schemas.microsoft.com/office/drawing/2014/main" id="{5233C759-7374-B1E9-D87D-5F94083C7679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89" name="Text 112">
              <a:extLst>
                <a:ext uri="{FF2B5EF4-FFF2-40B4-BE49-F238E27FC236}">
                  <a16:creationId xmlns:a16="http://schemas.microsoft.com/office/drawing/2014/main" id="{EF3EC653-1DB7-4471-28CD-AF9735C19157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REDACTED_00710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FCF491D-619B-B942-FC85-E8C128FE28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</p:spPr>
      </p:pic>
      <p:sp>
        <p:nvSpPr>
          <p:cNvPr id="5" name="Text 8">
            <a:extLst>
              <a:ext uri="{FF2B5EF4-FFF2-40B4-BE49-F238E27FC236}">
                <a16:creationId xmlns:a16="http://schemas.microsoft.com/office/drawing/2014/main" id="{14BD28A6-6FD3-E7D0-C4FB-B6F9523439E4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accent2"/>
                </a:solidFill>
              </a:rPr>
              <a:t>REDACTED_00097</a:t>
            </a:r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C39C27DE-3840-484D-70CD-A84E69888969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REDACTED_00489</a:t>
            </a:r>
          </a:p>
          <a:p>
            <a:r>
              <a:rPr lang="en-US" sz="650" b="1">
                <a:solidFill>
                  <a:srgbClr val="444444"/>
                </a:solidFill>
              </a:rPr>
              <a:t>REDACTED_00711</a:t>
            </a: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EBA80E1D-FE66-B25C-4AEE-733F3946ABEB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9027D802-2381-1A82-1B2E-84F79621077A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REDACTED_00712</a:t>
            </a:r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B226DAAE-DF7E-5905-2965-BC98B5084C2E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REDACTED_00713</a:t>
            </a:r>
          </a:p>
        </p:txBody>
      </p:sp>
      <p:sp>
        <p:nvSpPr>
          <p:cNvPr id="13" name="Text 23">
            <a:extLst>
              <a:ext uri="{FF2B5EF4-FFF2-40B4-BE49-F238E27FC236}">
                <a16:creationId xmlns:a16="http://schemas.microsoft.com/office/drawing/2014/main" id="{D880251B-0F52-2F82-AFCE-2BD39D358BE0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REDACTED_00714</a:t>
            </a:r>
          </a:p>
        </p:txBody>
      </p:sp>
      <p:sp>
        <p:nvSpPr>
          <p:cNvPr id="15" name="Text 28">
            <a:extLst>
              <a:ext uri="{FF2B5EF4-FFF2-40B4-BE49-F238E27FC236}">
                <a16:creationId xmlns:a16="http://schemas.microsoft.com/office/drawing/2014/main" id="{98018A73-4A5E-74A4-3A16-89AD40D8665D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REDACTED_00715</a:t>
            </a:r>
          </a:p>
        </p:txBody>
      </p:sp>
      <p:sp>
        <p:nvSpPr>
          <p:cNvPr id="17" name="Text 32">
            <a:extLst>
              <a:ext uri="{FF2B5EF4-FFF2-40B4-BE49-F238E27FC236}">
                <a16:creationId xmlns:a16="http://schemas.microsoft.com/office/drawing/2014/main" id="{BCA2667B-152C-885C-AF06-A586646A9018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REDACTED_00495</a:t>
            </a:r>
          </a:p>
          <a:p>
            <a:r>
              <a:rPr lang="en-US" sz="650">
                <a:solidFill>
                  <a:srgbClr val="444444"/>
                </a:solidFill>
              </a:rPr>
              <a:t>REDACTED_00496</a:t>
            </a:r>
          </a:p>
        </p:txBody>
      </p:sp>
      <p:sp>
        <p:nvSpPr>
          <p:cNvPr id="19" name="Shape 188">
            <a:extLst>
              <a:ext uri="{FF2B5EF4-FFF2-40B4-BE49-F238E27FC236}">
                <a16:creationId xmlns:a16="http://schemas.microsoft.com/office/drawing/2014/main" id="{5BE4FCA1-50A5-B32E-1704-C38AD81990E4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89">
            <a:extLst>
              <a:ext uri="{FF2B5EF4-FFF2-40B4-BE49-F238E27FC236}">
                <a16:creationId xmlns:a16="http://schemas.microsoft.com/office/drawing/2014/main" id="{32C5F42A-D6A4-827A-B3C1-A93FC19E85F6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57600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190">
            <a:extLst>
              <a:ext uri="{FF2B5EF4-FFF2-40B4-BE49-F238E27FC236}">
                <a16:creationId xmlns:a16="http://schemas.microsoft.com/office/drawing/2014/main" id="{A9731527-CC7F-8BB8-0C81-A5C87CC4D705}"/>
              </a:ext>
            </a:extLst>
          </p:cNvPr>
          <p:cNvSpPr>
            <a:spLocks/>
          </p:cNvSpPr>
          <p:nvPr/>
        </p:nvSpPr>
        <p:spPr>
          <a:xfrm>
            <a:off x="10022549" y="3413005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06">
            <a:extLst>
              <a:ext uri="{FF2B5EF4-FFF2-40B4-BE49-F238E27FC236}">
                <a16:creationId xmlns:a16="http://schemas.microsoft.com/office/drawing/2014/main" id="{9AE27B99-AF2B-23AA-3207-39AD9BD05D89}"/>
              </a:ext>
            </a:extLst>
          </p:cNvPr>
          <p:cNvSpPr>
            <a:spLocks/>
          </p:cNvSpPr>
          <p:nvPr/>
        </p:nvSpPr>
        <p:spPr>
          <a:xfrm>
            <a:off x="9986549" y="2802563"/>
            <a:ext cx="396000" cy="3960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" name="Shape 210">
            <a:extLst>
              <a:ext uri="{FF2B5EF4-FFF2-40B4-BE49-F238E27FC236}">
                <a16:creationId xmlns:a16="http://schemas.microsoft.com/office/drawing/2014/main" id="{AAED795A-83CC-F860-CB3E-B1FAE4ED9218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Text 191">
            <a:extLst>
              <a:ext uri="{FF2B5EF4-FFF2-40B4-BE49-F238E27FC236}">
                <a16:creationId xmlns:a16="http://schemas.microsoft.com/office/drawing/2014/main" id="{66FC5A4E-92E2-ACB8-84C9-DDEFBA7D854F}"/>
              </a:ext>
            </a:extLst>
          </p:cNvPr>
          <p:cNvSpPr/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accent3"/>
                </a:solidFill>
              </a:rPr>
              <a:t>REDACTED_00051</a:t>
            </a:r>
            <a:endParaRPr lang="en-US" sz="650">
              <a:solidFill>
                <a:schemeClr val="accent3"/>
              </a:solidFill>
            </a:endParaRPr>
          </a:p>
        </p:txBody>
      </p:sp>
      <p:sp>
        <p:nvSpPr>
          <p:cNvPr id="31" name="Shape 202">
            <a:extLst>
              <a:ext uri="{FF2B5EF4-FFF2-40B4-BE49-F238E27FC236}">
                <a16:creationId xmlns:a16="http://schemas.microsoft.com/office/drawing/2014/main" id="{5C7AB56F-161B-2DF9-2963-19EE67A5C6D0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Text 207">
            <a:extLst>
              <a:ext uri="{FF2B5EF4-FFF2-40B4-BE49-F238E27FC236}">
                <a16:creationId xmlns:a16="http://schemas.microsoft.com/office/drawing/2014/main" id="{36A738E2-1B4F-F1AD-912E-A280582A32DA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REDACTED_00053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36" name="Text 211">
            <a:extLst>
              <a:ext uri="{FF2B5EF4-FFF2-40B4-BE49-F238E27FC236}">
                <a16:creationId xmlns:a16="http://schemas.microsoft.com/office/drawing/2014/main" id="{7DB2327C-07DE-7A4F-FDDF-F490CE284897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REDACTED_00057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38" name="Text 203">
            <a:extLst>
              <a:ext uri="{FF2B5EF4-FFF2-40B4-BE49-F238E27FC236}">
                <a16:creationId xmlns:a16="http://schemas.microsoft.com/office/drawing/2014/main" id="{DF30868A-E909-0B90-0E60-06B3729DED7B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40" name="Shape 202">
            <a:extLst>
              <a:ext uri="{FF2B5EF4-FFF2-40B4-BE49-F238E27FC236}">
                <a16:creationId xmlns:a16="http://schemas.microsoft.com/office/drawing/2014/main" id="{5EC75115-06EE-26E0-E2B5-178494783096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2" name="Text 207">
            <a:extLst>
              <a:ext uri="{FF2B5EF4-FFF2-40B4-BE49-F238E27FC236}">
                <a16:creationId xmlns:a16="http://schemas.microsoft.com/office/drawing/2014/main" id="{5229E00F-E42C-62C3-DF13-023D3FAED790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REDACTED_00090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44" name="Text 194">
            <a:extLst>
              <a:ext uri="{FF2B5EF4-FFF2-40B4-BE49-F238E27FC236}">
                <a16:creationId xmlns:a16="http://schemas.microsoft.com/office/drawing/2014/main" id="{AC66307D-1A0F-5C7B-6721-8CAC1DA32A57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2"/>
                </a:solidFill>
              </a:rPr>
              <a:t>REDACTED_00497</a:t>
            </a:r>
          </a:p>
        </p:txBody>
      </p:sp>
      <p:sp>
        <p:nvSpPr>
          <p:cNvPr id="46" name="Shape 198">
            <a:extLst>
              <a:ext uri="{FF2B5EF4-FFF2-40B4-BE49-F238E27FC236}">
                <a16:creationId xmlns:a16="http://schemas.microsoft.com/office/drawing/2014/main" id="{D7A12908-FD41-226A-A3A4-D54BC9E59185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8" name="Text 199">
            <a:extLst>
              <a:ext uri="{FF2B5EF4-FFF2-40B4-BE49-F238E27FC236}">
                <a16:creationId xmlns:a16="http://schemas.microsoft.com/office/drawing/2014/main" id="{343A25C2-2F93-5E56-03AB-A57A861E8C58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F55A2D"/>
                </a:solidFill>
              </a:rPr>
              <a:t>REDACTED_00052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E3D12F69-F50C-27AC-3935-EB256A02464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250" t="22534" r="13064" b="48427"/>
          <a:stretch>
            <a:fillRect/>
          </a:stretch>
        </p:blipFill>
        <p:spPr>
          <a:xfrm>
            <a:off x="92957" y="6455766"/>
            <a:ext cx="1495496" cy="3482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89">
            <a:extLst>
              <a:ext uri="{FF2B5EF4-FFF2-40B4-BE49-F238E27FC236}">
                <a16:creationId xmlns:a16="http://schemas.microsoft.com/office/drawing/2014/main" id="{F8AF2784-967B-418E-0C39-8FCCBF48223B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18679" b="-18679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6" name="Shape 9">
            <a:extLst>
              <a:ext uri="{FF2B5EF4-FFF2-40B4-BE49-F238E27FC236}">
                <a16:creationId xmlns:a16="http://schemas.microsoft.com/office/drawing/2014/main" id="{70A58E5E-23C7-4E1E-A1DA-1C06FFA58043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5" name="Shape 46">
            <a:extLst>
              <a:ext uri="{FF2B5EF4-FFF2-40B4-BE49-F238E27FC236}">
                <a16:creationId xmlns:a16="http://schemas.microsoft.com/office/drawing/2014/main" id="{1497C4B2-AF68-FF7E-B8AB-72D052559E54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60" name="Shape 46">
            <a:extLst>
              <a:ext uri="{FF2B5EF4-FFF2-40B4-BE49-F238E27FC236}">
                <a16:creationId xmlns:a16="http://schemas.microsoft.com/office/drawing/2014/main" id="{F9FDFA35-9852-E9A1-F1EE-7D71436192D3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8" name="Shape 105">
            <a:extLst>
              <a:ext uri="{FF2B5EF4-FFF2-40B4-BE49-F238E27FC236}">
                <a16:creationId xmlns:a16="http://schemas.microsoft.com/office/drawing/2014/main" id="{A1DC752C-C659-F745-4728-D7222F3A1B1C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5" name="Shape 13">
            <a:extLst>
              <a:ext uri="{FF2B5EF4-FFF2-40B4-BE49-F238E27FC236}">
                <a16:creationId xmlns:a16="http://schemas.microsoft.com/office/drawing/2014/main" id="{27CE9DC5-D9A3-E1A4-CFB5-BBD9419F3D67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2" name="Shape 13">
            <a:extLst>
              <a:ext uri="{FF2B5EF4-FFF2-40B4-BE49-F238E27FC236}">
                <a16:creationId xmlns:a16="http://schemas.microsoft.com/office/drawing/2014/main" id="{BE055212-D70A-BDCF-54CB-D8F05C9872DF}"/>
              </a:ext>
            </a:extLst>
          </p:cNvPr>
          <p:cNvSpPr/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76" name="Shape 229">
            <a:extLst>
              <a:ext uri="{FF2B5EF4-FFF2-40B4-BE49-F238E27FC236}">
                <a16:creationId xmlns:a16="http://schemas.microsoft.com/office/drawing/2014/main" id="{5616008E-88C2-12E6-72C2-429B018616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A0BC82B-0F5F-3815-4215-9803A6EC9A66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0" name="Text 2">
            <a:extLst>
              <a:ext uri="{FF2B5EF4-FFF2-40B4-BE49-F238E27FC236}">
                <a16:creationId xmlns:a16="http://schemas.microsoft.com/office/drawing/2014/main" id="{98EE93B1-23C3-45C0-0D08-11F26BDBB14D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outerShdw blurRad="4445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dkEdge"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  <a:latin typeface="Inter"/>
              </a:rPr>
              <a:t>REDACTED_00716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38EDA42-C228-8662-DE7A-564F6F086098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349B121-BBA6-3DB1-C414-FFF448B8D9B4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100" b="1">
                  <a:solidFill>
                    <a:srgbClr val="F55A2D"/>
                  </a:solidFill>
                </a:defRPr>
              </a:lvl1pPr>
            </a:lstStyle>
            <a:p>
              <a:r>
                <a:rPr lang="en-US"/>
                <a:t>REDACTED_00717</a:t>
              </a:r>
            </a:p>
          </p:txBody>
        </p:sp>
        <p:sp>
          <p:nvSpPr>
            <p:cNvPr id="93" name="Text 4">
              <a:extLst>
                <a:ext uri="{FF2B5EF4-FFF2-40B4-BE49-F238E27FC236}">
                  <a16:creationId xmlns:a16="http://schemas.microsoft.com/office/drawing/2014/main" id="{DB1DE541-78CE-EEB8-D24F-1C0C4A0B6E31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2"/>
                  </a:solidFill>
                </a:rPr>
                <a:t>REDACTED_00718</a:t>
              </a:r>
            </a:p>
          </p:txBody>
        </p:sp>
      </p:grpSp>
      <p:sp>
        <p:nvSpPr>
          <p:cNvPr id="95" name="Shape 5">
            <a:extLst>
              <a:ext uri="{FF2B5EF4-FFF2-40B4-BE49-F238E27FC236}">
                <a16:creationId xmlns:a16="http://schemas.microsoft.com/office/drawing/2014/main" id="{BBBAC575-36F1-A7DA-AC5B-375A670418B8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3"/>
              </a:solidFill>
            </a:endParaRPr>
          </a:p>
        </p:txBody>
      </p:sp>
      <p:sp>
        <p:nvSpPr>
          <p:cNvPr id="96" name="Text 6">
            <a:extLst>
              <a:ext uri="{FF2B5EF4-FFF2-40B4-BE49-F238E27FC236}">
                <a16:creationId xmlns:a16="http://schemas.microsoft.com/office/drawing/2014/main" id="{B598117F-E45C-3B56-9AD1-5F525D52F21E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2"/>
                </a:solidFill>
              </a:rPr>
              <a:t>REDACTED_00719</a:t>
            </a:r>
            <a:endParaRPr lang="en-US" sz="900">
              <a:solidFill>
                <a:schemeClr val="accent2"/>
              </a:solidFill>
            </a:endParaRPr>
          </a:p>
        </p:txBody>
      </p:sp>
      <p:sp>
        <p:nvSpPr>
          <p:cNvPr id="118" name="Shape 10">
            <a:extLst>
              <a:ext uri="{FF2B5EF4-FFF2-40B4-BE49-F238E27FC236}">
                <a16:creationId xmlns:a16="http://schemas.microsoft.com/office/drawing/2014/main" id="{E87AFBC7-52BB-BB70-556F-0DBCD26CD29A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0" name="Text 11">
            <a:extLst>
              <a:ext uri="{FF2B5EF4-FFF2-40B4-BE49-F238E27FC236}">
                <a16:creationId xmlns:a16="http://schemas.microsoft.com/office/drawing/2014/main" id="{4F50897B-84C9-96E2-2EC3-5C0D4DAFA4BD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22" name="Text 12">
            <a:extLst>
              <a:ext uri="{FF2B5EF4-FFF2-40B4-BE49-F238E27FC236}">
                <a16:creationId xmlns:a16="http://schemas.microsoft.com/office/drawing/2014/main" id="{EE1707FF-029B-999C-B40B-F99EF892BA4A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REDACTED_00720</a:t>
            </a:r>
            <a:r>
              <a:rPr lang="en-US" sz="800" err="1">
                <a:solidFill>
                  <a:srgbClr val="1A1A1A"/>
                </a:solidFill>
              </a:rPr>
              <a:t>REDACTED_00721</a:t>
            </a:r>
            <a:r>
              <a:rPr lang="en-US" sz="800">
                <a:solidFill>
                  <a:srgbClr val="1A1A1A"/>
                </a:solidFill>
              </a:rPr>
              <a:t>REDACTED_00318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/>
              <a:t>REDACTED_00722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DCE5FA8-C8C3-1968-8D0E-17081016166D}"/>
              </a:ext>
            </a:extLst>
          </p:cNvPr>
          <p:cNvGrpSpPr/>
          <p:nvPr/>
        </p:nvGrpSpPr>
        <p:grpSpPr>
          <a:xfrm>
            <a:off x="9770789" y="1533598"/>
            <a:ext cx="2333207" cy="635929"/>
            <a:chOff x="9693896" y="1603989"/>
            <a:chExt cx="2333207" cy="635929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CC2254F1-D2F9-041B-D970-9239D0ED6434}"/>
                </a:ext>
              </a:extLst>
            </p:cNvPr>
            <p:cNvGrpSpPr/>
            <p:nvPr/>
          </p:nvGrpSpPr>
          <p:grpSpPr>
            <a:xfrm>
              <a:off x="9693896" y="1603989"/>
              <a:ext cx="2333207" cy="635929"/>
              <a:chOff x="10112273" y="2891965"/>
              <a:chExt cx="1920240" cy="580548"/>
            </a:xfrm>
          </p:grpSpPr>
          <p:sp>
            <p:nvSpPr>
              <p:cNvPr id="216" name="Shape 243">
                <a:extLst>
                  <a:ext uri="{FF2B5EF4-FFF2-40B4-BE49-F238E27FC236}">
                    <a16:creationId xmlns:a16="http://schemas.microsoft.com/office/drawing/2014/main" id="{1005F375-A406-DB0A-B608-B80C7F6DE525}"/>
                  </a:ext>
                </a:extLst>
              </p:cNvPr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18" name="Text 241a">
                <a:extLst>
                  <a:ext uri="{FF2B5EF4-FFF2-40B4-BE49-F238E27FC236}">
                    <a16:creationId xmlns:a16="http://schemas.microsoft.com/office/drawing/2014/main" id="{9AFCB2B7-7C9E-7215-EB1F-378EF3BE3B94}"/>
                  </a:ext>
                </a:extLst>
              </p:cNvPr>
              <p:cNvSpPr/>
              <p:nvPr/>
            </p:nvSpPr>
            <p:spPr>
              <a:xfrm>
                <a:off x="10870434" y="2891965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REDACTED_00509</a:t>
                </a:r>
              </a:p>
            </p:txBody>
          </p:sp>
          <p:sp>
            <p:nvSpPr>
              <p:cNvPr id="220" name="Text 245a">
                <a:extLst>
                  <a:ext uri="{FF2B5EF4-FFF2-40B4-BE49-F238E27FC236}">
                    <a16:creationId xmlns:a16="http://schemas.microsoft.com/office/drawing/2014/main" id="{AE8E349E-D5D5-19DD-EF1D-E5B6FC297257}"/>
                  </a:ext>
                </a:extLst>
              </p:cNvPr>
              <p:cNvSpPr/>
              <p:nvPr/>
            </p:nvSpPr>
            <p:spPr>
              <a:xfrm>
                <a:off x="10870434" y="3026714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REDACTED_00468</a:t>
                </a:r>
              </a:p>
            </p:txBody>
          </p:sp>
          <p:sp>
            <p:nvSpPr>
              <p:cNvPr id="221" name="Shape 245a">
                <a:extLst>
                  <a:ext uri="{FF2B5EF4-FFF2-40B4-BE49-F238E27FC236}">
                    <a16:creationId xmlns:a16="http://schemas.microsoft.com/office/drawing/2014/main" id="{D9B2FA6F-A5A6-5641-897E-FE088698DAB3}"/>
                  </a:ext>
                </a:extLst>
              </p:cNvPr>
              <p:cNvSpPr/>
              <p:nvPr/>
            </p:nvSpPr>
            <p:spPr>
              <a:xfrm>
                <a:off x="10198303" y="3237891"/>
                <a:ext cx="909585" cy="62443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accent2"/>
                </a:solidFill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23" name="Text 247a">
                <a:extLst>
                  <a:ext uri="{FF2B5EF4-FFF2-40B4-BE49-F238E27FC236}">
                    <a16:creationId xmlns:a16="http://schemas.microsoft.com/office/drawing/2014/main" id="{0DC9A11E-CD3B-FE9B-F377-B23DC7543652}"/>
                  </a:ext>
                </a:extLst>
              </p:cNvPr>
              <p:cNvSpPr/>
              <p:nvPr/>
            </p:nvSpPr>
            <p:spPr>
              <a:xfrm>
                <a:off x="11700022" y="3289633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REDACTED_00510</a:t>
                </a:r>
              </a:p>
            </p:txBody>
          </p:sp>
        </p:grpSp>
        <p:sp>
          <p:nvSpPr>
            <p:cNvPr id="215" name="Shape 245a">
              <a:extLst>
                <a:ext uri="{FF2B5EF4-FFF2-40B4-BE49-F238E27FC236}">
                  <a16:creationId xmlns:a16="http://schemas.microsoft.com/office/drawing/2014/main" id="{D122B501-5447-A11B-AB0F-D0D10639DAAE}"/>
                </a:ext>
              </a:extLst>
            </p:cNvPr>
            <p:cNvSpPr/>
            <p:nvPr/>
          </p:nvSpPr>
          <p:spPr>
            <a:xfrm>
              <a:off x="10926955" y="1983775"/>
              <a:ext cx="694800" cy="68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229" name="Text 6">
            <a:extLst>
              <a:ext uri="{FF2B5EF4-FFF2-40B4-BE49-F238E27FC236}">
                <a16:creationId xmlns:a16="http://schemas.microsoft.com/office/drawing/2014/main" id="{1823DB17-8F01-CB0E-6388-B35E36C2E96B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accent2"/>
                </a:solidFill>
              </a:rPr>
              <a:t>REDACTED_00038</a:t>
            </a:r>
          </a:p>
        </p:txBody>
      </p:sp>
      <p:sp>
        <p:nvSpPr>
          <p:cNvPr id="235" name="Shape 130">
            <a:extLst>
              <a:ext uri="{FF2B5EF4-FFF2-40B4-BE49-F238E27FC236}">
                <a16:creationId xmlns:a16="http://schemas.microsoft.com/office/drawing/2014/main" id="{B53B76D9-4D28-BDBB-2967-EF408DE88C73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>
              <a:solidFill>
                <a:srgbClr val="444444"/>
              </a:solidFill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582A1789-F910-9839-D55A-A158E7ECDB8D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39" name="Picture 238" descr="A black and blue logo  AI-generated content may be incorrect.">
            <a:extLst>
              <a:ext uri="{FF2B5EF4-FFF2-40B4-BE49-F238E27FC236}">
                <a16:creationId xmlns:a16="http://schemas.microsoft.com/office/drawing/2014/main" id="{4FAA9DD1-816D-EE91-4BC9-8628A98BA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265" name="Text 211a">
            <a:extLst>
              <a:ext uri="{FF2B5EF4-FFF2-40B4-BE49-F238E27FC236}">
                <a16:creationId xmlns:a16="http://schemas.microsoft.com/office/drawing/2014/main" id="{9B19018C-F802-AA03-1055-51D7EC5FA6C1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267" name="Text 213a">
            <a:extLst>
              <a:ext uri="{FF2B5EF4-FFF2-40B4-BE49-F238E27FC236}">
                <a16:creationId xmlns:a16="http://schemas.microsoft.com/office/drawing/2014/main" id="{B52E3E5D-3100-0BFE-B893-4E5F7CF07FE3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269" name="Text 218a">
            <a:extLst>
              <a:ext uri="{FF2B5EF4-FFF2-40B4-BE49-F238E27FC236}">
                <a16:creationId xmlns:a16="http://schemas.microsoft.com/office/drawing/2014/main" id="{CA9FFC0C-FD05-C739-0A17-CC5A56B470ED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273" name="Shape 229">
            <a:extLst>
              <a:ext uri="{FF2B5EF4-FFF2-40B4-BE49-F238E27FC236}">
                <a16:creationId xmlns:a16="http://schemas.microsoft.com/office/drawing/2014/main" id="{7321B0DD-0A84-91B9-CD12-9CF3D88114F6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REDACTED_00723</a:t>
            </a:r>
          </a:p>
        </p:txBody>
      </p:sp>
      <p:sp>
        <p:nvSpPr>
          <p:cNvPr id="284" name="Shape 10">
            <a:extLst>
              <a:ext uri="{FF2B5EF4-FFF2-40B4-BE49-F238E27FC236}">
                <a16:creationId xmlns:a16="http://schemas.microsoft.com/office/drawing/2014/main" id="{55964027-3161-8FE7-950B-C966550F718B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7" name="Shape 32">
            <a:extLst>
              <a:ext uri="{FF2B5EF4-FFF2-40B4-BE49-F238E27FC236}">
                <a16:creationId xmlns:a16="http://schemas.microsoft.com/office/drawing/2014/main" id="{079AD598-2BDB-465C-7BFF-8F9F105DADCC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9" name="Shape 32">
            <a:extLst>
              <a:ext uri="{FF2B5EF4-FFF2-40B4-BE49-F238E27FC236}">
                <a16:creationId xmlns:a16="http://schemas.microsoft.com/office/drawing/2014/main" id="{57052B95-DBA6-3905-CE73-09960F5B9B04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1" name="Text 31">
            <a:extLst>
              <a:ext uri="{FF2B5EF4-FFF2-40B4-BE49-F238E27FC236}">
                <a16:creationId xmlns:a16="http://schemas.microsoft.com/office/drawing/2014/main" id="{E4D4FC01-A360-0BEA-4948-62F2EB87A65D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93" name="Shape 32">
            <a:extLst>
              <a:ext uri="{FF2B5EF4-FFF2-40B4-BE49-F238E27FC236}">
                <a16:creationId xmlns:a16="http://schemas.microsoft.com/office/drawing/2014/main" id="{DB469D1B-DBCD-1774-2C80-5463724F3152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5" name="Text 33">
            <a:extLst>
              <a:ext uri="{FF2B5EF4-FFF2-40B4-BE49-F238E27FC236}">
                <a16:creationId xmlns:a16="http://schemas.microsoft.com/office/drawing/2014/main" id="{3CAA629B-F64B-8012-E61E-8BAD6D5E5707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REDACTED_00724</a:t>
            </a:r>
          </a:p>
        </p:txBody>
      </p:sp>
      <p:sp>
        <p:nvSpPr>
          <p:cNvPr id="297" name="Text 33">
            <a:extLst>
              <a:ext uri="{FF2B5EF4-FFF2-40B4-BE49-F238E27FC236}">
                <a16:creationId xmlns:a16="http://schemas.microsoft.com/office/drawing/2014/main" id="{B88463BC-0130-91C5-DB30-6C790AAE691E}"/>
              </a:ext>
            </a:extLst>
          </p:cNvPr>
          <p:cNvSpPr/>
          <p:nvPr/>
        </p:nvSpPr>
        <p:spPr>
          <a:xfrm>
            <a:off x="180001" y="2364911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REDACTED_00725</a:t>
            </a:r>
          </a:p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>
                <a:solidFill>
                  <a:srgbClr val="444444"/>
                </a:solidFill>
              </a:rPr>
              <a:t>REDACTED_00726</a:t>
            </a:r>
            <a:endParaRPr lang="en-US" sz="800"/>
          </a:p>
        </p:txBody>
      </p:sp>
      <p:sp>
        <p:nvSpPr>
          <p:cNvPr id="299" name="Text 31">
            <a:extLst>
              <a:ext uri="{FF2B5EF4-FFF2-40B4-BE49-F238E27FC236}">
                <a16:creationId xmlns:a16="http://schemas.microsoft.com/office/drawing/2014/main" id="{16D378FD-D758-FCB3-F6EE-A653CA52C6B3}"/>
              </a:ext>
            </a:extLst>
          </p:cNvPr>
          <p:cNvSpPr/>
          <p:nvPr/>
        </p:nvSpPr>
        <p:spPr>
          <a:xfrm>
            <a:off x="180000" y="2197658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301" name="Shape 32">
            <a:extLst>
              <a:ext uri="{FF2B5EF4-FFF2-40B4-BE49-F238E27FC236}">
                <a16:creationId xmlns:a16="http://schemas.microsoft.com/office/drawing/2014/main" id="{9DA6BC62-DA26-4E20-93F3-715133CF0EE5}"/>
              </a:ext>
            </a:extLst>
          </p:cNvPr>
          <p:cNvSpPr/>
          <p:nvPr/>
        </p:nvSpPr>
        <p:spPr>
          <a:xfrm>
            <a:off x="144000" y="2316530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3" name="Shape 10">
            <a:extLst>
              <a:ext uri="{FF2B5EF4-FFF2-40B4-BE49-F238E27FC236}">
                <a16:creationId xmlns:a16="http://schemas.microsoft.com/office/drawing/2014/main" id="{136AE758-AAA5-D062-3512-DC84CAA9870C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7" name="Shape 16">
            <a:extLst>
              <a:ext uri="{FF2B5EF4-FFF2-40B4-BE49-F238E27FC236}">
                <a16:creationId xmlns:a16="http://schemas.microsoft.com/office/drawing/2014/main" id="{AE58F982-6225-E645-3E05-DAD72B561F10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REDACTED_00727</a:t>
            </a:r>
          </a:p>
        </p:txBody>
      </p:sp>
      <p:sp>
        <p:nvSpPr>
          <p:cNvPr id="309" name="Shape 16">
            <a:extLst>
              <a:ext uri="{FF2B5EF4-FFF2-40B4-BE49-F238E27FC236}">
                <a16:creationId xmlns:a16="http://schemas.microsoft.com/office/drawing/2014/main" id="{97B57906-A1E3-1CAC-8B0F-3EF343023C9A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REDACTED_00728</a:t>
            </a:r>
          </a:p>
        </p:txBody>
      </p:sp>
      <p:sp>
        <p:nvSpPr>
          <p:cNvPr id="311" name="Shape 16">
            <a:extLst>
              <a:ext uri="{FF2B5EF4-FFF2-40B4-BE49-F238E27FC236}">
                <a16:creationId xmlns:a16="http://schemas.microsoft.com/office/drawing/2014/main" id="{B31CF61B-B582-E3E9-D03A-0BEB4DC03144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REDACTED_00728</a:t>
            </a:r>
          </a:p>
        </p:txBody>
      </p:sp>
      <p:sp>
        <p:nvSpPr>
          <p:cNvPr id="313" name="Shape 16">
            <a:extLst>
              <a:ext uri="{FF2B5EF4-FFF2-40B4-BE49-F238E27FC236}">
                <a16:creationId xmlns:a16="http://schemas.microsoft.com/office/drawing/2014/main" id="{3CE88B44-37A2-A554-E4E3-8069107E413A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REDACTED_00210</a:t>
            </a: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349AB3DA-9C36-A7C9-91AE-0475395D42CE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REDACTED_00078</a:t>
            </a: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FA6B92D8-DDA4-8547-94D4-B53D793C4DAE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REDACTED_00079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04827686-A327-E218-3A40-17474C8988BA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REDACTED_00080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D6CCAFD1-2F05-86E1-6DE0-E6D12AF7F498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REDACTED_00081</a:t>
            </a:r>
          </a:p>
        </p:txBody>
      </p: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B15F15D4-A7A3-DC9A-AF96-513AD590B5EF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337" name="Shape 37">
              <a:extLst>
                <a:ext uri="{FF2B5EF4-FFF2-40B4-BE49-F238E27FC236}">
                  <a16:creationId xmlns:a16="http://schemas.microsoft.com/office/drawing/2014/main" id="{C87953B1-A758-AE61-DA9F-94E4D61077FB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38" name="Shape 38">
              <a:extLst>
                <a:ext uri="{FF2B5EF4-FFF2-40B4-BE49-F238E27FC236}">
                  <a16:creationId xmlns:a16="http://schemas.microsoft.com/office/drawing/2014/main" id="{C4F19529-ACD7-A61D-EE82-E4B643F736B2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39" name="Text 39">
              <a:extLst>
                <a:ext uri="{FF2B5EF4-FFF2-40B4-BE49-F238E27FC236}">
                  <a16:creationId xmlns:a16="http://schemas.microsoft.com/office/drawing/2014/main" id="{159D0527-0024-02E0-32CB-6184A7D9D941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REDACTED_00729</a:t>
              </a:r>
              <a:endParaRPr lang="en-US" sz="800"/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ED2B1ECD-8309-6F64-8672-80B1C70EE9A6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341" name="Shape 37">
              <a:extLst>
                <a:ext uri="{FF2B5EF4-FFF2-40B4-BE49-F238E27FC236}">
                  <a16:creationId xmlns:a16="http://schemas.microsoft.com/office/drawing/2014/main" id="{A24DE7C5-690A-A3CB-40D9-87B120A85602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2" name="Shape 38">
              <a:extLst>
                <a:ext uri="{FF2B5EF4-FFF2-40B4-BE49-F238E27FC236}">
                  <a16:creationId xmlns:a16="http://schemas.microsoft.com/office/drawing/2014/main" id="{56A689AB-136E-23E5-0A79-ABC745E6905E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3" name="Text 39">
              <a:extLst>
                <a:ext uri="{FF2B5EF4-FFF2-40B4-BE49-F238E27FC236}">
                  <a16:creationId xmlns:a16="http://schemas.microsoft.com/office/drawing/2014/main" id="{F2D15FAE-F006-ECEA-1814-599222523B5E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REDACTED_00730</a:t>
              </a:r>
              <a:r>
                <a:rPr lang="en-US" sz="800" err="1">
                  <a:solidFill>
                    <a:srgbClr val="1A3A36"/>
                  </a:solidFill>
                </a:rPr>
                <a:t>REDACTED_00140</a:t>
              </a:r>
              <a:r>
                <a:rPr lang="en-US" sz="800">
                  <a:solidFill>
                    <a:srgbClr val="1A3A36"/>
                  </a:solidFill>
                </a:rPr>
                <a:t>REDACTED_00559</a:t>
              </a:r>
              <a:endParaRPr lang="en-US" sz="800"/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01505DE0-6239-93E9-3E1A-EB6CC86D9485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345" name="Shape 37">
              <a:extLst>
                <a:ext uri="{FF2B5EF4-FFF2-40B4-BE49-F238E27FC236}">
                  <a16:creationId xmlns:a16="http://schemas.microsoft.com/office/drawing/2014/main" id="{E77B134E-0283-9FF2-50E5-ECECFABE2A50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6" name="Shape 38">
              <a:extLst>
                <a:ext uri="{FF2B5EF4-FFF2-40B4-BE49-F238E27FC236}">
                  <a16:creationId xmlns:a16="http://schemas.microsoft.com/office/drawing/2014/main" id="{96169143-5AB1-73E1-CFF3-002720A81788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7" name="Text 39">
              <a:extLst>
                <a:ext uri="{FF2B5EF4-FFF2-40B4-BE49-F238E27FC236}">
                  <a16:creationId xmlns:a16="http://schemas.microsoft.com/office/drawing/2014/main" id="{D1A1FA9D-BC84-7F75-0C8B-55681383540C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REDACTED_00731</a:t>
              </a:r>
              <a:endParaRPr lang="en-US" sz="800"/>
            </a:p>
          </p:txBody>
        </p:sp>
      </p:grpSp>
      <p:sp>
        <p:nvSpPr>
          <p:cNvPr id="348" name="Shape 229">
            <a:extLst>
              <a:ext uri="{FF2B5EF4-FFF2-40B4-BE49-F238E27FC236}">
                <a16:creationId xmlns:a16="http://schemas.microsoft.com/office/drawing/2014/main" id="{3D3FCCF2-716E-B210-E269-6B06DBA06FA7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REDACTED_00082</a:t>
            </a:r>
          </a:p>
        </p:txBody>
      </p:sp>
      <p:sp>
        <p:nvSpPr>
          <p:cNvPr id="350" name="Shape 46">
            <a:extLst>
              <a:ext uri="{FF2B5EF4-FFF2-40B4-BE49-F238E27FC236}">
                <a16:creationId xmlns:a16="http://schemas.microsoft.com/office/drawing/2014/main" id="{E1840AED-5722-AF9A-AA3D-44E85226CF04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5B56FBF3-86C1-A152-5E94-AD06BEDFACB2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366" name="Text 35">
            <a:extLst>
              <a:ext uri="{FF2B5EF4-FFF2-40B4-BE49-F238E27FC236}">
                <a16:creationId xmlns:a16="http://schemas.microsoft.com/office/drawing/2014/main" id="{01A8AE0B-7676-8B72-19BE-CAD97D08390C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68" name="Shape 36">
            <a:extLst>
              <a:ext uri="{FF2B5EF4-FFF2-40B4-BE49-F238E27FC236}">
                <a16:creationId xmlns:a16="http://schemas.microsoft.com/office/drawing/2014/main" id="{093D5AE5-7281-57DE-42A2-63886CCFA48C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0" name="Shape 36">
            <a:extLst>
              <a:ext uri="{FF2B5EF4-FFF2-40B4-BE49-F238E27FC236}">
                <a16:creationId xmlns:a16="http://schemas.microsoft.com/office/drawing/2014/main" id="{E50CF85D-69E5-71AC-8D69-3B0AF05FB3D6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2" name="Text 35">
            <a:extLst>
              <a:ext uri="{FF2B5EF4-FFF2-40B4-BE49-F238E27FC236}">
                <a16:creationId xmlns:a16="http://schemas.microsoft.com/office/drawing/2014/main" id="{2F81AC10-C842-E94B-B655-303146E2E51A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74" name="Text 90">
            <a:extLst>
              <a:ext uri="{FF2B5EF4-FFF2-40B4-BE49-F238E27FC236}">
                <a16:creationId xmlns:a16="http://schemas.microsoft.com/office/drawing/2014/main" id="{395D78EF-01F2-71AD-67C0-5F6698F3D987}"/>
              </a:ext>
            </a:extLst>
          </p:cNvPr>
          <p:cNvSpPr/>
          <p:nvPr/>
        </p:nvSpPr>
        <p:spPr>
          <a:xfrm>
            <a:off x="7157217" y="1917812"/>
            <a:ext cx="2180752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REDACTED_00732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B48D2B-5FC5-B090-87BA-97B64715CE72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chemeClr val="accent2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REDACTED_00733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REDACTED_00734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REDACTED_00735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F0E298-35AE-4224-67FA-933B8EDE1FC1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REDACTED_00736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REDACTED_00737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REDACTED_00738</a:t>
            </a: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4CC43096-FBD6-C61B-18E2-6F7FCB2EB51C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FB0DFEFE-71A6-4771-0E30-148767337330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2EFF8843-17FB-87E1-90BA-9125404C4E85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2FE537B4-4772-B0E7-C1BF-97C902A768B5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704B5DB4-909D-69A7-FFD3-9409F186596B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29B546C-67E6-1EC1-0C88-50C7A6B4CAFF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49" name="PersonIcon">
              <a:extLst>
                <a:ext uri="{FF2B5EF4-FFF2-40B4-BE49-F238E27FC236}">
                  <a16:creationId xmlns:a16="http://schemas.microsoft.com/office/drawing/2014/main" id="{D29C6F64-2325-258C-B88B-0ADA47FFAA50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Text 107">
              <a:extLst>
                <a:ext uri="{FF2B5EF4-FFF2-40B4-BE49-F238E27FC236}">
                  <a16:creationId xmlns:a16="http://schemas.microsoft.com/office/drawing/2014/main" id="{05C2E31B-F25B-D3A3-07F7-40BD2A89C0F6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66" name="Text 108">
              <a:extLst>
                <a:ext uri="{FF2B5EF4-FFF2-40B4-BE49-F238E27FC236}">
                  <a16:creationId xmlns:a16="http://schemas.microsoft.com/office/drawing/2014/main" id="{452289F0-BFB9-8B75-2567-5C17C5C869FB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REDACTED_00004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EF06AEC-B1A9-C57B-E5E7-6034F0D35E52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68" name="BuildingIcon">
              <a:extLst>
                <a:ext uri="{FF2B5EF4-FFF2-40B4-BE49-F238E27FC236}">
                  <a16:creationId xmlns:a16="http://schemas.microsoft.com/office/drawing/2014/main" id="{F2ABA816-24F5-60DB-2799-33CF7E459E2E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9" name="Text 109">
              <a:extLst>
                <a:ext uri="{FF2B5EF4-FFF2-40B4-BE49-F238E27FC236}">
                  <a16:creationId xmlns:a16="http://schemas.microsoft.com/office/drawing/2014/main" id="{74606DF0-F577-E58F-89BC-9618EC785C00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70" name="Text 110">
              <a:extLst>
                <a:ext uri="{FF2B5EF4-FFF2-40B4-BE49-F238E27FC236}">
                  <a16:creationId xmlns:a16="http://schemas.microsoft.com/office/drawing/2014/main" id="{1204E5BB-FB86-DC3B-79F7-EA9FB2B087E4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REDACTED_00351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BFD61B2-B888-C12D-F8BB-CD975954B3E3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76" name="GradCapIcon">
              <a:extLst>
                <a:ext uri="{FF2B5EF4-FFF2-40B4-BE49-F238E27FC236}">
                  <a16:creationId xmlns:a16="http://schemas.microsoft.com/office/drawing/2014/main" id="{F1D4ED31-E823-5F45-A226-17DA11668155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7" name="Text 111">
              <a:extLst>
                <a:ext uri="{FF2B5EF4-FFF2-40B4-BE49-F238E27FC236}">
                  <a16:creationId xmlns:a16="http://schemas.microsoft.com/office/drawing/2014/main" id="{0A28B38C-53BA-4375-AA21-DE020469870E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78" name="Text 112">
              <a:extLst>
                <a:ext uri="{FF2B5EF4-FFF2-40B4-BE49-F238E27FC236}">
                  <a16:creationId xmlns:a16="http://schemas.microsoft.com/office/drawing/2014/main" id="{1D7D3B53-94FD-F2DB-CDD5-BE814A0002ED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REDACTED_00392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AFE5985-EF47-0F2D-E9E0-B8BBB50FE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</p:spPr>
      </p:pic>
      <p:sp>
        <p:nvSpPr>
          <p:cNvPr id="5" name="Text 8">
            <a:extLst>
              <a:ext uri="{FF2B5EF4-FFF2-40B4-BE49-F238E27FC236}">
                <a16:creationId xmlns:a16="http://schemas.microsoft.com/office/drawing/2014/main" id="{B2CA501A-1B40-9BB1-5F46-F19871B4DA06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accent2"/>
                </a:solidFill>
              </a:rPr>
              <a:t>REDACTED_00097</a:t>
            </a:r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7E7A4AB5-5EFF-D973-0EA9-769461E49178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REDACTED_00489</a:t>
            </a:r>
          </a:p>
          <a:p>
            <a:r>
              <a:rPr lang="en-US" sz="650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4C9DD92F-677E-E39A-1DC9-CEDC7AA872D6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2895BE00-56F4-08E8-3D9A-030F0580B900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REDACTED_00739</a:t>
            </a:r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87A3A616-8F49-771F-BD40-56F8EE1AF3E2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REDACTED_00740</a:t>
            </a:r>
          </a:p>
        </p:txBody>
      </p:sp>
      <p:sp>
        <p:nvSpPr>
          <p:cNvPr id="13" name="Text 23">
            <a:extLst>
              <a:ext uri="{FF2B5EF4-FFF2-40B4-BE49-F238E27FC236}">
                <a16:creationId xmlns:a16="http://schemas.microsoft.com/office/drawing/2014/main" id="{1903FEB8-C9B6-0795-D277-530F9918237E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REDACTED_00741</a:t>
            </a:r>
          </a:p>
        </p:txBody>
      </p:sp>
      <p:sp>
        <p:nvSpPr>
          <p:cNvPr id="15" name="Text 28">
            <a:extLst>
              <a:ext uri="{FF2B5EF4-FFF2-40B4-BE49-F238E27FC236}">
                <a16:creationId xmlns:a16="http://schemas.microsoft.com/office/drawing/2014/main" id="{E2E6FF1E-A1C7-4899-8173-0D953E6E9E40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REDACTED_00742</a:t>
            </a:r>
          </a:p>
        </p:txBody>
      </p:sp>
      <p:sp>
        <p:nvSpPr>
          <p:cNvPr id="17" name="Text 32">
            <a:extLst>
              <a:ext uri="{FF2B5EF4-FFF2-40B4-BE49-F238E27FC236}">
                <a16:creationId xmlns:a16="http://schemas.microsoft.com/office/drawing/2014/main" id="{BA2AE367-46D0-C859-CA65-8B0FBA3B90C9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REDACTED_00495</a:t>
            </a:r>
          </a:p>
          <a:p>
            <a:r>
              <a:rPr lang="en-US" sz="650">
                <a:solidFill>
                  <a:srgbClr val="444444"/>
                </a:solidFill>
              </a:rPr>
              <a:t>REDACTED_00496</a:t>
            </a:r>
          </a:p>
        </p:txBody>
      </p:sp>
      <p:sp>
        <p:nvSpPr>
          <p:cNvPr id="19" name="Shape 188">
            <a:extLst>
              <a:ext uri="{FF2B5EF4-FFF2-40B4-BE49-F238E27FC236}">
                <a16:creationId xmlns:a16="http://schemas.microsoft.com/office/drawing/2014/main" id="{40F27952-7F36-18B0-D3CD-6AFA6C6430E9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89">
            <a:extLst>
              <a:ext uri="{FF2B5EF4-FFF2-40B4-BE49-F238E27FC236}">
                <a16:creationId xmlns:a16="http://schemas.microsoft.com/office/drawing/2014/main" id="{1A7D42A1-C6AF-B12A-2A65-444DBAA7923F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111600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190">
            <a:extLst>
              <a:ext uri="{FF2B5EF4-FFF2-40B4-BE49-F238E27FC236}">
                <a16:creationId xmlns:a16="http://schemas.microsoft.com/office/drawing/2014/main" id="{80BAAA0F-B19E-A041-DB74-F2C5EB9C8B54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5" name="Shape 206">
            <a:extLst>
              <a:ext uri="{FF2B5EF4-FFF2-40B4-BE49-F238E27FC236}">
                <a16:creationId xmlns:a16="http://schemas.microsoft.com/office/drawing/2014/main" id="{2BBDA6B0-A75E-5EF9-048B-5B1102D7E857}"/>
              </a:ext>
            </a:extLst>
          </p:cNvPr>
          <p:cNvSpPr>
            <a:spLocks/>
          </p:cNvSpPr>
          <p:nvPr/>
        </p:nvSpPr>
        <p:spPr>
          <a:xfrm>
            <a:off x="9986549" y="3368177"/>
            <a:ext cx="396000" cy="3960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" name="Shape 210">
            <a:extLst>
              <a:ext uri="{FF2B5EF4-FFF2-40B4-BE49-F238E27FC236}">
                <a16:creationId xmlns:a16="http://schemas.microsoft.com/office/drawing/2014/main" id="{B74B27F5-E58E-F99B-2393-76C0F2E0C9B6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Text 191">
            <a:extLst>
              <a:ext uri="{FF2B5EF4-FFF2-40B4-BE49-F238E27FC236}">
                <a16:creationId xmlns:a16="http://schemas.microsoft.com/office/drawing/2014/main" id="{5016E230-C8A6-7E2C-5588-1FA92A9C8846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REDACTED_00051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31" name="Shape 202">
            <a:extLst>
              <a:ext uri="{FF2B5EF4-FFF2-40B4-BE49-F238E27FC236}">
                <a16:creationId xmlns:a16="http://schemas.microsoft.com/office/drawing/2014/main" id="{1893128E-58E4-DD16-E814-C88AE323584C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Text 207">
            <a:extLst>
              <a:ext uri="{FF2B5EF4-FFF2-40B4-BE49-F238E27FC236}">
                <a16:creationId xmlns:a16="http://schemas.microsoft.com/office/drawing/2014/main" id="{295E47A4-B904-1BAD-339C-972B44F3B583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REDACTED_00053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36" name="Text 211">
            <a:extLst>
              <a:ext uri="{FF2B5EF4-FFF2-40B4-BE49-F238E27FC236}">
                <a16:creationId xmlns:a16="http://schemas.microsoft.com/office/drawing/2014/main" id="{EB31B2C9-A4E0-8172-4FE9-705874F537AE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REDACTED_00057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43" name="Text 203">
            <a:extLst>
              <a:ext uri="{FF2B5EF4-FFF2-40B4-BE49-F238E27FC236}">
                <a16:creationId xmlns:a16="http://schemas.microsoft.com/office/drawing/2014/main" id="{D4CEC7E1-569C-1167-29D3-09BA11240AC8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71" name="Shape 202">
            <a:extLst>
              <a:ext uri="{FF2B5EF4-FFF2-40B4-BE49-F238E27FC236}">
                <a16:creationId xmlns:a16="http://schemas.microsoft.com/office/drawing/2014/main" id="{30DBC604-CA13-3D1E-AA59-5BF3BBFAA46A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3" name="Text 207">
            <a:extLst>
              <a:ext uri="{FF2B5EF4-FFF2-40B4-BE49-F238E27FC236}">
                <a16:creationId xmlns:a16="http://schemas.microsoft.com/office/drawing/2014/main" id="{31FD4655-EC5A-EAE3-33E1-5F7ADBB6D9A5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REDACTED_00090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79" name="Text 194">
            <a:extLst>
              <a:ext uri="{FF2B5EF4-FFF2-40B4-BE49-F238E27FC236}">
                <a16:creationId xmlns:a16="http://schemas.microsoft.com/office/drawing/2014/main" id="{B6B2FEF4-A344-7A21-AD6D-5CC06A92EE7F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3"/>
                </a:solidFill>
              </a:rPr>
              <a:t>REDACTED_00497</a:t>
            </a:r>
          </a:p>
        </p:txBody>
      </p:sp>
      <p:sp>
        <p:nvSpPr>
          <p:cNvPr id="81" name="Shape 198">
            <a:extLst>
              <a:ext uri="{FF2B5EF4-FFF2-40B4-BE49-F238E27FC236}">
                <a16:creationId xmlns:a16="http://schemas.microsoft.com/office/drawing/2014/main" id="{D9F19CC0-5713-C783-E480-250970EBD982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3" name="Text 199">
            <a:extLst>
              <a:ext uri="{FF2B5EF4-FFF2-40B4-BE49-F238E27FC236}">
                <a16:creationId xmlns:a16="http://schemas.microsoft.com/office/drawing/2014/main" id="{301D8C24-BCE0-90F5-C1EC-73D22BCEB908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F55A2D"/>
                </a:solidFill>
              </a:rPr>
              <a:t>REDACTED_00052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3249E2D9-D222-88EF-DBD3-19A5D60794E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250" t="22534" r="13064" b="48427"/>
          <a:stretch>
            <a:fillRect/>
          </a:stretch>
        </p:blipFill>
        <p:spPr>
          <a:xfrm>
            <a:off x="92957" y="6455766"/>
            <a:ext cx="1495496" cy="3482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89">
            <a:extLst>
              <a:ext uri="{FF2B5EF4-FFF2-40B4-BE49-F238E27FC236}">
                <a16:creationId xmlns:a16="http://schemas.microsoft.com/office/drawing/2014/main" id="{B256F062-AF46-A025-7998-B8D55728059C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18679" b="-18679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2" name="Shape 9">
            <a:extLst>
              <a:ext uri="{FF2B5EF4-FFF2-40B4-BE49-F238E27FC236}">
                <a16:creationId xmlns:a16="http://schemas.microsoft.com/office/drawing/2014/main" id="{C0C65F57-225C-F41E-E2D5-6B095E1A2979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2" name="Shape 46">
            <a:extLst>
              <a:ext uri="{FF2B5EF4-FFF2-40B4-BE49-F238E27FC236}">
                <a16:creationId xmlns:a16="http://schemas.microsoft.com/office/drawing/2014/main" id="{CA35CB8C-EFCC-16B0-FCD3-9D3C10AA65F0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8" name="Shape 46">
            <a:extLst>
              <a:ext uri="{FF2B5EF4-FFF2-40B4-BE49-F238E27FC236}">
                <a16:creationId xmlns:a16="http://schemas.microsoft.com/office/drawing/2014/main" id="{57FCFE0D-B34B-1FFB-7338-4B2F297221C6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9" name="Shape 105">
            <a:extLst>
              <a:ext uri="{FF2B5EF4-FFF2-40B4-BE49-F238E27FC236}">
                <a16:creationId xmlns:a16="http://schemas.microsoft.com/office/drawing/2014/main" id="{77F0E4CF-B0CD-022F-E221-95E6253FDA7B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2" name="Shape 13">
            <a:extLst>
              <a:ext uri="{FF2B5EF4-FFF2-40B4-BE49-F238E27FC236}">
                <a16:creationId xmlns:a16="http://schemas.microsoft.com/office/drawing/2014/main" id="{0B630DF4-B035-928C-B934-63811BC5EE3D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3" name="Shape 13">
            <a:extLst>
              <a:ext uri="{FF2B5EF4-FFF2-40B4-BE49-F238E27FC236}">
                <a16:creationId xmlns:a16="http://schemas.microsoft.com/office/drawing/2014/main" id="{428FBDE7-5B2C-F27B-C02B-F7C817751759}"/>
              </a:ext>
            </a:extLst>
          </p:cNvPr>
          <p:cNvSpPr/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6" name="Shape 229">
            <a:extLst>
              <a:ext uri="{FF2B5EF4-FFF2-40B4-BE49-F238E27FC236}">
                <a16:creationId xmlns:a16="http://schemas.microsoft.com/office/drawing/2014/main" id="{3A66E1F7-4E07-FE9B-F8DE-CC016091A9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9B38FF5-435A-39BC-1C78-E02F29B9EEBD}"/>
              </a:ext>
            </a:extLst>
          </p:cNvPr>
          <p:cNvGrpSpPr/>
          <p:nvPr/>
        </p:nvGrpSpPr>
        <p:grpSpPr>
          <a:xfrm>
            <a:off x="4008827" y="8579881"/>
            <a:ext cx="5927255" cy="2767522"/>
            <a:chOff x="3397720" y="3022154"/>
            <a:chExt cx="5927255" cy="2767522"/>
          </a:xfrm>
        </p:grpSpPr>
        <p:sp>
          <p:nvSpPr>
            <p:cNvPr id="68" name="Shape 229">
              <a:extLst>
                <a:ext uri="{FF2B5EF4-FFF2-40B4-BE49-F238E27FC236}">
                  <a16:creationId xmlns:a16="http://schemas.microsoft.com/office/drawing/2014/main" id="{BA30D633-A613-FD72-CACC-442DD5FDBAAB}"/>
                </a:ext>
              </a:extLst>
            </p:cNvPr>
            <p:cNvSpPr/>
            <p:nvPr/>
          </p:nvSpPr>
          <p:spPr>
            <a:xfrm>
              <a:off x="6425280" y="3025292"/>
              <a:ext cx="2899695" cy="27643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9" name="Shape 46">
              <a:extLst>
                <a:ext uri="{FF2B5EF4-FFF2-40B4-BE49-F238E27FC236}">
                  <a16:creationId xmlns:a16="http://schemas.microsoft.com/office/drawing/2014/main" id="{095F9B1D-003B-6C8C-B2FB-8D3D1C7215D5}"/>
                </a:ext>
              </a:extLst>
            </p:cNvPr>
            <p:cNvSpPr/>
            <p:nvPr/>
          </p:nvSpPr>
          <p:spPr>
            <a:xfrm>
              <a:off x="3397720" y="3022154"/>
              <a:ext cx="2984031" cy="27643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E67C542-95A5-77B9-4066-2D88706F88E6}"/>
                </a:ext>
              </a:extLst>
            </p:cNvPr>
            <p:cNvSpPr txBox="1"/>
            <p:nvPr/>
          </p:nvSpPr>
          <p:spPr>
            <a:xfrm>
              <a:off x="6525280" y="3125292"/>
              <a:ext cx="2699695" cy="25643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800" b="1" i="0" u="none" strike="noStrike" kern="0" cap="none" spc="40" normalizeH="0" baseline="0" noProof="0">
                  <a:ln>
                    <a:noFill/>
                  </a:ln>
                  <a:solidFill>
                    <a:srgbClr val="003C2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REDACTED_00454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E7B2078-CAAC-8A17-4376-B6598C32CD1C}"/>
                </a:ext>
              </a:extLst>
            </p:cNvPr>
            <p:cNvSpPr txBox="1"/>
            <p:nvPr/>
          </p:nvSpPr>
          <p:spPr>
            <a:xfrm>
              <a:off x="3497720" y="3122154"/>
              <a:ext cx="2778214" cy="25643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800" b="1" i="0" u="none" strike="noStrike" kern="0" cap="none" spc="40" normalizeH="0" baseline="0" noProof="0">
                  <a:ln>
                    <a:noFill/>
                  </a:ln>
                  <a:solidFill>
                    <a:srgbClr val="003C2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REDACTED_00455</a:t>
              </a:r>
            </a:p>
            <a:p>
              <a:pPr marL="171450" lvl="0" indent="-171450" eaLnBrk="0" fontAlgn="base" hangingPunct="0">
                <a:spcBef>
                  <a:spcPct val="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700">
                  <a:solidFill>
                    <a:srgbClr val="444444"/>
                  </a:solidFill>
                </a:rPr>
                <a:t>REDACTED_00743</a:t>
              </a:r>
            </a:p>
            <a:p>
              <a:pPr marL="171450" lvl="0" indent="-171450" eaLnBrk="0" fontAlgn="base" hangingPunct="0">
                <a:spcBef>
                  <a:spcPct val="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700">
                  <a:solidFill>
                    <a:srgbClr val="444444"/>
                  </a:solidFill>
                </a:rPr>
                <a:t>REDACTED_00744</a:t>
              </a:r>
            </a:p>
            <a:p>
              <a:pPr marL="171450" lvl="0" indent="-171450" eaLnBrk="0" fontAlgn="base" hangingPunct="0">
                <a:spcBef>
                  <a:spcPct val="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700">
                  <a:solidFill>
                    <a:srgbClr val="444444"/>
                  </a:solidFill>
                </a:rPr>
                <a:t>REDACTED_00745</a:t>
              </a: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8EF305CE-3EDC-AE43-0CDB-C4439B593B1E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Text 2">
            <a:extLst>
              <a:ext uri="{FF2B5EF4-FFF2-40B4-BE49-F238E27FC236}">
                <a16:creationId xmlns:a16="http://schemas.microsoft.com/office/drawing/2014/main" id="{F67E88FC-9F30-4056-4AAC-E7EA467DE0CE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outerShdw blurRad="4445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dkEdge"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  <a:latin typeface="Inter"/>
              </a:rPr>
              <a:t>REDACTED_00746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44F8A75-8319-2F5A-58FE-653CD3E40880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0854B73-8545-8F11-9C8A-A4CA5B676DD1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100" b="1">
                  <a:solidFill>
                    <a:srgbClr val="F55A2D"/>
                  </a:solidFill>
                </a:defRPr>
              </a:lvl1pPr>
            </a:lstStyle>
            <a:p>
              <a:r>
                <a:rPr lang="en-US"/>
                <a:t>REDACTED_00747</a:t>
              </a:r>
            </a:p>
          </p:txBody>
        </p:sp>
        <p:sp>
          <p:nvSpPr>
            <p:cNvPr id="60" name="Text 4">
              <a:extLst>
                <a:ext uri="{FF2B5EF4-FFF2-40B4-BE49-F238E27FC236}">
                  <a16:creationId xmlns:a16="http://schemas.microsoft.com/office/drawing/2014/main" id="{0818E351-3EB3-628D-5235-220FBAF983F9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2"/>
                  </a:solidFill>
                </a:rPr>
                <a:t>REDACTED_00461</a:t>
              </a:r>
            </a:p>
          </p:txBody>
        </p:sp>
      </p:grpSp>
      <p:sp>
        <p:nvSpPr>
          <p:cNvPr id="62" name="Shape 5">
            <a:extLst>
              <a:ext uri="{FF2B5EF4-FFF2-40B4-BE49-F238E27FC236}">
                <a16:creationId xmlns:a16="http://schemas.microsoft.com/office/drawing/2014/main" id="{95538DFC-F7D3-6125-BC40-9523339C4676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3"/>
              </a:solidFill>
            </a:endParaRPr>
          </a:p>
        </p:txBody>
      </p:sp>
      <p:sp>
        <p:nvSpPr>
          <p:cNvPr id="63" name="Text 6">
            <a:extLst>
              <a:ext uri="{FF2B5EF4-FFF2-40B4-BE49-F238E27FC236}">
                <a16:creationId xmlns:a16="http://schemas.microsoft.com/office/drawing/2014/main" id="{A3F50AF7-1330-B4B5-032B-4510C3F80E16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2"/>
                </a:solidFill>
              </a:rPr>
              <a:t>REDACTED_00348</a:t>
            </a:r>
            <a:endParaRPr lang="en-US" sz="900">
              <a:solidFill>
                <a:schemeClr val="accent2"/>
              </a:solidFill>
            </a:endParaRPr>
          </a:p>
        </p:txBody>
      </p:sp>
      <p:sp>
        <p:nvSpPr>
          <p:cNvPr id="65" name="Text 8">
            <a:extLst>
              <a:ext uri="{FF2B5EF4-FFF2-40B4-BE49-F238E27FC236}">
                <a16:creationId xmlns:a16="http://schemas.microsoft.com/office/drawing/2014/main" id="{62AE540A-5591-1D70-10CB-CB5A209FB554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chemeClr val="accent2"/>
                </a:solidFill>
              </a:rPr>
              <a:t>REDACTED_00748</a:t>
            </a:r>
            <a:endParaRPr lang="en-US" sz="850">
              <a:solidFill>
                <a:schemeClr val="accent2"/>
              </a:solidFill>
            </a:endParaRPr>
          </a:p>
        </p:txBody>
      </p:sp>
      <p:sp>
        <p:nvSpPr>
          <p:cNvPr id="84" name="Shape 10">
            <a:extLst>
              <a:ext uri="{FF2B5EF4-FFF2-40B4-BE49-F238E27FC236}">
                <a16:creationId xmlns:a16="http://schemas.microsoft.com/office/drawing/2014/main" id="{9C380D2F-46B9-94EA-F75B-B18C495BBAE7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4230AA4E-3E70-51B4-3A90-6912662EA75A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90" name="Text 12">
            <a:extLst>
              <a:ext uri="{FF2B5EF4-FFF2-40B4-BE49-F238E27FC236}">
                <a16:creationId xmlns:a16="http://schemas.microsoft.com/office/drawing/2014/main" id="{03AE2B99-1401-6AC3-E41E-6FCC955B4D71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REDACTED_00749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REDACTED_00750</a:t>
            </a:r>
            <a:endParaRPr lang="en-US" sz="80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D6B93EB-3F28-C6E4-DBBD-BCBC39AABA43}"/>
              </a:ext>
            </a:extLst>
          </p:cNvPr>
          <p:cNvGrpSpPr/>
          <p:nvPr/>
        </p:nvGrpSpPr>
        <p:grpSpPr>
          <a:xfrm>
            <a:off x="9770789" y="1533603"/>
            <a:ext cx="2333207" cy="635924"/>
            <a:chOff x="10112273" y="2891968"/>
            <a:chExt cx="1920240" cy="580543"/>
          </a:xfrm>
        </p:grpSpPr>
        <p:sp>
          <p:nvSpPr>
            <p:cNvPr id="105" name="Shape 243">
              <a:extLst>
                <a:ext uri="{FF2B5EF4-FFF2-40B4-BE49-F238E27FC236}">
                  <a16:creationId xmlns:a16="http://schemas.microsoft.com/office/drawing/2014/main" id="{EA542C92-712F-9B37-D29A-0A94578EF90A}"/>
                </a:ext>
              </a:extLst>
            </p:cNvPr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7" name="Text 241a">
              <a:extLst>
                <a:ext uri="{FF2B5EF4-FFF2-40B4-BE49-F238E27FC236}">
                  <a16:creationId xmlns:a16="http://schemas.microsoft.com/office/drawing/2014/main" id="{FCD5EAEB-1689-4AC6-06BD-D116DA7EFD03}"/>
                </a:ext>
              </a:extLst>
            </p:cNvPr>
            <p:cNvSpPr/>
            <p:nvPr/>
          </p:nvSpPr>
          <p:spPr>
            <a:xfrm>
              <a:off x="10870434" y="2891968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109" name="Text 245a">
              <a:extLst>
                <a:ext uri="{FF2B5EF4-FFF2-40B4-BE49-F238E27FC236}">
                  <a16:creationId xmlns:a16="http://schemas.microsoft.com/office/drawing/2014/main" id="{8CA1DD72-E7BE-FADE-19F4-BE6030EFCBA8}"/>
                </a:ext>
              </a:extLst>
            </p:cNvPr>
            <p:cNvSpPr/>
            <p:nvPr/>
          </p:nvSpPr>
          <p:spPr>
            <a:xfrm>
              <a:off x="10870434" y="3026712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110" name="Shape 245a">
              <a:extLst>
                <a:ext uri="{FF2B5EF4-FFF2-40B4-BE49-F238E27FC236}">
                  <a16:creationId xmlns:a16="http://schemas.microsoft.com/office/drawing/2014/main" id="{AB691D5C-F989-C619-AB0E-793BC75B538C}"/>
                </a:ext>
              </a:extLst>
            </p:cNvPr>
            <p:cNvSpPr/>
            <p:nvPr/>
          </p:nvSpPr>
          <p:spPr>
            <a:xfrm>
              <a:off x="10198303" y="3237891"/>
              <a:ext cx="139000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12" name="Text 247a">
              <a:extLst>
                <a:ext uri="{FF2B5EF4-FFF2-40B4-BE49-F238E27FC236}">
                  <a16:creationId xmlns:a16="http://schemas.microsoft.com/office/drawing/2014/main" id="{7FEDFBCC-009C-601A-A3AE-442AAC74C18C}"/>
                </a:ext>
              </a:extLst>
            </p:cNvPr>
            <p:cNvSpPr/>
            <p:nvPr/>
          </p:nvSpPr>
          <p:spPr>
            <a:xfrm>
              <a:off x="11700022" y="3289631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REDACTED_00351</a:t>
              </a:r>
            </a:p>
          </p:txBody>
        </p:sp>
      </p:grpSp>
      <p:sp>
        <p:nvSpPr>
          <p:cNvPr id="132" name="Text 6">
            <a:extLst>
              <a:ext uri="{FF2B5EF4-FFF2-40B4-BE49-F238E27FC236}">
                <a16:creationId xmlns:a16="http://schemas.microsoft.com/office/drawing/2014/main" id="{E0D9AE78-9D65-2645-7607-9B825EB482E9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50" name="Shape 130">
            <a:extLst>
              <a:ext uri="{FF2B5EF4-FFF2-40B4-BE49-F238E27FC236}">
                <a16:creationId xmlns:a16="http://schemas.microsoft.com/office/drawing/2014/main" id="{F4D10C3D-C9E3-9962-F607-F6996E7FBCFD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9DFD33A8-46B0-A2D2-6FE2-B752072E45C7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4" name="Picture 153" descr="A black and blue logo  AI-generated content may be incorrect.">
            <a:extLst>
              <a:ext uri="{FF2B5EF4-FFF2-40B4-BE49-F238E27FC236}">
                <a16:creationId xmlns:a16="http://schemas.microsoft.com/office/drawing/2014/main" id="{4B25C776-FFB2-8172-454A-74F3EAE94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58" name="Text 211a">
            <a:extLst>
              <a:ext uri="{FF2B5EF4-FFF2-40B4-BE49-F238E27FC236}">
                <a16:creationId xmlns:a16="http://schemas.microsoft.com/office/drawing/2014/main" id="{2CDAFF05-9FC0-0E3E-B4A0-5138C3C74A62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60" name="Text 213a">
            <a:extLst>
              <a:ext uri="{FF2B5EF4-FFF2-40B4-BE49-F238E27FC236}">
                <a16:creationId xmlns:a16="http://schemas.microsoft.com/office/drawing/2014/main" id="{9050EFA7-7887-C9E2-D985-A83D024D9968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2" name="Text 218a">
            <a:extLst>
              <a:ext uri="{FF2B5EF4-FFF2-40B4-BE49-F238E27FC236}">
                <a16:creationId xmlns:a16="http://schemas.microsoft.com/office/drawing/2014/main" id="{681EB2CE-2663-0AF0-A4CB-16BE8DF92FA9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4" name="Shape 229">
            <a:extLst>
              <a:ext uri="{FF2B5EF4-FFF2-40B4-BE49-F238E27FC236}">
                <a16:creationId xmlns:a16="http://schemas.microsoft.com/office/drawing/2014/main" id="{464910B9-436F-F5E2-F82C-630773010BFC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REDACTED_00751</a:t>
            </a:r>
          </a:p>
        </p:txBody>
      </p:sp>
      <p:sp>
        <p:nvSpPr>
          <p:cNvPr id="175" name="Shape 10">
            <a:extLst>
              <a:ext uri="{FF2B5EF4-FFF2-40B4-BE49-F238E27FC236}">
                <a16:creationId xmlns:a16="http://schemas.microsoft.com/office/drawing/2014/main" id="{BF382EB0-6E0A-5756-846A-2DA02CB95CEE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8" name="Text 31">
            <a:extLst>
              <a:ext uri="{FF2B5EF4-FFF2-40B4-BE49-F238E27FC236}">
                <a16:creationId xmlns:a16="http://schemas.microsoft.com/office/drawing/2014/main" id="{934F8B90-1CDE-27B5-9C2C-B6733A46FAA2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80" name="Shape 32">
            <a:extLst>
              <a:ext uri="{FF2B5EF4-FFF2-40B4-BE49-F238E27FC236}">
                <a16:creationId xmlns:a16="http://schemas.microsoft.com/office/drawing/2014/main" id="{D31066E4-3C62-3583-DAD2-F11A3CAA1D2F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2" name="Text 33">
            <a:extLst>
              <a:ext uri="{FF2B5EF4-FFF2-40B4-BE49-F238E27FC236}">
                <a16:creationId xmlns:a16="http://schemas.microsoft.com/office/drawing/2014/main" id="{C140C8E5-4B3B-A173-E33C-510EF0DBDFCF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REDACTED_00752</a:t>
            </a:r>
            <a:r>
              <a:rPr lang="en-US" sz="800" err="1">
                <a:solidFill>
                  <a:srgbClr val="444444"/>
                </a:solidFill>
              </a:rPr>
              <a:t>REDACTED_00753</a:t>
            </a:r>
            <a:r>
              <a:rPr lang="en-US" sz="800">
                <a:solidFill>
                  <a:srgbClr val="444444"/>
                </a:solidFill>
              </a:rPr>
              <a:t>REDACTED_00754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184" name="Text 33">
            <a:extLst>
              <a:ext uri="{FF2B5EF4-FFF2-40B4-BE49-F238E27FC236}">
                <a16:creationId xmlns:a16="http://schemas.microsoft.com/office/drawing/2014/main" id="{775A425A-4666-4AFE-BD94-BE89FF10FA59}"/>
              </a:ext>
            </a:extLst>
          </p:cNvPr>
          <p:cNvSpPr/>
          <p:nvPr/>
        </p:nvSpPr>
        <p:spPr>
          <a:xfrm>
            <a:off x="180001" y="24955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>
                <a:solidFill>
                  <a:srgbClr val="444444"/>
                </a:solidFill>
              </a:rPr>
              <a:t>REDACTED_00755</a:t>
            </a:r>
            <a:r>
              <a:rPr lang="en-US" sz="800" err="1">
                <a:solidFill>
                  <a:srgbClr val="444444"/>
                </a:solidFill>
              </a:rPr>
              <a:t>REDACTED_00421</a:t>
            </a:r>
            <a:r>
              <a:rPr lang="en-US" sz="800">
                <a:solidFill>
                  <a:srgbClr val="444444"/>
                </a:solidFill>
              </a:rPr>
              <a:t>REDACTED_00756</a:t>
            </a:r>
          </a:p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>
                <a:solidFill>
                  <a:srgbClr val="444444"/>
                </a:solidFill>
              </a:rPr>
              <a:t>REDACTED_00757</a:t>
            </a:r>
            <a:r>
              <a:rPr lang="en-US" sz="800" err="1">
                <a:solidFill>
                  <a:srgbClr val="444444"/>
                </a:solidFill>
              </a:rPr>
              <a:t>REDACTED_00753</a:t>
            </a:r>
            <a:r>
              <a:rPr lang="en-US" sz="800">
                <a:solidFill>
                  <a:srgbClr val="444444"/>
                </a:solidFill>
              </a:rPr>
              <a:t>REDACTED_00758</a:t>
            </a:r>
            <a:r>
              <a:rPr lang="en-US" sz="800" err="1">
                <a:solidFill>
                  <a:srgbClr val="444444"/>
                </a:solidFill>
              </a:rPr>
              <a:t>REDACTED_00753</a:t>
            </a:r>
            <a:r>
              <a:rPr lang="en-US" sz="800">
                <a:solidFill>
                  <a:srgbClr val="444444"/>
                </a:solidFill>
              </a:rPr>
              <a:t>REDACTED_00759</a:t>
            </a:r>
          </a:p>
        </p:txBody>
      </p:sp>
      <p:sp>
        <p:nvSpPr>
          <p:cNvPr id="186" name="Text 31">
            <a:extLst>
              <a:ext uri="{FF2B5EF4-FFF2-40B4-BE49-F238E27FC236}">
                <a16:creationId xmlns:a16="http://schemas.microsoft.com/office/drawing/2014/main" id="{2143D3B6-0B81-5626-8DCF-A78062454A3F}"/>
              </a:ext>
            </a:extLst>
          </p:cNvPr>
          <p:cNvSpPr/>
          <p:nvPr/>
        </p:nvSpPr>
        <p:spPr>
          <a:xfrm>
            <a:off x="180000" y="23282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88" name="Shape 32">
            <a:extLst>
              <a:ext uri="{FF2B5EF4-FFF2-40B4-BE49-F238E27FC236}">
                <a16:creationId xmlns:a16="http://schemas.microsoft.com/office/drawing/2014/main" id="{84F5A96D-6FAE-3FA0-C5C2-00F37A4ABEA9}"/>
              </a:ext>
            </a:extLst>
          </p:cNvPr>
          <p:cNvSpPr/>
          <p:nvPr/>
        </p:nvSpPr>
        <p:spPr>
          <a:xfrm>
            <a:off x="144000" y="24471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0" name="Shape 10">
            <a:extLst>
              <a:ext uri="{FF2B5EF4-FFF2-40B4-BE49-F238E27FC236}">
                <a16:creationId xmlns:a16="http://schemas.microsoft.com/office/drawing/2014/main" id="{36C5C3A2-0CB7-D998-9D05-C271F437C012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4" name="Shape 16">
            <a:extLst>
              <a:ext uri="{FF2B5EF4-FFF2-40B4-BE49-F238E27FC236}">
                <a16:creationId xmlns:a16="http://schemas.microsoft.com/office/drawing/2014/main" id="{76FA0F9D-39D7-2521-A5DE-E3D99D712527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196" name="Shape 16">
            <a:extLst>
              <a:ext uri="{FF2B5EF4-FFF2-40B4-BE49-F238E27FC236}">
                <a16:creationId xmlns:a16="http://schemas.microsoft.com/office/drawing/2014/main" id="{F5933AF3-95E8-10B7-9218-EB162A683B87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198" name="Shape 16">
            <a:extLst>
              <a:ext uri="{FF2B5EF4-FFF2-40B4-BE49-F238E27FC236}">
                <a16:creationId xmlns:a16="http://schemas.microsoft.com/office/drawing/2014/main" id="{CF2F9A5F-2E65-C5AB-F4E5-444C823CAB38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00" name="Shape 16">
            <a:extLst>
              <a:ext uri="{FF2B5EF4-FFF2-40B4-BE49-F238E27FC236}">
                <a16:creationId xmlns:a16="http://schemas.microsoft.com/office/drawing/2014/main" id="{6AC52F40-1A24-B322-B913-02CF9FE8CB08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chemeClr val="bg1"/>
              </a:solidFill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0A39A54C-0B8B-E76F-1F50-5A7EFFB0AA79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REDACTED_00078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B1FCA78-9ACA-BD08-CE0F-7C08314E5786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REDACTED_00079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D954360-0AF6-1F37-1AA8-2C56FB5B402C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REDACTED_00080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967476B4-5131-2D56-E526-6ADC4E7708CE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REDACTED_00081</a:t>
            </a:r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76514B22-5F72-3FE1-83E0-638902798BFD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24" name="Shape 37">
              <a:extLst>
                <a:ext uri="{FF2B5EF4-FFF2-40B4-BE49-F238E27FC236}">
                  <a16:creationId xmlns:a16="http://schemas.microsoft.com/office/drawing/2014/main" id="{B04326C7-7282-A8E3-A259-BB404D21C622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5" name="Shape 38">
              <a:extLst>
                <a:ext uri="{FF2B5EF4-FFF2-40B4-BE49-F238E27FC236}">
                  <a16:creationId xmlns:a16="http://schemas.microsoft.com/office/drawing/2014/main" id="{79FCE5B1-D0C0-448A-6274-6B9C0752D0AB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6" name="Text 39">
              <a:extLst>
                <a:ext uri="{FF2B5EF4-FFF2-40B4-BE49-F238E27FC236}">
                  <a16:creationId xmlns:a16="http://schemas.microsoft.com/office/drawing/2014/main" id="{73EFE1EA-253E-7156-3CDF-A9735A68B3F2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REDACTED_00355</a:t>
              </a:r>
              <a:endParaRPr lang="en-US" sz="800"/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C3AF7EE8-3A9F-FF5D-3529-5F802BDAB41E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28" name="Shape 37">
              <a:extLst>
                <a:ext uri="{FF2B5EF4-FFF2-40B4-BE49-F238E27FC236}">
                  <a16:creationId xmlns:a16="http://schemas.microsoft.com/office/drawing/2014/main" id="{FDB5F6B9-A70A-3F69-3F7A-2B39EDC59069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9" name="Shape 38">
              <a:extLst>
                <a:ext uri="{FF2B5EF4-FFF2-40B4-BE49-F238E27FC236}">
                  <a16:creationId xmlns:a16="http://schemas.microsoft.com/office/drawing/2014/main" id="{400B0E51-60F0-9FA9-8894-9B585B8C9642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0" name="Text 39">
              <a:extLst>
                <a:ext uri="{FF2B5EF4-FFF2-40B4-BE49-F238E27FC236}">
                  <a16:creationId xmlns:a16="http://schemas.microsoft.com/office/drawing/2014/main" id="{B76685AD-CDD1-7430-9E63-F5C68B197D20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REDACTED_00760</a:t>
              </a:r>
              <a:endParaRPr lang="en-US" sz="800"/>
            </a:p>
          </p:txBody>
        </p:sp>
      </p:grpSp>
      <p:sp>
        <p:nvSpPr>
          <p:cNvPr id="235" name="Shape 229">
            <a:extLst>
              <a:ext uri="{FF2B5EF4-FFF2-40B4-BE49-F238E27FC236}">
                <a16:creationId xmlns:a16="http://schemas.microsoft.com/office/drawing/2014/main" id="{3930370D-89C5-B955-6CC9-16E66D6C74BE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REDACTED_00082</a:t>
            </a:r>
          </a:p>
        </p:txBody>
      </p:sp>
      <p:sp>
        <p:nvSpPr>
          <p:cNvPr id="237" name="Shape 46">
            <a:extLst>
              <a:ext uri="{FF2B5EF4-FFF2-40B4-BE49-F238E27FC236}">
                <a16:creationId xmlns:a16="http://schemas.microsoft.com/office/drawing/2014/main" id="{B5858D31-F5D2-B1B9-3329-534A74527EC6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6119A92-D3F7-8E4D-03D6-F89F7997F2B6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274" name="Text 35">
            <a:extLst>
              <a:ext uri="{FF2B5EF4-FFF2-40B4-BE49-F238E27FC236}">
                <a16:creationId xmlns:a16="http://schemas.microsoft.com/office/drawing/2014/main" id="{E53728B2-F681-262A-2574-5811029553D9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76" name="Shape 36">
            <a:extLst>
              <a:ext uri="{FF2B5EF4-FFF2-40B4-BE49-F238E27FC236}">
                <a16:creationId xmlns:a16="http://schemas.microsoft.com/office/drawing/2014/main" id="{F1E8E108-712B-A1BD-CF19-7BE7F4CC35C4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8" name="Shape 36">
            <a:extLst>
              <a:ext uri="{FF2B5EF4-FFF2-40B4-BE49-F238E27FC236}">
                <a16:creationId xmlns:a16="http://schemas.microsoft.com/office/drawing/2014/main" id="{E69E49F9-5170-E58C-7256-3C8FE0D86795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0" name="Text 35">
            <a:extLst>
              <a:ext uri="{FF2B5EF4-FFF2-40B4-BE49-F238E27FC236}">
                <a16:creationId xmlns:a16="http://schemas.microsoft.com/office/drawing/2014/main" id="{713FE5D9-F3C6-F2D4-8554-302DA1B7EA16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27C52E-232B-BA1A-DA85-DF1804659F69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F55A2D"/>
                </a:solidFill>
              </a:rPr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REDACTED_00355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39FF42-55E0-F33C-38AC-19A953C97441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55A2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REDACTED_00355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471ADAE-6504-B2B7-EA20-A433201ADF0C}"/>
              </a:ext>
            </a:extLst>
          </p:cNvPr>
          <p:cNvGrpSpPr/>
          <p:nvPr/>
        </p:nvGrpSpPr>
        <p:grpSpPr>
          <a:xfrm>
            <a:off x="3717780" y="2472279"/>
            <a:ext cx="3065147" cy="336564"/>
            <a:chOff x="3828681" y="1696973"/>
            <a:chExt cx="7721343" cy="449118"/>
          </a:xfrm>
        </p:grpSpPr>
        <p:sp>
          <p:nvSpPr>
            <p:cNvPr id="46" name="Shape 37">
              <a:extLst>
                <a:ext uri="{FF2B5EF4-FFF2-40B4-BE49-F238E27FC236}">
                  <a16:creationId xmlns:a16="http://schemas.microsoft.com/office/drawing/2014/main" id="{B1A6073B-5DB4-609D-B7DE-A957198E53C3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Shape 38">
              <a:extLst>
                <a:ext uri="{FF2B5EF4-FFF2-40B4-BE49-F238E27FC236}">
                  <a16:creationId xmlns:a16="http://schemas.microsoft.com/office/drawing/2014/main" id="{DCE763B9-CD5A-C929-2909-7806CC2B339D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 39">
              <a:extLst>
                <a:ext uri="{FF2B5EF4-FFF2-40B4-BE49-F238E27FC236}">
                  <a16:creationId xmlns:a16="http://schemas.microsoft.com/office/drawing/2014/main" id="{A1C2483D-A36A-A2ED-3C53-97E4F8075827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REDACTED_00355</a:t>
              </a:r>
              <a:endParaRPr lang="en-US" sz="800"/>
            </a:p>
          </p:txBody>
        </p:sp>
      </p:grpSp>
      <p:sp>
        <p:nvSpPr>
          <p:cNvPr id="51" name="Text 6">
            <a:extLst>
              <a:ext uri="{FF2B5EF4-FFF2-40B4-BE49-F238E27FC236}">
                <a16:creationId xmlns:a16="http://schemas.microsoft.com/office/drawing/2014/main" id="{1B59F129-5193-907D-5A04-D0206EC5020B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accent2"/>
                </a:solidFill>
              </a:rPr>
              <a:t>REDACTED_00038</a:t>
            </a:r>
          </a:p>
        </p:txBody>
      </p:sp>
      <p:sp>
        <p:nvSpPr>
          <p:cNvPr id="3" name="Shape 32">
            <a:extLst>
              <a:ext uri="{FF2B5EF4-FFF2-40B4-BE49-F238E27FC236}">
                <a16:creationId xmlns:a16="http://schemas.microsoft.com/office/drawing/2014/main" id="{5F779762-6224-53CF-87A2-BD3CFCD2C261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35">
            <a:extLst>
              <a:ext uri="{FF2B5EF4-FFF2-40B4-BE49-F238E27FC236}">
                <a16:creationId xmlns:a16="http://schemas.microsoft.com/office/drawing/2014/main" id="{DCC55948-5BBF-A3E5-0A34-5D1727768AC5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6" name="Shape 36">
            <a:extLst>
              <a:ext uri="{FF2B5EF4-FFF2-40B4-BE49-F238E27FC236}">
                <a16:creationId xmlns:a16="http://schemas.microsoft.com/office/drawing/2014/main" id="{C8CB0042-9250-89B3-BE80-6E683EC660E1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35">
            <a:extLst>
              <a:ext uri="{FF2B5EF4-FFF2-40B4-BE49-F238E27FC236}">
                <a16:creationId xmlns:a16="http://schemas.microsoft.com/office/drawing/2014/main" id="{D99801CB-B94E-2FFB-BD43-A1CB13E456CF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10" name="Shape 36">
            <a:extLst>
              <a:ext uri="{FF2B5EF4-FFF2-40B4-BE49-F238E27FC236}">
                <a16:creationId xmlns:a16="http://schemas.microsoft.com/office/drawing/2014/main" id="{A3A015D5-8F50-7E32-57B7-2CFC7B4A2F2A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22040D-BC49-3CE3-A0FE-82DDFBCB572E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12" name="PersonIcon">
              <a:extLst>
                <a:ext uri="{FF2B5EF4-FFF2-40B4-BE49-F238E27FC236}">
                  <a16:creationId xmlns:a16="http://schemas.microsoft.com/office/drawing/2014/main" id="{D7B9A4C6-2577-7AC4-EFE5-A5E94D7E7783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 107">
              <a:extLst>
                <a:ext uri="{FF2B5EF4-FFF2-40B4-BE49-F238E27FC236}">
                  <a16:creationId xmlns:a16="http://schemas.microsoft.com/office/drawing/2014/main" id="{67559382-FC1D-8FFF-ABE1-A969310F082B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4" name="Text 108">
              <a:extLst>
                <a:ext uri="{FF2B5EF4-FFF2-40B4-BE49-F238E27FC236}">
                  <a16:creationId xmlns:a16="http://schemas.microsoft.com/office/drawing/2014/main" id="{639907B2-0FA2-7F91-B2FC-1B3E877B316C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REDACTED_00351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F588D74-0F8D-8AA8-2C93-AD8D78E63220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16" name="BuildingIcon">
              <a:extLst>
                <a:ext uri="{FF2B5EF4-FFF2-40B4-BE49-F238E27FC236}">
                  <a16:creationId xmlns:a16="http://schemas.microsoft.com/office/drawing/2014/main" id="{01B51D01-DC94-79BC-7B1A-CAF16A781082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 109">
              <a:extLst>
                <a:ext uri="{FF2B5EF4-FFF2-40B4-BE49-F238E27FC236}">
                  <a16:creationId xmlns:a16="http://schemas.microsoft.com/office/drawing/2014/main" id="{56C73E40-1C75-C57F-DBE4-C0BAB3D8AEB7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8" name="Text 110">
              <a:extLst>
                <a:ext uri="{FF2B5EF4-FFF2-40B4-BE49-F238E27FC236}">
                  <a16:creationId xmlns:a16="http://schemas.microsoft.com/office/drawing/2014/main" id="{145E14E4-7A1C-192B-66F4-F7963F7873BF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REDACTED_00351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56F1D2E-2E1A-6764-8DE8-CFDAAE826CB5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20" name="GradCapIcon">
              <a:extLst>
                <a:ext uri="{FF2B5EF4-FFF2-40B4-BE49-F238E27FC236}">
                  <a16:creationId xmlns:a16="http://schemas.microsoft.com/office/drawing/2014/main" id="{B4FC1028-1242-6241-22E7-3BD287E5F6FC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 111">
              <a:extLst>
                <a:ext uri="{FF2B5EF4-FFF2-40B4-BE49-F238E27FC236}">
                  <a16:creationId xmlns:a16="http://schemas.microsoft.com/office/drawing/2014/main" id="{9FB8FE58-635F-1629-8CFE-F38F4058D718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22" name="Text 112">
              <a:extLst>
                <a:ext uri="{FF2B5EF4-FFF2-40B4-BE49-F238E27FC236}">
                  <a16:creationId xmlns:a16="http://schemas.microsoft.com/office/drawing/2014/main" id="{6A494DE8-25F1-0EF8-C4FE-79DA36C3ED0C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REDACTED_00351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3E9F187-8637-5249-6B89-A2485F24BB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5A300985-DBF4-286A-CA9E-E2CEA2B00812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REDACTED_00489</a:t>
            </a:r>
          </a:p>
          <a:p>
            <a:r>
              <a:rPr lang="en-US" sz="650" b="1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AA236C2B-B07F-DAD0-2E13-7164C3F9CC92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AD32DB8E-1044-6AA7-A90E-13F999E810DF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REDACTED_00355</a:t>
            </a: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BBA59680-EDD5-9744-4060-19F16777EFE0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REDACTED_00355</a:t>
            </a: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A023DFB-774D-9DF6-C976-95258A0AA6A4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REDACTED_00355</a:t>
            </a: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F90BF148-58A8-3E18-8CC8-17AB79AD8276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REDACTED_00355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6464BD8-4D98-AE64-032F-3F830963F50B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REDACTED_00495</a:t>
            </a:r>
          </a:p>
          <a:p>
            <a:r>
              <a:rPr lang="en-US" sz="650">
                <a:solidFill>
                  <a:srgbClr val="444444"/>
                </a:solidFill>
              </a:rPr>
              <a:t>REDACTED_00599</a:t>
            </a:r>
          </a:p>
        </p:txBody>
      </p:sp>
      <p:sp>
        <p:nvSpPr>
          <p:cNvPr id="37" name="Shape 188">
            <a:extLst>
              <a:ext uri="{FF2B5EF4-FFF2-40B4-BE49-F238E27FC236}">
                <a16:creationId xmlns:a16="http://schemas.microsoft.com/office/drawing/2014/main" id="{DF1DD509-9865-4D82-0740-0C16A12E6428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0" name="Shape 189">
            <a:extLst>
              <a:ext uri="{FF2B5EF4-FFF2-40B4-BE49-F238E27FC236}">
                <a16:creationId xmlns:a16="http://schemas.microsoft.com/office/drawing/2014/main" id="{D3270C2F-3440-0D68-9128-F9F75621222E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57600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2" name="Shape 190">
            <a:extLst>
              <a:ext uri="{FF2B5EF4-FFF2-40B4-BE49-F238E27FC236}">
                <a16:creationId xmlns:a16="http://schemas.microsoft.com/office/drawing/2014/main" id="{AF446EBE-3A14-DDE2-D91B-F8617B0883D8}"/>
              </a:ext>
            </a:extLst>
          </p:cNvPr>
          <p:cNvSpPr>
            <a:spLocks/>
          </p:cNvSpPr>
          <p:nvPr/>
        </p:nvSpPr>
        <p:spPr>
          <a:xfrm>
            <a:off x="10022549" y="3413005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5" name="Shape 206">
            <a:extLst>
              <a:ext uri="{FF2B5EF4-FFF2-40B4-BE49-F238E27FC236}">
                <a16:creationId xmlns:a16="http://schemas.microsoft.com/office/drawing/2014/main" id="{0C4D1DED-DF18-994A-7EBD-D131C85B765E}"/>
              </a:ext>
            </a:extLst>
          </p:cNvPr>
          <p:cNvSpPr>
            <a:spLocks/>
          </p:cNvSpPr>
          <p:nvPr/>
        </p:nvSpPr>
        <p:spPr>
          <a:xfrm>
            <a:off x="9986549" y="2802563"/>
            <a:ext cx="396000" cy="3960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1" name="Shape 210">
            <a:extLst>
              <a:ext uri="{FF2B5EF4-FFF2-40B4-BE49-F238E27FC236}">
                <a16:creationId xmlns:a16="http://schemas.microsoft.com/office/drawing/2014/main" id="{CAE2A1C5-5E1F-2CD5-7775-471FD97F78FE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2" name="Text 191">
            <a:extLst>
              <a:ext uri="{FF2B5EF4-FFF2-40B4-BE49-F238E27FC236}">
                <a16:creationId xmlns:a16="http://schemas.microsoft.com/office/drawing/2014/main" id="{2698F404-01AE-5B09-A884-2181F94D6A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accent3"/>
                </a:solidFill>
              </a:rPr>
              <a:t>REDACTED_00051</a:t>
            </a:r>
            <a:endParaRPr lang="en-US" sz="650">
              <a:solidFill>
                <a:schemeClr val="accent3"/>
              </a:solidFill>
            </a:endParaRPr>
          </a:p>
        </p:txBody>
      </p:sp>
      <p:sp>
        <p:nvSpPr>
          <p:cNvPr id="74" name="Shape 202">
            <a:extLst>
              <a:ext uri="{FF2B5EF4-FFF2-40B4-BE49-F238E27FC236}">
                <a16:creationId xmlns:a16="http://schemas.microsoft.com/office/drawing/2014/main" id="{A24AD458-6764-29DE-FF1B-54D4757ACF72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8" name="Text 207">
            <a:extLst>
              <a:ext uri="{FF2B5EF4-FFF2-40B4-BE49-F238E27FC236}">
                <a16:creationId xmlns:a16="http://schemas.microsoft.com/office/drawing/2014/main" id="{7E2C7F2B-B1BF-B33D-ABFF-409C250D981F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REDACTED_00053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113" name="Text 211">
            <a:extLst>
              <a:ext uri="{FF2B5EF4-FFF2-40B4-BE49-F238E27FC236}">
                <a16:creationId xmlns:a16="http://schemas.microsoft.com/office/drawing/2014/main" id="{5467AB52-6801-CFE2-2981-802E318A236A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REDACTED_00057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115" name="Text 203">
            <a:extLst>
              <a:ext uri="{FF2B5EF4-FFF2-40B4-BE49-F238E27FC236}">
                <a16:creationId xmlns:a16="http://schemas.microsoft.com/office/drawing/2014/main" id="{E9A5ECD7-83C8-C0B6-A28D-69A9B33C63B5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117" name="Shape 202">
            <a:extLst>
              <a:ext uri="{FF2B5EF4-FFF2-40B4-BE49-F238E27FC236}">
                <a16:creationId xmlns:a16="http://schemas.microsoft.com/office/drawing/2014/main" id="{A9B42786-AD67-0F37-7FEB-F6D9289AC0F9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9" name="Text 207">
            <a:extLst>
              <a:ext uri="{FF2B5EF4-FFF2-40B4-BE49-F238E27FC236}">
                <a16:creationId xmlns:a16="http://schemas.microsoft.com/office/drawing/2014/main" id="{4F6C528D-51F9-BD74-358D-DDC37B0CD456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REDACTED_00090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121" name="Text 194">
            <a:extLst>
              <a:ext uri="{FF2B5EF4-FFF2-40B4-BE49-F238E27FC236}">
                <a16:creationId xmlns:a16="http://schemas.microsoft.com/office/drawing/2014/main" id="{60C3D978-EF94-6E88-1133-3A2971EF3482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2"/>
                </a:solidFill>
              </a:rPr>
              <a:t>REDACTED_00497</a:t>
            </a:r>
          </a:p>
        </p:txBody>
      </p:sp>
      <p:sp>
        <p:nvSpPr>
          <p:cNvPr id="123" name="Shape 198">
            <a:extLst>
              <a:ext uri="{FF2B5EF4-FFF2-40B4-BE49-F238E27FC236}">
                <a16:creationId xmlns:a16="http://schemas.microsoft.com/office/drawing/2014/main" id="{047941D7-2066-66C6-E325-7250E7259995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5" name="Text 199">
            <a:extLst>
              <a:ext uri="{FF2B5EF4-FFF2-40B4-BE49-F238E27FC236}">
                <a16:creationId xmlns:a16="http://schemas.microsoft.com/office/drawing/2014/main" id="{D6AB546D-732A-2D18-576F-AB7A1B54870E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F55A2D"/>
                </a:solidFill>
              </a:rPr>
              <a:t>REDACTED_00052</a:t>
            </a:r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2A7D7CD6-282B-A22E-0E5F-4D5A9353728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250" t="22534" r="13064" b="48427"/>
          <a:stretch>
            <a:fillRect/>
          </a:stretch>
        </p:blipFill>
        <p:spPr>
          <a:xfrm>
            <a:off x="92957" y="6455766"/>
            <a:ext cx="1495496" cy="3482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267AE-92AD-B6F7-21C8-30F23395F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89">
            <a:extLst>
              <a:ext uri="{FF2B5EF4-FFF2-40B4-BE49-F238E27FC236}">
                <a16:creationId xmlns:a16="http://schemas.microsoft.com/office/drawing/2014/main" id="{4CFD866B-740E-35B9-866A-C2163209A2A2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11124" b="-11124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0" name="Shape 9">
            <a:extLst>
              <a:ext uri="{FF2B5EF4-FFF2-40B4-BE49-F238E27FC236}">
                <a16:creationId xmlns:a16="http://schemas.microsoft.com/office/drawing/2014/main" id="{51617961-DC20-DEC8-CB41-EE457F739424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3" name="Shape 46">
            <a:extLst>
              <a:ext uri="{FF2B5EF4-FFF2-40B4-BE49-F238E27FC236}">
                <a16:creationId xmlns:a16="http://schemas.microsoft.com/office/drawing/2014/main" id="{C1043A65-585D-36C3-4E6C-F7BC33DE7F53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1" name="Shape 46">
            <a:extLst>
              <a:ext uri="{FF2B5EF4-FFF2-40B4-BE49-F238E27FC236}">
                <a16:creationId xmlns:a16="http://schemas.microsoft.com/office/drawing/2014/main" id="{F6C27256-3C39-F65F-17EB-215337B80217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301C817-0E8A-9D46-F934-43F3F9F6E4D0}"/>
              </a:ext>
            </a:extLst>
          </p:cNvPr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0" name="Shape 105">
            <a:extLst>
              <a:ext uri="{FF2B5EF4-FFF2-40B4-BE49-F238E27FC236}">
                <a16:creationId xmlns:a16="http://schemas.microsoft.com/office/drawing/2014/main" id="{4ED591D4-8360-786E-770E-BBDA54754005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3" name="Shape 13">
            <a:extLst>
              <a:ext uri="{FF2B5EF4-FFF2-40B4-BE49-F238E27FC236}">
                <a16:creationId xmlns:a16="http://schemas.microsoft.com/office/drawing/2014/main" id="{A68859BC-8318-659D-4749-79FD019B3992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8" name="Shape 13">
            <a:extLst>
              <a:ext uri="{FF2B5EF4-FFF2-40B4-BE49-F238E27FC236}">
                <a16:creationId xmlns:a16="http://schemas.microsoft.com/office/drawing/2014/main" id="{C2A2C9A0-0A75-FA1F-9809-A14EA1173E5A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3" name="Shape 229">
            <a:extLst>
              <a:ext uri="{FF2B5EF4-FFF2-40B4-BE49-F238E27FC236}">
                <a16:creationId xmlns:a16="http://schemas.microsoft.com/office/drawing/2014/main" id="{004592EF-031B-BBB5-6BDA-383F4D2CD9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5F1C0CC-A1C8-4BB0-222F-8D7BC4BE8515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92" name="Text 2">
            <a:extLst>
              <a:ext uri="{FF2B5EF4-FFF2-40B4-BE49-F238E27FC236}">
                <a16:creationId xmlns:a16="http://schemas.microsoft.com/office/drawing/2014/main" id="{441389EE-9E0E-41D3-918E-139620672089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accent2"/>
          </a:solidFill>
          <a:ln>
            <a:solidFill>
              <a:srgbClr val="FBBCAB"/>
            </a:solidFill>
          </a:ln>
          <a:effectLst>
            <a:outerShdw blurRad="4445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dkEdge"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  <a:latin typeface="Inter"/>
              </a:rPr>
              <a:t>REDACTED_00761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B87F846-6361-7AFE-383F-CFDE6928C061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88E1D94-F575-1E36-A4B8-67CB7D23FA9D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r>
                <a:rPr lang="en-US" sz="1100" b="1">
                  <a:solidFill>
                    <a:srgbClr val="F55A2D"/>
                  </a:solidFill>
                </a:rPr>
                <a:t>REDACTED_00762</a:t>
              </a:r>
              <a:endParaRPr lang="en-US" sz="1100">
                <a:solidFill>
                  <a:srgbClr val="F55A2D"/>
                </a:solidFill>
              </a:endParaRPr>
            </a:p>
          </p:txBody>
        </p:sp>
        <p:sp>
          <p:nvSpPr>
            <p:cNvPr id="95" name="Text 4">
              <a:extLst>
                <a:ext uri="{FF2B5EF4-FFF2-40B4-BE49-F238E27FC236}">
                  <a16:creationId xmlns:a16="http://schemas.microsoft.com/office/drawing/2014/main" id="{BCD7CD1C-DD7A-4DF2-8DD3-30A9EE9FAEFC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rgbClr val="F55A2D"/>
                  </a:solidFill>
                </a:rPr>
                <a:t>REDACTED_00461</a:t>
              </a:r>
            </a:p>
          </p:txBody>
        </p:sp>
      </p:grpSp>
      <p:sp>
        <p:nvSpPr>
          <p:cNvPr id="97" name="Shape 5">
            <a:extLst>
              <a:ext uri="{FF2B5EF4-FFF2-40B4-BE49-F238E27FC236}">
                <a16:creationId xmlns:a16="http://schemas.microsoft.com/office/drawing/2014/main" id="{769574AE-4B05-E380-ACFE-7ED0FBF12432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8" name="Text 6">
            <a:extLst>
              <a:ext uri="{FF2B5EF4-FFF2-40B4-BE49-F238E27FC236}">
                <a16:creationId xmlns:a16="http://schemas.microsoft.com/office/drawing/2014/main" id="{69A62857-8F97-292E-4AB1-D733DD9DFC9E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55A2D"/>
                </a:solidFill>
              </a:rPr>
              <a:t>REDACTED_00021</a:t>
            </a:r>
            <a:endParaRPr lang="en-US" sz="900">
              <a:solidFill>
                <a:srgbClr val="F55A2D"/>
              </a:solidFill>
            </a:endParaRPr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A887C68F-39FA-0986-CD41-D3BF91C5B544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5" name="Text 11">
            <a:extLst>
              <a:ext uri="{FF2B5EF4-FFF2-40B4-BE49-F238E27FC236}">
                <a16:creationId xmlns:a16="http://schemas.microsoft.com/office/drawing/2014/main" id="{349C362D-AE06-42D0-01FC-1D44AD2F470B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07" name="Text 12">
            <a:extLst>
              <a:ext uri="{FF2B5EF4-FFF2-40B4-BE49-F238E27FC236}">
                <a16:creationId xmlns:a16="http://schemas.microsoft.com/office/drawing/2014/main" id="{FF2FB187-35DC-52A9-EC1C-B7CA5683EC27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REDACTED_00763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REDACTED_00764</a:t>
            </a:r>
            <a:endParaRPr lang="en-US" sz="80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03273AAF-D9C2-D759-0672-536C3BE5A12A}"/>
              </a:ext>
            </a:extLst>
          </p:cNvPr>
          <p:cNvGrpSpPr/>
          <p:nvPr/>
        </p:nvGrpSpPr>
        <p:grpSpPr>
          <a:xfrm>
            <a:off x="9770789" y="1533598"/>
            <a:ext cx="2333207" cy="635929"/>
            <a:chOff x="10112273" y="2891965"/>
            <a:chExt cx="1920240" cy="580548"/>
          </a:xfrm>
        </p:grpSpPr>
        <p:sp>
          <p:nvSpPr>
            <p:cNvPr id="245" name="Shape 243">
              <a:extLst>
                <a:ext uri="{FF2B5EF4-FFF2-40B4-BE49-F238E27FC236}">
                  <a16:creationId xmlns:a16="http://schemas.microsoft.com/office/drawing/2014/main" id="{492A1625-1ECF-31CC-8740-DECAB4E68F10}"/>
                </a:ext>
              </a:extLst>
            </p:cNvPr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3" name="Text 241a">
              <a:extLst>
                <a:ext uri="{FF2B5EF4-FFF2-40B4-BE49-F238E27FC236}">
                  <a16:creationId xmlns:a16="http://schemas.microsoft.com/office/drawing/2014/main" id="{48C92172-11E6-1BF9-7F10-F23EDC4A213C}"/>
                </a:ext>
              </a:extLst>
            </p:cNvPr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REDACTED_00765</a:t>
              </a:r>
            </a:p>
          </p:txBody>
        </p:sp>
        <p:sp>
          <p:nvSpPr>
            <p:cNvPr id="247" name="Text 245a">
              <a:extLst>
                <a:ext uri="{FF2B5EF4-FFF2-40B4-BE49-F238E27FC236}">
                  <a16:creationId xmlns:a16="http://schemas.microsoft.com/office/drawing/2014/main" id="{DD946A29-DEE0-C211-A67A-5ECB5EA92D34}"/>
                </a:ext>
              </a:extLst>
            </p:cNvPr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REDACTED_00766</a:t>
              </a:r>
            </a:p>
          </p:txBody>
        </p:sp>
        <p:sp>
          <p:nvSpPr>
            <p:cNvPr id="246" name="Shape 244">
              <a:extLst>
                <a:ext uri="{FF2B5EF4-FFF2-40B4-BE49-F238E27FC236}">
                  <a16:creationId xmlns:a16="http://schemas.microsoft.com/office/drawing/2014/main" id="{8B809498-5530-0173-286E-EFF2C26AC3E6}"/>
                </a:ext>
              </a:extLst>
            </p:cNvPr>
            <p:cNvSpPr/>
            <p:nvPr/>
          </p:nvSpPr>
          <p:spPr>
            <a:xfrm>
              <a:off x="10198303" y="3237891"/>
              <a:ext cx="1390000" cy="64008"/>
            </a:xfrm>
            <a:prstGeom prst="rect">
              <a:avLst/>
            </a:prstGeom>
            <a:solidFill>
              <a:srgbClr val="F55A2D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8" name="Shape 246a">
              <a:extLst>
                <a:ext uri="{FF2B5EF4-FFF2-40B4-BE49-F238E27FC236}">
                  <a16:creationId xmlns:a16="http://schemas.microsoft.com/office/drawing/2014/main" id="{E5CC9332-6E51-7AAF-9995-85EF88F24D68}"/>
                </a:ext>
              </a:extLst>
            </p:cNvPr>
            <p:cNvSpPr/>
            <p:nvPr/>
          </p:nvSpPr>
          <p:spPr>
            <a:xfrm>
              <a:off x="11588303" y="3237891"/>
              <a:ext cx="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0" name="Text 248a">
              <a:extLst>
                <a:ext uri="{FF2B5EF4-FFF2-40B4-BE49-F238E27FC236}">
                  <a16:creationId xmlns:a16="http://schemas.microsoft.com/office/drawing/2014/main" id="{186625A9-7318-0A01-172E-A9CEDE65D7D0}"/>
                </a:ext>
              </a:extLst>
            </p:cNvPr>
            <p:cNvSpPr/>
            <p:nvPr/>
          </p:nvSpPr>
          <p:spPr>
            <a:xfrm>
              <a:off x="11700022" y="3289633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REDACTED_00364</a:t>
              </a:r>
            </a:p>
          </p:txBody>
        </p:sp>
      </p:grpSp>
      <p:sp>
        <p:nvSpPr>
          <p:cNvPr id="140" name="Text 6">
            <a:extLst>
              <a:ext uri="{FF2B5EF4-FFF2-40B4-BE49-F238E27FC236}">
                <a16:creationId xmlns:a16="http://schemas.microsoft.com/office/drawing/2014/main" id="{7B8B7BAC-FD26-8A32-7D5C-59B2013ED09D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F55A2D"/>
                </a:solidFill>
              </a:rPr>
              <a:t>REDACTED_00038</a:t>
            </a:r>
          </a:p>
        </p:txBody>
      </p:sp>
      <p:sp>
        <p:nvSpPr>
          <p:cNvPr id="148" name="Shape 130">
            <a:extLst>
              <a:ext uri="{FF2B5EF4-FFF2-40B4-BE49-F238E27FC236}">
                <a16:creationId xmlns:a16="http://schemas.microsoft.com/office/drawing/2014/main" id="{33FFBE09-1928-8426-916D-9254EEDEA6A5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163B79B3-FB3F-9464-B80A-AEBB1E2C67A1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2" name="Picture 151" descr="A black and blue logo  AI-generated content may be incorrect.">
            <a:extLst>
              <a:ext uri="{FF2B5EF4-FFF2-40B4-BE49-F238E27FC236}">
                <a16:creationId xmlns:a16="http://schemas.microsoft.com/office/drawing/2014/main" id="{244CE1E7-CF7F-3000-22B2-8EB60F261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18" name="Text 11">
            <a:extLst>
              <a:ext uri="{FF2B5EF4-FFF2-40B4-BE49-F238E27FC236}">
                <a16:creationId xmlns:a16="http://schemas.microsoft.com/office/drawing/2014/main" id="{3CCB9EA6-C2A6-3030-33D9-1EB04904ADA5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REDACTED_00489</a:t>
            </a:r>
          </a:p>
          <a:p>
            <a:r>
              <a:rPr lang="en-US" sz="650">
                <a:solidFill>
                  <a:srgbClr val="444444"/>
                </a:solidFill>
              </a:rPr>
              <a:t>REDACTED_00187</a:t>
            </a:r>
          </a:p>
        </p:txBody>
      </p:sp>
      <p:sp>
        <p:nvSpPr>
          <p:cNvPr id="119" name="Text 12">
            <a:extLst>
              <a:ext uri="{FF2B5EF4-FFF2-40B4-BE49-F238E27FC236}">
                <a16:creationId xmlns:a16="http://schemas.microsoft.com/office/drawing/2014/main" id="{C7709E95-5F0C-B341-3F22-28FD4F38EC88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122" name="Text 15">
            <a:extLst>
              <a:ext uri="{FF2B5EF4-FFF2-40B4-BE49-F238E27FC236}">
                <a16:creationId xmlns:a16="http://schemas.microsoft.com/office/drawing/2014/main" id="{7B87325D-F542-4785-D4DA-9F7F9BE13CCD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REDACTED_00767</a:t>
            </a:r>
          </a:p>
        </p:txBody>
      </p:sp>
      <p:sp>
        <p:nvSpPr>
          <p:cNvPr id="126" name="Text 19">
            <a:extLst>
              <a:ext uri="{FF2B5EF4-FFF2-40B4-BE49-F238E27FC236}">
                <a16:creationId xmlns:a16="http://schemas.microsoft.com/office/drawing/2014/main" id="{9C493F82-700C-FAB7-12C7-58C97080A435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REDACTED_00768</a:t>
            </a:r>
          </a:p>
        </p:txBody>
      </p:sp>
      <p:sp>
        <p:nvSpPr>
          <p:cNvPr id="134" name="Text 23">
            <a:extLst>
              <a:ext uri="{FF2B5EF4-FFF2-40B4-BE49-F238E27FC236}">
                <a16:creationId xmlns:a16="http://schemas.microsoft.com/office/drawing/2014/main" id="{463BC2CE-0F74-31F3-536E-E0E66E549B77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REDACTED_00769</a:t>
            </a:r>
            <a:endParaRPr lang="en-US" sz="650" b="1">
              <a:solidFill>
                <a:srgbClr val="444444"/>
              </a:solidFill>
            </a:endParaRPr>
          </a:p>
        </p:txBody>
      </p:sp>
      <p:sp>
        <p:nvSpPr>
          <p:cNvPr id="138" name="Text 28">
            <a:extLst>
              <a:ext uri="{FF2B5EF4-FFF2-40B4-BE49-F238E27FC236}">
                <a16:creationId xmlns:a16="http://schemas.microsoft.com/office/drawing/2014/main" id="{C0A8968D-C49D-B1D6-4BE6-610686A0BA60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REDACTED_00770</a:t>
            </a:r>
          </a:p>
        </p:txBody>
      </p:sp>
      <p:sp>
        <p:nvSpPr>
          <p:cNvPr id="142" name="Text 32">
            <a:extLst>
              <a:ext uri="{FF2B5EF4-FFF2-40B4-BE49-F238E27FC236}">
                <a16:creationId xmlns:a16="http://schemas.microsoft.com/office/drawing/2014/main" id="{8F705EAA-2267-0733-60CF-0E2332BF5ED7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REDACTED_00495</a:t>
            </a:r>
          </a:p>
          <a:p>
            <a:r>
              <a:rPr lang="en-US" sz="650">
                <a:solidFill>
                  <a:srgbClr val="444444"/>
                </a:solidFill>
              </a:rPr>
              <a:t>REDACTED_00402</a:t>
            </a:r>
          </a:p>
        </p:txBody>
      </p:sp>
      <p:sp>
        <p:nvSpPr>
          <p:cNvPr id="67" name="Shape 188">
            <a:extLst>
              <a:ext uri="{FF2B5EF4-FFF2-40B4-BE49-F238E27FC236}">
                <a16:creationId xmlns:a16="http://schemas.microsoft.com/office/drawing/2014/main" id="{93F21F11-FA52-53C9-5DF2-4B0DA1E363D4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8" name="Shape 189">
            <a:extLst>
              <a:ext uri="{FF2B5EF4-FFF2-40B4-BE49-F238E27FC236}">
                <a16:creationId xmlns:a16="http://schemas.microsoft.com/office/drawing/2014/main" id="{70C86237-22D3-4C35-7950-DDB2B152CC70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29489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9" name="Shape 190">
            <a:extLst>
              <a:ext uri="{FF2B5EF4-FFF2-40B4-BE49-F238E27FC236}">
                <a16:creationId xmlns:a16="http://schemas.microsoft.com/office/drawing/2014/main" id="{76EE7625-33B9-52BE-2C6C-DF8F9E404A0C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75" name="Shape 193">
            <a:extLst>
              <a:ext uri="{FF2B5EF4-FFF2-40B4-BE49-F238E27FC236}">
                <a16:creationId xmlns:a16="http://schemas.microsoft.com/office/drawing/2014/main" id="{DECDE9AB-1354-95E8-1E0D-B10B1F578A66}"/>
              </a:ext>
            </a:extLst>
          </p:cNvPr>
          <p:cNvSpPr>
            <a:spLocks/>
          </p:cNvSpPr>
          <p:nvPr/>
        </p:nvSpPr>
        <p:spPr>
          <a:xfrm>
            <a:off x="10022549" y="3399765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77" name="Shape 198">
            <a:extLst>
              <a:ext uri="{FF2B5EF4-FFF2-40B4-BE49-F238E27FC236}">
                <a16:creationId xmlns:a16="http://schemas.microsoft.com/office/drawing/2014/main" id="{22B18BC1-8188-F2F8-6018-1AC8451E84AF}"/>
              </a:ext>
            </a:extLst>
          </p:cNvPr>
          <p:cNvSpPr>
            <a:spLocks/>
          </p:cNvSpPr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79" name="Shape 202">
            <a:extLst>
              <a:ext uri="{FF2B5EF4-FFF2-40B4-BE49-F238E27FC236}">
                <a16:creationId xmlns:a16="http://schemas.microsoft.com/office/drawing/2014/main" id="{C1090725-5C7D-D749-1F62-EC7831568E1F}"/>
              </a:ext>
            </a:extLst>
          </p:cNvPr>
          <p:cNvSpPr>
            <a:spLocks/>
          </p:cNvSpPr>
          <p:nvPr/>
        </p:nvSpPr>
        <p:spPr>
          <a:xfrm>
            <a:off x="10022549" y="5091096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1" name="Shape 206">
            <a:extLst>
              <a:ext uri="{FF2B5EF4-FFF2-40B4-BE49-F238E27FC236}">
                <a16:creationId xmlns:a16="http://schemas.microsoft.com/office/drawing/2014/main" id="{0634B23F-1321-AE5D-FD52-15E9CEF42CB1}"/>
              </a:ext>
            </a:extLst>
          </p:cNvPr>
          <p:cNvSpPr>
            <a:spLocks/>
          </p:cNvSpPr>
          <p:nvPr/>
        </p:nvSpPr>
        <p:spPr>
          <a:xfrm>
            <a:off x="9986549" y="4483866"/>
            <a:ext cx="396000" cy="3960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3" name="Shape 210">
            <a:extLst>
              <a:ext uri="{FF2B5EF4-FFF2-40B4-BE49-F238E27FC236}">
                <a16:creationId xmlns:a16="http://schemas.microsoft.com/office/drawing/2014/main" id="{E016D854-60F0-924F-3D9E-0BABA9F4CA46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4" name="Text 191">
            <a:extLst>
              <a:ext uri="{FF2B5EF4-FFF2-40B4-BE49-F238E27FC236}">
                <a16:creationId xmlns:a16="http://schemas.microsoft.com/office/drawing/2014/main" id="{38A08ACF-C0CF-1E3E-3072-71B8EA25B900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REDACTED_00051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76" name="Text 194">
            <a:extLst>
              <a:ext uri="{FF2B5EF4-FFF2-40B4-BE49-F238E27FC236}">
                <a16:creationId xmlns:a16="http://schemas.microsoft.com/office/drawing/2014/main" id="{2D7961E7-877B-7D75-7DFC-59F10116F7D5}"/>
              </a:ext>
            </a:extLst>
          </p:cNvPr>
          <p:cNvSpPr>
            <a:spLocks/>
          </p:cNvSpPr>
          <p:nvPr/>
        </p:nvSpPr>
        <p:spPr>
          <a:xfrm>
            <a:off x="10040549" y="34252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F55A2D"/>
                </a:solidFill>
              </a:rPr>
              <a:t>REDACTED_00497</a:t>
            </a:r>
          </a:p>
        </p:txBody>
      </p:sp>
      <p:sp>
        <p:nvSpPr>
          <p:cNvPr id="78" name="Text 199">
            <a:extLst>
              <a:ext uri="{FF2B5EF4-FFF2-40B4-BE49-F238E27FC236}">
                <a16:creationId xmlns:a16="http://schemas.microsoft.com/office/drawing/2014/main" id="{41593C3B-6830-0C42-DD2E-58D080B36641}"/>
              </a:ext>
            </a:extLst>
          </p:cNvPr>
          <p:cNvSpPr>
            <a:spLocks/>
          </p:cNvSpPr>
          <p:nvPr/>
        </p:nvSpPr>
        <p:spPr>
          <a:xfrm>
            <a:off x="10040549" y="39672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REDACTED_00052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82" name="Text 207">
            <a:extLst>
              <a:ext uri="{FF2B5EF4-FFF2-40B4-BE49-F238E27FC236}">
                <a16:creationId xmlns:a16="http://schemas.microsoft.com/office/drawing/2014/main" id="{91DC9A2C-D50D-CDC6-F8D7-C8C36681881D}"/>
              </a:ext>
            </a:extLst>
          </p:cNvPr>
          <p:cNvSpPr>
            <a:spLocks/>
          </p:cNvSpPr>
          <p:nvPr/>
        </p:nvSpPr>
        <p:spPr>
          <a:xfrm>
            <a:off x="10040549" y="50870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REDACTED_00053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84" name="Text 211">
            <a:extLst>
              <a:ext uri="{FF2B5EF4-FFF2-40B4-BE49-F238E27FC236}">
                <a16:creationId xmlns:a16="http://schemas.microsoft.com/office/drawing/2014/main" id="{16A2D73D-BE03-7694-C643-1DB501EF2350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REDACTED_00057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80" name="Text 203">
            <a:extLst>
              <a:ext uri="{FF2B5EF4-FFF2-40B4-BE49-F238E27FC236}">
                <a16:creationId xmlns:a16="http://schemas.microsoft.com/office/drawing/2014/main" id="{D5CF2687-F93B-64F4-188A-F40DB36DE7D4}"/>
              </a:ext>
            </a:extLst>
          </p:cNvPr>
          <p:cNvSpPr>
            <a:spLocks/>
          </p:cNvSpPr>
          <p:nvPr/>
        </p:nvSpPr>
        <p:spPr>
          <a:xfrm>
            <a:off x="10022549" y="450910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157" name="Text 211a">
            <a:extLst>
              <a:ext uri="{FF2B5EF4-FFF2-40B4-BE49-F238E27FC236}">
                <a16:creationId xmlns:a16="http://schemas.microsoft.com/office/drawing/2014/main" id="{0378303D-4A20-484D-60DD-11BFB8CCA866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59" name="Text 213a">
            <a:extLst>
              <a:ext uri="{FF2B5EF4-FFF2-40B4-BE49-F238E27FC236}">
                <a16:creationId xmlns:a16="http://schemas.microsoft.com/office/drawing/2014/main" id="{C8879EAB-4AC7-449F-6822-484684E223B3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1" name="Text 218a">
            <a:extLst>
              <a:ext uri="{FF2B5EF4-FFF2-40B4-BE49-F238E27FC236}">
                <a16:creationId xmlns:a16="http://schemas.microsoft.com/office/drawing/2014/main" id="{CA9C8BEF-6AE5-65FF-C48F-33C5708A29B2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5" name="Shape 229">
            <a:extLst>
              <a:ext uri="{FF2B5EF4-FFF2-40B4-BE49-F238E27FC236}">
                <a16:creationId xmlns:a16="http://schemas.microsoft.com/office/drawing/2014/main" id="{8699EB51-38F3-76C5-E8B6-B7F21F28897A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REDACTED_00771</a:t>
            </a:r>
          </a:p>
        </p:txBody>
      </p:sp>
      <p:sp>
        <p:nvSpPr>
          <p:cNvPr id="176" name="Shape 10">
            <a:extLst>
              <a:ext uri="{FF2B5EF4-FFF2-40B4-BE49-F238E27FC236}">
                <a16:creationId xmlns:a16="http://schemas.microsoft.com/office/drawing/2014/main" id="{A7AFEA5B-C7B9-3F83-1018-2586A896C9ED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9" name="Text 31">
            <a:extLst>
              <a:ext uri="{FF2B5EF4-FFF2-40B4-BE49-F238E27FC236}">
                <a16:creationId xmlns:a16="http://schemas.microsoft.com/office/drawing/2014/main" id="{061C5804-E5A2-1CB8-7B2A-1060EC559061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81" name="Shape 32">
            <a:extLst>
              <a:ext uri="{FF2B5EF4-FFF2-40B4-BE49-F238E27FC236}">
                <a16:creationId xmlns:a16="http://schemas.microsoft.com/office/drawing/2014/main" id="{DC633DAE-92BB-1A52-EAD9-E47A383104F5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3" name="Text 33">
            <a:extLst>
              <a:ext uri="{FF2B5EF4-FFF2-40B4-BE49-F238E27FC236}">
                <a16:creationId xmlns:a16="http://schemas.microsoft.com/office/drawing/2014/main" id="{3ABECACA-9C83-FF39-3B61-EA815FE1FBE9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REDACTED_00772</a:t>
            </a: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185" name="Text 33">
            <a:extLst>
              <a:ext uri="{FF2B5EF4-FFF2-40B4-BE49-F238E27FC236}">
                <a16:creationId xmlns:a16="http://schemas.microsoft.com/office/drawing/2014/main" id="{E51CC753-BB50-3F1C-9036-9C0338160F5B}"/>
              </a:ext>
            </a:extLst>
          </p:cNvPr>
          <p:cNvSpPr/>
          <p:nvPr/>
        </p:nvSpPr>
        <p:spPr>
          <a:xfrm>
            <a:off x="180001" y="260347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REDACTED_00773</a:t>
            </a:r>
          </a:p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>
                <a:solidFill>
                  <a:srgbClr val="444444"/>
                </a:solidFill>
              </a:rPr>
              <a:t>REDACTED_00774</a:t>
            </a:r>
            <a:endParaRPr lang="en-US" sz="800"/>
          </a:p>
        </p:txBody>
      </p:sp>
      <p:sp>
        <p:nvSpPr>
          <p:cNvPr id="187" name="Text 31">
            <a:extLst>
              <a:ext uri="{FF2B5EF4-FFF2-40B4-BE49-F238E27FC236}">
                <a16:creationId xmlns:a16="http://schemas.microsoft.com/office/drawing/2014/main" id="{E156F868-BAF7-A705-DF5E-59DFD026F2D8}"/>
              </a:ext>
            </a:extLst>
          </p:cNvPr>
          <p:cNvSpPr/>
          <p:nvPr/>
        </p:nvSpPr>
        <p:spPr>
          <a:xfrm>
            <a:off x="180000" y="243621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89" name="Shape 32">
            <a:extLst>
              <a:ext uri="{FF2B5EF4-FFF2-40B4-BE49-F238E27FC236}">
                <a16:creationId xmlns:a16="http://schemas.microsoft.com/office/drawing/2014/main" id="{AEB21AF2-71C6-DF22-BE1E-5477784E8B25}"/>
              </a:ext>
            </a:extLst>
          </p:cNvPr>
          <p:cNvSpPr/>
          <p:nvPr/>
        </p:nvSpPr>
        <p:spPr>
          <a:xfrm>
            <a:off x="144000" y="255509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1" name="Shape 10">
            <a:extLst>
              <a:ext uri="{FF2B5EF4-FFF2-40B4-BE49-F238E27FC236}">
                <a16:creationId xmlns:a16="http://schemas.microsoft.com/office/drawing/2014/main" id="{C1C81D76-61C1-0254-4C85-27C135BA87BB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5" name="Shape 16">
            <a:extLst>
              <a:ext uri="{FF2B5EF4-FFF2-40B4-BE49-F238E27FC236}">
                <a16:creationId xmlns:a16="http://schemas.microsoft.com/office/drawing/2014/main" id="{E3D1CD02-613C-DD68-AAD4-DF33BA0FF419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197" name="Shape 16">
            <a:extLst>
              <a:ext uri="{FF2B5EF4-FFF2-40B4-BE49-F238E27FC236}">
                <a16:creationId xmlns:a16="http://schemas.microsoft.com/office/drawing/2014/main" id="{2EE69E20-85EA-AD96-F675-031C5E158A26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REDACTED_00775</a:t>
            </a:r>
          </a:p>
        </p:txBody>
      </p:sp>
      <p:sp>
        <p:nvSpPr>
          <p:cNvPr id="199" name="Shape 16">
            <a:extLst>
              <a:ext uri="{FF2B5EF4-FFF2-40B4-BE49-F238E27FC236}">
                <a16:creationId xmlns:a16="http://schemas.microsoft.com/office/drawing/2014/main" id="{27D927DF-294F-40A3-27A1-2335CCD2EA6C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REDACTED_00408</a:t>
            </a:r>
          </a:p>
        </p:txBody>
      </p:sp>
      <p:sp>
        <p:nvSpPr>
          <p:cNvPr id="201" name="Shape 16">
            <a:extLst>
              <a:ext uri="{FF2B5EF4-FFF2-40B4-BE49-F238E27FC236}">
                <a16:creationId xmlns:a16="http://schemas.microsoft.com/office/drawing/2014/main" id="{51BE5644-74B3-16F8-CBAF-724EB39B94ED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REDACTED_00728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18BBEA71-0A1C-2E4C-5491-8F5821C6785F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REDACTED_00078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2237770C-40EB-7D88-1739-E0425E51999C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REDACTED_00079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0012CD36-B92B-0740-09BC-F954EF1515A8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REDACTED_00080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BA2095F9-961F-9A11-56BE-4450FCCBA712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REDACTED_00081</a:t>
            </a: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0CC75930-8AD4-606A-6D3B-4198137E4C06}"/>
              </a:ext>
            </a:extLst>
          </p:cNvPr>
          <p:cNvGrpSpPr/>
          <p:nvPr/>
        </p:nvGrpSpPr>
        <p:grpSpPr>
          <a:xfrm>
            <a:off x="3717780" y="1742948"/>
            <a:ext cx="3105435" cy="330976"/>
            <a:chOff x="3828681" y="1704593"/>
            <a:chExt cx="7822831" cy="433877"/>
          </a:xfrm>
        </p:grpSpPr>
        <p:sp>
          <p:nvSpPr>
            <p:cNvPr id="225" name="Shape 37">
              <a:extLst>
                <a:ext uri="{FF2B5EF4-FFF2-40B4-BE49-F238E27FC236}">
                  <a16:creationId xmlns:a16="http://schemas.microsoft.com/office/drawing/2014/main" id="{E331F669-FBF1-DB9C-3DE1-791566EAE055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A67E4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6" name="Shape 38">
              <a:extLst>
                <a:ext uri="{FF2B5EF4-FFF2-40B4-BE49-F238E27FC236}">
                  <a16:creationId xmlns:a16="http://schemas.microsoft.com/office/drawing/2014/main" id="{0CE8C913-5887-CC36-4284-C4AB5DEBB395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F55A2D"/>
            </a:solidFill>
            <a:ln w="6350">
              <a:solidFill>
                <a:srgbClr val="F55A2D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7" name="Text 39">
              <a:extLst>
                <a:ext uri="{FF2B5EF4-FFF2-40B4-BE49-F238E27FC236}">
                  <a16:creationId xmlns:a16="http://schemas.microsoft.com/office/drawing/2014/main" id="{CD21E372-0E60-0924-0A7B-4569B4A3A5F9}"/>
                </a:ext>
              </a:extLst>
            </p:cNvPr>
            <p:cNvSpPr/>
            <p:nvPr/>
          </p:nvSpPr>
          <p:spPr>
            <a:xfrm>
              <a:off x="4044558" y="1704593"/>
              <a:ext cx="7606954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REDACTED_00776</a:t>
              </a:r>
              <a:endParaRPr lang="en-US" sz="80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EB5D4838-0AF7-1C28-D46B-6C6F6D5224ED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29" name="Shape 37">
              <a:extLst>
                <a:ext uri="{FF2B5EF4-FFF2-40B4-BE49-F238E27FC236}">
                  <a16:creationId xmlns:a16="http://schemas.microsoft.com/office/drawing/2014/main" id="{6F604083-9B17-0FEB-A4B6-43C596D95A14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A67E4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0" name="Shape 38">
              <a:extLst>
                <a:ext uri="{FF2B5EF4-FFF2-40B4-BE49-F238E27FC236}">
                  <a16:creationId xmlns:a16="http://schemas.microsoft.com/office/drawing/2014/main" id="{6E297E5F-2181-F4D9-965E-FF660F0DE06B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F55A2D"/>
            </a:solidFill>
            <a:ln w="6350">
              <a:solidFill>
                <a:srgbClr val="F55A2D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1" name="Text 39">
              <a:extLst>
                <a:ext uri="{FF2B5EF4-FFF2-40B4-BE49-F238E27FC236}">
                  <a16:creationId xmlns:a16="http://schemas.microsoft.com/office/drawing/2014/main" id="{792C4AB5-F937-F68D-BDB9-6A1D7234F0E8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REDACTED_00777</a:t>
              </a:r>
              <a:endParaRPr lang="en-US" sz="800"/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7BE61CD1-9D6D-E5C1-5FF3-2E627897F805}"/>
              </a:ext>
            </a:extLst>
          </p:cNvPr>
          <p:cNvGrpSpPr/>
          <p:nvPr/>
        </p:nvGrpSpPr>
        <p:grpSpPr>
          <a:xfrm>
            <a:off x="3717780" y="2472279"/>
            <a:ext cx="3065147" cy="336564"/>
            <a:chOff x="3828681" y="1696973"/>
            <a:chExt cx="7721343" cy="449118"/>
          </a:xfrm>
        </p:grpSpPr>
        <p:sp>
          <p:nvSpPr>
            <p:cNvPr id="233" name="Shape 37">
              <a:extLst>
                <a:ext uri="{FF2B5EF4-FFF2-40B4-BE49-F238E27FC236}">
                  <a16:creationId xmlns:a16="http://schemas.microsoft.com/office/drawing/2014/main" id="{B16C7AD7-F9E1-1527-10FE-A6A490CE3C40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A67E4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4" name="Shape 38">
              <a:extLst>
                <a:ext uri="{FF2B5EF4-FFF2-40B4-BE49-F238E27FC236}">
                  <a16:creationId xmlns:a16="http://schemas.microsoft.com/office/drawing/2014/main" id="{F5F8F2EB-8A37-9E93-9727-5B8386919CB9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rgbClr val="F55A2D"/>
            </a:solidFill>
            <a:ln w="6350">
              <a:solidFill>
                <a:srgbClr val="F55A2D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5" name="Text 39">
              <a:extLst>
                <a:ext uri="{FF2B5EF4-FFF2-40B4-BE49-F238E27FC236}">
                  <a16:creationId xmlns:a16="http://schemas.microsoft.com/office/drawing/2014/main" id="{09F9EA76-1A53-683C-3FCF-D9D6934F74BA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REDACTED_00778</a:t>
              </a:r>
              <a:endParaRPr lang="en-US" sz="800"/>
            </a:p>
          </p:txBody>
        </p:sp>
      </p:grpSp>
      <p:sp>
        <p:nvSpPr>
          <p:cNvPr id="236" name="Shape 229">
            <a:extLst>
              <a:ext uri="{FF2B5EF4-FFF2-40B4-BE49-F238E27FC236}">
                <a16:creationId xmlns:a16="http://schemas.microsoft.com/office/drawing/2014/main" id="{30D7D38A-D3C1-D777-B822-9A9623DB9A1D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REDACTED_00082</a:t>
            </a:r>
          </a:p>
        </p:txBody>
      </p:sp>
      <p:sp>
        <p:nvSpPr>
          <p:cNvPr id="238" name="Shape 46">
            <a:extLst>
              <a:ext uri="{FF2B5EF4-FFF2-40B4-BE49-F238E27FC236}">
                <a16:creationId xmlns:a16="http://schemas.microsoft.com/office/drawing/2014/main" id="{64E78A97-5256-8A1A-7C49-A1972631D588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7882C782-878E-8FA1-A737-D1E003F38C4E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REDACTED_00779</a:t>
            </a: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277" name="Text 35">
            <a:extLst>
              <a:ext uri="{FF2B5EF4-FFF2-40B4-BE49-F238E27FC236}">
                <a16:creationId xmlns:a16="http://schemas.microsoft.com/office/drawing/2014/main" id="{4739F55C-8843-E990-1039-FFABCC656FAB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79" name="Shape 36">
            <a:extLst>
              <a:ext uri="{FF2B5EF4-FFF2-40B4-BE49-F238E27FC236}">
                <a16:creationId xmlns:a16="http://schemas.microsoft.com/office/drawing/2014/main" id="{79EF97BB-E46D-CE7A-1644-767B2B43560C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1" name="Shape 36">
            <a:extLst>
              <a:ext uri="{FF2B5EF4-FFF2-40B4-BE49-F238E27FC236}">
                <a16:creationId xmlns:a16="http://schemas.microsoft.com/office/drawing/2014/main" id="{E37C7FDF-7D44-0126-E5F8-CD97C2173E23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3" name="Text 35">
            <a:extLst>
              <a:ext uri="{FF2B5EF4-FFF2-40B4-BE49-F238E27FC236}">
                <a16:creationId xmlns:a16="http://schemas.microsoft.com/office/drawing/2014/main" id="{F4CF97F5-31E5-1727-05B0-EA3038B550C0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pic>
        <p:nvPicPr>
          <p:cNvPr id="299" name="Graphic 298" descr="Door Closed with solid fill">
            <a:extLst>
              <a:ext uri="{FF2B5EF4-FFF2-40B4-BE49-F238E27FC236}">
                <a16:creationId xmlns:a16="http://schemas.microsoft.com/office/drawing/2014/main" id="{7C138AFB-6FCE-22E6-8964-C2CA3C67D5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20670" y="118147"/>
            <a:ext cx="288000" cy="288000"/>
          </a:xfrm>
          <a:prstGeom prst="rect">
            <a:avLst/>
          </a:prstGeom>
        </p:spPr>
      </p:pic>
      <p:sp>
        <p:nvSpPr>
          <p:cNvPr id="301" name="Text 17">
            <a:extLst>
              <a:ext uri="{FF2B5EF4-FFF2-40B4-BE49-F238E27FC236}">
                <a16:creationId xmlns:a16="http://schemas.microsoft.com/office/drawing/2014/main" id="{AA2292DC-426D-91CB-6B5C-A4B45EF14D61}"/>
              </a:ext>
            </a:extLst>
          </p:cNvPr>
          <p:cNvSpPr/>
          <p:nvPr/>
        </p:nvSpPr>
        <p:spPr>
          <a:xfrm>
            <a:off x="10953236" y="153737"/>
            <a:ext cx="1008275" cy="2215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F55A2D"/>
                </a:solidFill>
              </a:rPr>
              <a:t>REDACTED_00013</a:t>
            </a:r>
            <a:endParaRPr lang="en-US" sz="850">
              <a:solidFill>
                <a:srgbClr val="F55A2D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B65D0A-3DCA-8C0E-CB26-203F4E82C74C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F55A2D"/>
                </a:solidFill>
              </a:rPr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REDACTED_00780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REDACTED_00781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E7B52B-08ED-BE48-EE16-8490B6520C62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55A2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REDACTED_00782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REDACTED_00783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32">
            <a:extLst>
              <a:ext uri="{FF2B5EF4-FFF2-40B4-BE49-F238E27FC236}">
                <a16:creationId xmlns:a16="http://schemas.microsoft.com/office/drawing/2014/main" id="{BE8A1917-4D23-D612-9C86-64DBA3D03340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35">
            <a:extLst>
              <a:ext uri="{FF2B5EF4-FFF2-40B4-BE49-F238E27FC236}">
                <a16:creationId xmlns:a16="http://schemas.microsoft.com/office/drawing/2014/main" id="{A58F5B25-92A6-3C35-7F68-E617302D0AF5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6" name="Shape 36">
            <a:extLst>
              <a:ext uri="{FF2B5EF4-FFF2-40B4-BE49-F238E27FC236}">
                <a16:creationId xmlns:a16="http://schemas.microsoft.com/office/drawing/2014/main" id="{FF6389BB-7BAC-307D-AA76-C28CF05972D2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35">
            <a:extLst>
              <a:ext uri="{FF2B5EF4-FFF2-40B4-BE49-F238E27FC236}">
                <a16:creationId xmlns:a16="http://schemas.microsoft.com/office/drawing/2014/main" id="{711AC050-BC1C-F6E3-9612-02A905683619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10" name="Shape 36">
            <a:extLst>
              <a:ext uri="{FF2B5EF4-FFF2-40B4-BE49-F238E27FC236}">
                <a16:creationId xmlns:a16="http://schemas.microsoft.com/office/drawing/2014/main" id="{40A11821-3AD3-0EDB-5826-3940D1BDC75F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1DAED96-D308-26FC-01DF-EE68EB48F50B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12" name="PersonIcon">
              <a:extLst>
                <a:ext uri="{FF2B5EF4-FFF2-40B4-BE49-F238E27FC236}">
                  <a16:creationId xmlns:a16="http://schemas.microsoft.com/office/drawing/2014/main" id="{C1203E48-A312-1012-D221-63D3D082C553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 107">
              <a:extLst>
                <a:ext uri="{FF2B5EF4-FFF2-40B4-BE49-F238E27FC236}">
                  <a16:creationId xmlns:a16="http://schemas.microsoft.com/office/drawing/2014/main" id="{31E11E0D-67BB-14D2-BBAA-DEC341FB73F9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14" name="Text 108">
              <a:extLst>
                <a:ext uri="{FF2B5EF4-FFF2-40B4-BE49-F238E27FC236}">
                  <a16:creationId xmlns:a16="http://schemas.microsoft.com/office/drawing/2014/main" id="{44E24F7F-A4CB-20E9-F725-A0716E21CB38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REDACTED_00004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3281961-6638-3630-5C48-EAC6E4958B3A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16" name="BuildingIcon">
              <a:extLst>
                <a:ext uri="{FF2B5EF4-FFF2-40B4-BE49-F238E27FC236}">
                  <a16:creationId xmlns:a16="http://schemas.microsoft.com/office/drawing/2014/main" id="{749EC651-6544-4F68-3EC3-554220908C6E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 109">
              <a:extLst>
                <a:ext uri="{FF2B5EF4-FFF2-40B4-BE49-F238E27FC236}">
                  <a16:creationId xmlns:a16="http://schemas.microsoft.com/office/drawing/2014/main" id="{73C35795-9646-235C-6C64-96AEEB1F0971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8" name="Text 110">
              <a:extLst>
                <a:ext uri="{FF2B5EF4-FFF2-40B4-BE49-F238E27FC236}">
                  <a16:creationId xmlns:a16="http://schemas.microsoft.com/office/drawing/2014/main" id="{17F476A0-A88B-F545-45E4-EB52D67A12E7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REDACTED_00351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335EEEE-53FD-47DD-88B1-2C01F3CE3BA0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20" name="GradCapIcon">
              <a:extLst>
                <a:ext uri="{FF2B5EF4-FFF2-40B4-BE49-F238E27FC236}">
                  <a16:creationId xmlns:a16="http://schemas.microsoft.com/office/drawing/2014/main" id="{66584B7E-82EF-1A08-345E-654166494F1A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 111">
              <a:extLst>
                <a:ext uri="{FF2B5EF4-FFF2-40B4-BE49-F238E27FC236}">
                  <a16:creationId xmlns:a16="http://schemas.microsoft.com/office/drawing/2014/main" id="{4728540C-9793-038F-94D6-1961399938AD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22" name="Text 112">
              <a:extLst>
                <a:ext uri="{FF2B5EF4-FFF2-40B4-BE49-F238E27FC236}">
                  <a16:creationId xmlns:a16="http://schemas.microsoft.com/office/drawing/2014/main" id="{5B5F687E-590F-BA9C-992F-D1B2A6CC25DD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REDACTED_00784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C175D39-F5A2-47AB-BB9B-C704BC523D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9200" y="4413600"/>
            <a:ext cx="1315738" cy="1879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08C42F5-130B-2CC3-3CCB-C9CB6EF40CD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250" t="22534" r="13064" b="48427"/>
          <a:stretch>
            <a:fillRect/>
          </a:stretch>
        </p:blipFill>
        <p:spPr>
          <a:xfrm>
            <a:off x="92957" y="6455766"/>
            <a:ext cx="1495496" cy="34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882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13">
            <a:extLst>
              <a:ext uri="{FF2B5EF4-FFF2-40B4-BE49-F238E27FC236}">
                <a16:creationId xmlns:a16="http://schemas.microsoft.com/office/drawing/2014/main" id="{0C363A5E-D4D4-3BEE-05B4-9AAEF14DB6B9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5" name="Shape 13">
            <a:extLst>
              <a:ext uri="{FF2B5EF4-FFF2-40B4-BE49-F238E27FC236}">
                <a16:creationId xmlns:a16="http://schemas.microsoft.com/office/drawing/2014/main" id="{08810200-DAC6-D972-16A0-E17EA71185B7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8" name="Shape 13">
            <a:extLst>
              <a:ext uri="{FF2B5EF4-FFF2-40B4-BE49-F238E27FC236}">
                <a16:creationId xmlns:a16="http://schemas.microsoft.com/office/drawing/2014/main" id="{D2C591E2-BF13-221C-12B2-B03DEDC3767F}"/>
              </a:ext>
            </a:extLst>
          </p:cNvPr>
          <p:cNvSpPr/>
          <p:nvPr/>
        </p:nvSpPr>
        <p:spPr>
          <a:xfrm>
            <a:off x="9682785" y="532800"/>
            <a:ext cx="2509215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2" name="Shape 89">
            <a:extLst>
              <a:ext uri="{FF2B5EF4-FFF2-40B4-BE49-F238E27FC236}">
                <a16:creationId xmlns:a16="http://schemas.microsoft.com/office/drawing/2014/main" id="{DC4A80C3-59F8-8F96-5426-9D4EF91852C1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30948" b="-29742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9" name="Shape 9">
            <a:extLst>
              <a:ext uri="{FF2B5EF4-FFF2-40B4-BE49-F238E27FC236}">
                <a16:creationId xmlns:a16="http://schemas.microsoft.com/office/drawing/2014/main" id="{57BDDC94-F42A-4E31-7536-C0F2961E87F0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9" name="Shape 46">
            <a:extLst>
              <a:ext uri="{FF2B5EF4-FFF2-40B4-BE49-F238E27FC236}">
                <a16:creationId xmlns:a16="http://schemas.microsoft.com/office/drawing/2014/main" id="{A7ED6591-00E9-FF03-AF28-5BC9B293BAD3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4" name="Shape 46">
            <a:extLst>
              <a:ext uri="{FF2B5EF4-FFF2-40B4-BE49-F238E27FC236}">
                <a16:creationId xmlns:a16="http://schemas.microsoft.com/office/drawing/2014/main" id="{AF001F67-CD3C-FE28-D3B4-FED5EE3F0431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5" name="Shape 105">
            <a:extLst>
              <a:ext uri="{FF2B5EF4-FFF2-40B4-BE49-F238E27FC236}">
                <a16:creationId xmlns:a16="http://schemas.microsoft.com/office/drawing/2014/main" id="{E2D944B7-2533-1FB3-E351-77852C83D02B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0" name="Shape 229">
            <a:extLst>
              <a:ext uri="{FF2B5EF4-FFF2-40B4-BE49-F238E27FC236}">
                <a16:creationId xmlns:a16="http://schemas.microsoft.com/office/drawing/2014/main" id="{BA016DD1-3A4C-EC8E-00EB-216A04416B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1" name="Shape 229">
            <a:extLst>
              <a:ext uri="{FF2B5EF4-FFF2-40B4-BE49-F238E27FC236}">
                <a16:creationId xmlns:a16="http://schemas.microsoft.com/office/drawing/2014/main" id="{C5822AED-C537-8803-4304-D3722798D7B5}"/>
              </a:ext>
            </a:extLst>
          </p:cNvPr>
          <p:cNvSpPr/>
          <p:nvPr/>
        </p:nvSpPr>
        <p:spPr>
          <a:xfrm>
            <a:off x="6483710" y="9463782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Shape 46">
            <a:extLst>
              <a:ext uri="{FF2B5EF4-FFF2-40B4-BE49-F238E27FC236}">
                <a16:creationId xmlns:a16="http://schemas.microsoft.com/office/drawing/2014/main" id="{E952647B-AA34-644A-1BCF-2201156422B6}"/>
              </a:ext>
            </a:extLst>
          </p:cNvPr>
          <p:cNvSpPr/>
          <p:nvPr/>
        </p:nvSpPr>
        <p:spPr>
          <a:xfrm>
            <a:off x="3479395" y="9463782"/>
            <a:ext cx="2952529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16B7230-01CE-1A5A-1304-433661BA7A72}"/>
              </a:ext>
            </a:extLst>
          </p:cNvPr>
          <p:cNvSpPr txBox="1"/>
          <p:nvPr/>
        </p:nvSpPr>
        <p:spPr>
          <a:xfrm>
            <a:off x="6583710" y="9563782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7122F7C-D60A-D19E-D384-00DC2FD41886}"/>
              </a:ext>
            </a:extLst>
          </p:cNvPr>
          <p:cNvSpPr txBox="1"/>
          <p:nvPr/>
        </p:nvSpPr>
        <p:spPr>
          <a:xfrm>
            <a:off x="3579395" y="9563782"/>
            <a:ext cx="274888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REDACTED_00785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REDACTED_00786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REDACTED_00787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3E27A94-6783-A72E-9CC1-920A91D78067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91" name="Text 2">
            <a:extLst>
              <a:ext uri="{FF2B5EF4-FFF2-40B4-BE49-F238E27FC236}">
                <a16:creationId xmlns:a16="http://schemas.microsoft.com/office/drawing/2014/main" id="{2AC60E69-6276-5B52-9997-1C726BA08E3B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accent2"/>
          </a:solidFill>
          <a:ln>
            <a:solidFill>
              <a:srgbClr val="FBBCAB"/>
            </a:solidFill>
          </a:ln>
          <a:effectLst>
            <a:outerShdw blurRad="4445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dkEdge"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  <a:latin typeface="Inter"/>
              </a:rPr>
              <a:t>REDACTED_00788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CB7982D-9BFD-0F7C-CD72-AA2F20D61BB8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0115E3B-1CF7-EC37-171F-22D3222C5092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100" b="1">
                  <a:solidFill>
                    <a:srgbClr val="F55A2D"/>
                  </a:solidFill>
                </a:defRPr>
              </a:lvl1pPr>
            </a:lstStyle>
            <a:p>
              <a:r>
                <a:rPr lang="en-US"/>
                <a:t>REDACTED_00789</a:t>
              </a:r>
            </a:p>
          </p:txBody>
        </p:sp>
        <p:sp>
          <p:nvSpPr>
            <p:cNvPr id="94" name="Text 4">
              <a:extLst>
                <a:ext uri="{FF2B5EF4-FFF2-40B4-BE49-F238E27FC236}">
                  <a16:creationId xmlns:a16="http://schemas.microsoft.com/office/drawing/2014/main" id="{C1BA4CFE-BD5C-8EEB-5299-5F62A1DEAE76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2"/>
                  </a:solidFill>
                </a:rPr>
                <a:t>REDACTED_00461</a:t>
              </a:r>
            </a:p>
          </p:txBody>
        </p:sp>
      </p:grpSp>
      <p:sp>
        <p:nvSpPr>
          <p:cNvPr id="96" name="Shape 5">
            <a:extLst>
              <a:ext uri="{FF2B5EF4-FFF2-40B4-BE49-F238E27FC236}">
                <a16:creationId xmlns:a16="http://schemas.microsoft.com/office/drawing/2014/main" id="{6E4E67ED-2E47-ABB9-4E37-7577914B071D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3"/>
              </a:solidFill>
            </a:endParaRPr>
          </a:p>
        </p:txBody>
      </p:sp>
      <p:sp>
        <p:nvSpPr>
          <p:cNvPr id="97" name="Text 6">
            <a:extLst>
              <a:ext uri="{FF2B5EF4-FFF2-40B4-BE49-F238E27FC236}">
                <a16:creationId xmlns:a16="http://schemas.microsoft.com/office/drawing/2014/main" id="{78C08C8B-BDA8-1AEE-497A-0B4E244B7A43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2"/>
                </a:solidFill>
              </a:rPr>
              <a:t>REDACTED_00195</a:t>
            </a:r>
            <a:endParaRPr lang="en-US" sz="900">
              <a:solidFill>
                <a:schemeClr val="accent2"/>
              </a:solidFill>
            </a:endParaRPr>
          </a:p>
        </p:txBody>
      </p:sp>
      <p:sp>
        <p:nvSpPr>
          <p:cNvPr id="81" name="Shape 10">
            <a:extLst>
              <a:ext uri="{FF2B5EF4-FFF2-40B4-BE49-F238E27FC236}">
                <a16:creationId xmlns:a16="http://schemas.microsoft.com/office/drawing/2014/main" id="{61EA0446-CD41-625A-B291-F80D4DB7AB6C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3" name="Text 11">
            <a:extLst>
              <a:ext uri="{FF2B5EF4-FFF2-40B4-BE49-F238E27FC236}">
                <a16:creationId xmlns:a16="http://schemas.microsoft.com/office/drawing/2014/main" id="{DF675BA9-FF36-43ED-EBE4-F4B0DA7034E9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87" name="Text 12">
            <a:extLst>
              <a:ext uri="{FF2B5EF4-FFF2-40B4-BE49-F238E27FC236}">
                <a16:creationId xmlns:a16="http://schemas.microsoft.com/office/drawing/2014/main" id="{030DF9CF-A227-DC70-7723-290478E573A6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REDACTED_00790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REDACTED_00791</a:t>
            </a:r>
            <a:endParaRPr lang="en-US" sz="800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19FAB2D-9A9E-423D-1FC7-7191649B03F7}"/>
              </a:ext>
            </a:extLst>
          </p:cNvPr>
          <p:cNvGrpSpPr/>
          <p:nvPr/>
        </p:nvGrpSpPr>
        <p:grpSpPr>
          <a:xfrm>
            <a:off x="9744890" y="1533603"/>
            <a:ext cx="2347032" cy="635923"/>
            <a:chOff x="9693890" y="1603994"/>
            <a:chExt cx="2347032" cy="635923"/>
          </a:xfrm>
        </p:grpSpPr>
        <p:grpSp>
          <p:nvGrpSpPr>
            <p:cNvPr id="241" name="Group 240"/>
            <p:cNvGrpSpPr/>
            <p:nvPr/>
          </p:nvGrpSpPr>
          <p:grpSpPr>
            <a:xfrm>
              <a:off x="9693890" y="1603994"/>
              <a:ext cx="2347032" cy="635923"/>
              <a:chOff x="10112273" y="2891968"/>
              <a:chExt cx="1931619" cy="580542"/>
            </a:xfrm>
          </p:grpSpPr>
          <p:sp>
            <p:nvSpPr>
              <p:cNvPr id="245" name="Shape 243"/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3" name="Text 241a"/>
              <p:cNvSpPr/>
              <p:nvPr/>
            </p:nvSpPr>
            <p:spPr>
              <a:xfrm>
                <a:off x="10891746" y="2891968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REDACTED_00792</a:t>
                </a:r>
              </a:p>
            </p:txBody>
          </p:sp>
          <p:sp>
            <p:nvSpPr>
              <p:cNvPr id="247" name="Text 245a"/>
              <p:cNvSpPr/>
              <p:nvPr/>
            </p:nvSpPr>
            <p:spPr>
              <a:xfrm>
                <a:off x="10891748" y="3026712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REDACTED_00793</a:t>
                </a:r>
              </a:p>
            </p:txBody>
          </p:sp>
          <p:sp>
            <p:nvSpPr>
              <p:cNvPr id="49" name="Shape 245a"/>
              <p:cNvSpPr/>
              <p:nvPr/>
            </p:nvSpPr>
            <p:spPr>
              <a:xfrm>
                <a:off x="10198302" y="3237891"/>
                <a:ext cx="885882" cy="62443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accent2"/>
                </a:solidFill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9" name="Text 247a"/>
              <p:cNvSpPr/>
              <p:nvPr/>
            </p:nvSpPr>
            <p:spPr>
              <a:xfrm>
                <a:off x="11691710" y="3289630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REDACTED_00195</a:t>
                </a:r>
              </a:p>
            </p:txBody>
          </p:sp>
        </p:grpSp>
        <p:sp>
          <p:nvSpPr>
            <p:cNvPr id="101" name="Shape 245a">
              <a:extLst>
                <a:ext uri="{FF2B5EF4-FFF2-40B4-BE49-F238E27FC236}">
                  <a16:creationId xmlns:a16="http://schemas.microsoft.com/office/drawing/2014/main" id="{611E3479-95C4-F13D-EF36-1C1DACEE1792}"/>
                </a:ext>
              </a:extLst>
            </p:cNvPr>
            <p:cNvSpPr/>
            <p:nvPr/>
          </p:nvSpPr>
          <p:spPr>
            <a:xfrm>
              <a:off x="10841548" y="1982915"/>
              <a:ext cx="723600" cy="68400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23" name="Text 6">
            <a:extLst>
              <a:ext uri="{FF2B5EF4-FFF2-40B4-BE49-F238E27FC236}">
                <a16:creationId xmlns:a16="http://schemas.microsoft.com/office/drawing/2014/main" id="{6B6EEFEC-7973-46E6-DA82-57F7C1FB5E32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accent2"/>
                </a:solidFill>
              </a:rPr>
              <a:t>REDACTED_00038</a:t>
            </a:r>
          </a:p>
        </p:txBody>
      </p:sp>
      <p:sp>
        <p:nvSpPr>
          <p:cNvPr id="197" name="Shape 130">
            <a:extLst>
              <a:ext uri="{FF2B5EF4-FFF2-40B4-BE49-F238E27FC236}">
                <a16:creationId xmlns:a16="http://schemas.microsoft.com/office/drawing/2014/main" id="{94E13D0D-0921-BDF8-DED3-C3588039D1DB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21C58D83-C241-9492-D842-AF035FE380FE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05" name="Picture 204" descr="A black and blue logo  AI-generated content may be incorrect.">
            <a:extLst>
              <a:ext uri="{FF2B5EF4-FFF2-40B4-BE49-F238E27FC236}">
                <a16:creationId xmlns:a16="http://schemas.microsoft.com/office/drawing/2014/main" id="{CF7FF2FA-6375-18FC-AFB5-D271430F7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212" name="Text 211a">
            <a:extLst>
              <a:ext uri="{FF2B5EF4-FFF2-40B4-BE49-F238E27FC236}">
                <a16:creationId xmlns:a16="http://schemas.microsoft.com/office/drawing/2014/main" id="{2FA4FA9D-68D0-CAC9-1050-3E9CCDD697DA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214" name="Text 213a">
            <a:extLst>
              <a:ext uri="{FF2B5EF4-FFF2-40B4-BE49-F238E27FC236}">
                <a16:creationId xmlns:a16="http://schemas.microsoft.com/office/drawing/2014/main" id="{964694D8-5D5D-BC31-1B44-BD0ECFA5F80C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216" name="Text 218a">
            <a:extLst>
              <a:ext uri="{FF2B5EF4-FFF2-40B4-BE49-F238E27FC236}">
                <a16:creationId xmlns:a16="http://schemas.microsoft.com/office/drawing/2014/main" id="{6FE03953-D6FE-CAFC-B7F8-0FFBE9CC3080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220" name="Shape 229">
            <a:extLst>
              <a:ext uri="{FF2B5EF4-FFF2-40B4-BE49-F238E27FC236}">
                <a16:creationId xmlns:a16="http://schemas.microsoft.com/office/drawing/2014/main" id="{51354AA7-D114-34D1-37A4-FA025DA2D34F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REDACTED_00794</a:t>
            </a:r>
          </a:p>
        </p:txBody>
      </p:sp>
      <p:sp>
        <p:nvSpPr>
          <p:cNvPr id="231" name="Shape 10">
            <a:extLst>
              <a:ext uri="{FF2B5EF4-FFF2-40B4-BE49-F238E27FC236}">
                <a16:creationId xmlns:a16="http://schemas.microsoft.com/office/drawing/2014/main" id="{877CBEDA-B7D2-170C-12DE-D8ACFC18B08B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4" name="Text 31">
            <a:extLst>
              <a:ext uri="{FF2B5EF4-FFF2-40B4-BE49-F238E27FC236}">
                <a16:creationId xmlns:a16="http://schemas.microsoft.com/office/drawing/2014/main" id="{AABABCE5-5BB6-67A8-1105-60060F20F9F9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36" name="Shape 32">
            <a:extLst>
              <a:ext uri="{FF2B5EF4-FFF2-40B4-BE49-F238E27FC236}">
                <a16:creationId xmlns:a16="http://schemas.microsoft.com/office/drawing/2014/main" id="{BEADB230-287A-54E8-80BF-E37C33C1AFF4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8" name="Text 33">
            <a:extLst>
              <a:ext uri="{FF2B5EF4-FFF2-40B4-BE49-F238E27FC236}">
                <a16:creationId xmlns:a16="http://schemas.microsoft.com/office/drawing/2014/main" id="{DE5E13C5-881E-A484-DBDB-32989C0AECFB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REDACTED_00795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240" name="Text 33">
            <a:extLst>
              <a:ext uri="{FF2B5EF4-FFF2-40B4-BE49-F238E27FC236}">
                <a16:creationId xmlns:a16="http://schemas.microsoft.com/office/drawing/2014/main" id="{1152AC2A-27CF-473A-184E-C0EB9F599678}"/>
              </a:ext>
            </a:extLst>
          </p:cNvPr>
          <p:cNvSpPr/>
          <p:nvPr/>
        </p:nvSpPr>
        <p:spPr>
          <a:xfrm>
            <a:off x="180001" y="23812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REDACTED_00796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REDACTED_00797</a:t>
            </a:r>
            <a:endParaRPr lang="en-US" sz="800"/>
          </a:p>
        </p:txBody>
      </p:sp>
      <p:sp>
        <p:nvSpPr>
          <p:cNvPr id="263" name="Text 31">
            <a:extLst>
              <a:ext uri="{FF2B5EF4-FFF2-40B4-BE49-F238E27FC236}">
                <a16:creationId xmlns:a16="http://schemas.microsoft.com/office/drawing/2014/main" id="{43188923-116C-10CA-1F6A-7CB49B2F85DA}"/>
              </a:ext>
            </a:extLst>
          </p:cNvPr>
          <p:cNvSpPr/>
          <p:nvPr/>
        </p:nvSpPr>
        <p:spPr>
          <a:xfrm>
            <a:off x="180000" y="22139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65" name="Shape 32">
            <a:extLst>
              <a:ext uri="{FF2B5EF4-FFF2-40B4-BE49-F238E27FC236}">
                <a16:creationId xmlns:a16="http://schemas.microsoft.com/office/drawing/2014/main" id="{543EC1C2-FE75-83E0-2489-DFDA87A273DF}"/>
              </a:ext>
            </a:extLst>
          </p:cNvPr>
          <p:cNvSpPr/>
          <p:nvPr/>
        </p:nvSpPr>
        <p:spPr>
          <a:xfrm>
            <a:off x="144000" y="23328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7" name="Shape 10">
            <a:extLst>
              <a:ext uri="{FF2B5EF4-FFF2-40B4-BE49-F238E27FC236}">
                <a16:creationId xmlns:a16="http://schemas.microsoft.com/office/drawing/2014/main" id="{1A83AF88-CD46-1A4D-683A-4DF49B8FB15D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1" name="Shape 16">
            <a:extLst>
              <a:ext uri="{FF2B5EF4-FFF2-40B4-BE49-F238E27FC236}">
                <a16:creationId xmlns:a16="http://schemas.microsoft.com/office/drawing/2014/main" id="{6065E7B7-4CB8-402B-8E7C-4C9D3B72979A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73" name="Shape 16">
            <a:extLst>
              <a:ext uri="{FF2B5EF4-FFF2-40B4-BE49-F238E27FC236}">
                <a16:creationId xmlns:a16="http://schemas.microsoft.com/office/drawing/2014/main" id="{5AC966B0-2651-666D-3C52-E0A3B0D52A39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REDACTED_00587</a:t>
            </a:r>
          </a:p>
        </p:txBody>
      </p:sp>
      <p:sp>
        <p:nvSpPr>
          <p:cNvPr id="275" name="Shape 16">
            <a:extLst>
              <a:ext uri="{FF2B5EF4-FFF2-40B4-BE49-F238E27FC236}">
                <a16:creationId xmlns:a16="http://schemas.microsoft.com/office/drawing/2014/main" id="{F2092B8F-747B-58CF-0473-6B6DC7720FBE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REDACTED_00798</a:t>
            </a:r>
          </a:p>
        </p:txBody>
      </p:sp>
      <p:sp>
        <p:nvSpPr>
          <p:cNvPr id="277" name="Shape 16">
            <a:extLst>
              <a:ext uri="{FF2B5EF4-FFF2-40B4-BE49-F238E27FC236}">
                <a16:creationId xmlns:a16="http://schemas.microsoft.com/office/drawing/2014/main" id="{A32CADF3-F58F-14DF-4AE0-AC4BF170A3D7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REDACTED_00799</a:t>
            </a: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F48EC425-0D25-A12D-E381-0F5023683157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REDACTED_00078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B7AF591A-09CC-7C06-1A17-D090D9128778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REDACTED_00079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C69F912E-F9B5-9C9B-CD0B-4EF740DDF242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REDACTED_00080</a:t>
            </a: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1EA1BF3A-0D84-9904-6C43-67B7373BDE37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REDACTED_00081</a:t>
            </a:r>
          </a:p>
        </p:txBody>
      </p: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315FDE76-ED11-C3CC-D941-321054F45D29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301" name="Shape 37">
              <a:extLst>
                <a:ext uri="{FF2B5EF4-FFF2-40B4-BE49-F238E27FC236}">
                  <a16:creationId xmlns:a16="http://schemas.microsoft.com/office/drawing/2014/main" id="{8620994C-5860-7909-15A5-C8A5490652F8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2" name="Shape 38">
              <a:extLst>
                <a:ext uri="{FF2B5EF4-FFF2-40B4-BE49-F238E27FC236}">
                  <a16:creationId xmlns:a16="http://schemas.microsoft.com/office/drawing/2014/main" id="{5644F0F6-47A9-D7C8-1D9D-B769567CA43D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3" name="Text 39">
              <a:extLst>
                <a:ext uri="{FF2B5EF4-FFF2-40B4-BE49-F238E27FC236}">
                  <a16:creationId xmlns:a16="http://schemas.microsoft.com/office/drawing/2014/main" id="{D3C21632-7715-50EE-1CE1-0C96F6E81EBE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REDACTED_00800</a:t>
              </a:r>
            </a:p>
          </p:txBody>
        </p: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5AD6DD54-986A-CAB5-8C35-D9D3E6F00B95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305" name="Shape 37">
              <a:extLst>
                <a:ext uri="{FF2B5EF4-FFF2-40B4-BE49-F238E27FC236}">
                  <a16:creationId xmlns:a16="http://schemas.microsoft.com/office/drawing/2014/main" id="{9DF6E3FD-F7E8-DEB9-84AF-DB3984A95B64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6" name="Shape 38">
              <a:extLst>
                <a:ext uri="{FF2B5EF4-FFF2-40B4-BE49-F238E27FC236}">
                  <a16:creationId xmlns:a16="http://schemas.microsoft.com/office/drawing/2014/main" id="{5565A56E-C9B8-B2A5-D979-F09178B756B1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7" name="Text 39">
              <a:extLst>
                <a:ext uri="{FF2B5EF4-FFF2-40B4-BE49-F238E27FC236}">
                  <a16:creationId xmlns:a16="http://schemas.microsoft.com/office/drawing/2014/main" id="{6B02E45C-A48A-F4F6-9B39-7C3CA94921E2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REDACTED_00801</a:t>
              </a:r>
              <a:endParaRPr lang="en-US" sz="800"/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AAA79BF1-CD8A-0168-F98E-589A6845E42A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309" name="Shape 37">
              <a:extLst>
                <a:ext uri="{FF2B5EF4-FFF2-40B4-BE49-F238E27FC236}">
                  <a16:creationId xmlns:a16="http://schemas.microsoft.com/office/drawing/2014/main" id="{02DCC210-A2E8-ED8D-022F-201C1235AB30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0" name="Shape 38">
              <a:extLst>
                <a:ext uri="{FF2B5EF4-FFF2-40B4-BE49-F238E27FC236}">
                  <a16:creationId xmlns:a16="http://schemas.microsoft.com/office/drawing/2014/main" id="{63439FFE-AC24-942B-8356-0583F489E40C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1" name="Text 39">
              <a:extLst>
                <a:ext uri="{FF2B5EF4-FFF2-40B4-BE49-F238E27FC236}">
                  <a16:creationId xmlns:a16="http://schemas.microsoft.com/office/drawing/2014/main" id="{6755E7F1-4906-0AA1-10AB-9062DA467BFB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REDACTED_00802</a:t>
              </a:r>
              <a:endParaRPr lang="en-US" sz="800"/>
            </a:p>
          </p:txBody>
        </p:sp>
      </p:grpSp>
      <p:sp>
        <p:nvSpPr>
          <p:cNvPr id="312" name="Shape 229">
            <a:extLst>
              <a:ext uri="{FF2B5EF4-FFF2-40B4-BE49-F238E27FC236}">
                <a16:creationId xmlns:a16="http://schemas.microsoft.com/office/drawing/2014/main" id="{B3386EBC-A32F-704E-08A1-FDC17E4E16BE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REDACTED_00082</a:t>
            </a:r>
          </a:p>
        </p:txBody>
      </p:sp>
      <p:sp>
        <p:nvSpPr>
          <p:cNvPr id="314" name="Shape 46">
            <a:extLst>
              <a:ext uri="{FF2B5EF4-FFF2-40B4-BE49-F238E27FC236}">
                <a16:creationId xmlns:a16="http://schemas.microsoft.com/office/drawing/2014/main" id="{324120F7-707B-61B0-D42B-CC6916492D08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DABA73A9-BB2A-7CED-9FC1-E670F75F4DFF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330" name="Text 35">
            <a:extLst>
              <a:ext uri="{FF2B5EF4-FFF2-40B4-BE49-F238E27FC236}">
                <a16:creationId xmlns:a16="http://schemas.microsoft.com/office/drawing/2014/main" id="{532BC9C2-38AD-8E19-0B11-CC502F2EA49F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32" name="Shape 36">
            <a:extLst>
              <a:ext uri="{FF2B5EF4-FFF2-40B4-BE49-F238E27FC236}">
                <a16:creationId xmlns:a16="http://schemas.microsoft.com/office/drawing/2014/main" id="{D30CF5BB-480C-C207-3EEA-B6452E4112B4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4" name="Shape 36">
            <a:extLst>
              <a:ext uri="{FF2B5EF4-FFF2-40B4-BE49-F238E27FC236}">
                <a16:creationId xmlns:a16="http://schemas.microsoft.com/office/drawing/2014/main" id="{6261FA7E-DF45-26C7-4438-20B49A9E8BF9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6" name="Text 35">
            <a:extLst>
              <a:ext uri="{FF2B5EF4-FFF2-40B4-BE49-F238E27FC236}">
                <a16:creationId xmlns:a16="http://schemas.microsoft.com/office/drawing/2014/main" id="{28784A60-8451-C078-E0FE-5A2911BBFFC7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352DB9-2077-037F-F4CC-290FDAE76407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F55A2D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REDACTED_00803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REDACTED_00804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AFFBF4-4394-D1BD-C97E-45798542B962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55A2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REDACTED_00805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REDACTED_00806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REDACTED_00807</a:t>
            </a:r>
            <a:r>
              <a:rPr lang="en-US" sz="800" err="1">
                <a:solidFill>
                  <a:srgbClr val="444444"/>
                </a:solidFill>
                <a:latin typeface="Calibri" panose="020F0502020204030204"/>
              </a:rPr>
              <a:t>REDACTED_00808</a:t>
            </a: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REDACTED_00809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REDACTED_00810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A1A38097-B76F-F180-0D3F-C95AB60189C2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8B6376CD-A55D-63C9-37E1-77E217B9D74F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97DC7DD0-AFF7-8229-81F7-499BA2BBEBFB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8F7D40EE-F9F1-2627-0653-F33FADF21599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4EFA6CF7-A8B7-1D08-6FBF-92BCF0DB005A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DB2FF25-3FB2-7630-90D8-6CE9DD6F9539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48" name="PersonIcon">
              <a:extLst>
                <a:ext uri="{FF2B5EF4-FFF2-40B4-BE49-F238E27FC236}">
                  <a16:creationId xmlns:a16="http://schemas.microsoft.com/office/drawing/2014/main" id="{372619BD-B005-B4BE-6DB2-2426ED7CA1F0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 107">
              <a:extLst>
                <a:ext uri="{FF2B5EF4-FFF2-40B4-BE49-F238E27FC236}">
                  <a16:creationId xmlns:a16="http://schemas.microsoft.com/office/drawing/2014/main" id="{DCD9354D-06E7-AF26-263B-36592C5E7B45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67" name="Text 108">
              <a:extLst>
                <a:ext uri="{FF2B5EF4-FFF2-40B4-BE49-F238E27FC236}">
                  <a16:creationId xmlns:a16="http://schemas.microsoft.com/office/drawing/2014/main" id="{292C3D42-1ECA-A21F-F0F4-BB7892DDFC8E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REDACTED_00004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D0FE18F-D32A-2D85-3326-D2B1EC0B991D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69" name="BuildingIcon">
              <a:extLst>
                <a:ext uri="{FF2B5EF4-FFF2-40B4-BE49-F238E27FC236}">
                  <a16:creationId xmlns:a16="http://schemas.microsoft.com/office/drawing/2014/main" id="{B5BA579F-5873-9D15-CC92-5BE0057004C7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 109">
              <a:extLst>
                <a:ext uri="{FF2B5EF4-FFF2-40B4-BE49-F238E27FC236}">
                  <a16:creationId xmlns:a16="http://schemas.microsoft.com/office/drawing/2014/main" id="{66B850CC-7215-9BF5-5E22-A5DE42C48AAA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75" name="Text 110">
              <a:extLst>
                <a:ext uri="{FF2B5EF4-FFF2-40B4-BE49-F238E27FC236}">
                  <a16:creationId xmlns:a16="http://schemas.microsoft.com/office/drawing/2014/main" id="{968DC039-6A77-690C-1792-B2F19105A732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REDACTED_00351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7B9E322-A38F-21D0-8F77-48B67067EB15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77" name="GradCapIcon">
              <a:extLst>
                <a:ext uri="{FF2B5EF4-FFF2-40B4-BE49-F238E27FC236}">
                  <a16:creationId xmlns:a16="http://schemas.microsoft.com/office/drawing/2014/main" id="{4EFE52EC-2C24-9F28-6B47-512983D741D4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8" name="Text 111">
              <a:extLst>
                <a:ext uri="{FF2B5EF4-FFF2-40B4-BE49-F238E27FC236}">
                  <a16:creationId xmlns:a16="http://schemas.microsoft.com/office/drawing/2014/main" id="{FDB99705-CBFB-720D-C77B-A6C64B403DC6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80" name="Text 112">
              <a:extLst>
                <a:ext uri="{FF2B5EF4-FFF2-40B4-BE49-F238E27FC236}">
                  <a16:creationId xmlns:a16="http://schemas.microsoft.com/office/drawing/2014/main" id="{AC35A5BF-8BFB-B19F-BB38-4AB15C5F19DE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REDACTED_00564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sp>
        <p:nvSpPr>
          <p:cNvPr id="3" name="Text 8">
            <a:extLst>
              <a:ext uri="{FF2B5EF4-FFF2-40B4-BE49-F238E27FC236}">
                <a16:creationId xmlns:a16="http://schemas.microsoft.com/office/drawing/2014/main" id="{483279AE-C1CE-B854-1781-C8CC116EC622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accent2"/>
                </a:solidFill>
              </a:rPr>
              <a:t>REDACTED_00097</a:t>
            </a:r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35817972-0D57-AD1F-1C30-7F4586AFB7A4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REDACTED_00489</a:t>
            </a:r>
          </a:p>
          <a:p>
            <a:r>
              <a:rPr lang="en-US" sz="650">
                <a:solidFill>
                  <a:srgbClr val="444444"/>
                </a:solidFill>
              </a:rPr>
              <a:t>REDACTED_00811</a:t>
            </a: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1D2B49F5-ACE8-C62E-DB35-BEDBD4064720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009D0062-B2E0-288C-2828-281BEA69861B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REDACTED_00812</a:t>
            </a:r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B453DB04-0102-0F96-73BF-F9CE56F4C526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REDACTED_00813</a:t>
            </a:r>
          </a:p>
        </p:txBody>
      </p:sp>
      <p:sp>
        <p:nvSpPr>
          <p:cNvPr id="13" name="Text 23">
            <a:extLst>
              <a:ext uri="{FF2B5EF4-FFF2-40B4-BE49-F238E27FC236}">
                <a16:creationId xmlns:a16="http://schemas.microsoft.com/office/drawing/2014/main" id="{DD0C254C-50FE-7958-307A-41DDDC79E419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REDACTED_00814</a:t>
            </a:r>
          </a:p>
        </p:txBody>
      </p:sp>
      <p:sp>
        <p:nvSpPr>
          <p:cNvPr id="15" name="Text 28">
            <a:extLst>
              <a:ext uri="{FF2B5EF4-FFF2-40B4-BE49-F238E27FC236}">
                <a16:creationId xmlns:a16="http://schemas.microsoft.com/office/drawing/2014/main" id="{AADA502C-4FCC-EFC5-9636-B31FA5F0CD9E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REDACTED_00815</a:t>
            </a:r>
          </a:p>
        </p:txBody>
      </p:sp>
      <p:sp>
        <p:nvSpPr>
          <p:cNvPr id="17" name="Text 32">
            <a:extLst>
              <a:ext uri="{FF2B5EF4-FFF2-40B4-BE49-F238E27FC236}">
                <a16:creationId xmlns:a16="http://schemas.microsoft.com/office/drawing/2014/main" id="{5CE95042-17C6-0274-B253-3983C641E7FB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REDACTED_00495</a:t>
            </a:r>
          </a:p>
          <a:p>
            <a:r>
              <a:rPr lang="en-US" sz="650">
                <a:solidFill>
                  <a:srgbClr val="444444"/>
                </a:solidFill>
              </a:rPr>
              <a:t>REDACTED_00490</a:t>
            </a:r>
          </a:p>
        </p:txBody>
      </p:sp>
      <p:sp>
        <p:nvSpPr>
          <p:cNvPr id="19" name="Shape 188">
            <a:extLst>
              <a:ext uri="{FF2B5EF4-FFF2-40B4-BE49-F238E27FC236}">
                <a16:creationId xmlns:a16="http://schemas.microsoft.com/office/drawing/2014/main" id="{9E30E9F4-54AD-D240-A149-3EBBC3FE6B17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89">
            <a:extLst>
              <a:ext uri="{FF2B5EF4-FFF2-40B4-BE49-F238E27FC236}">
                <a16:creationId xmlns:a16="http://schemas.microsoft.com/office/drawing/2014/main" id="{42E292E1-463C-9A17-CCE5-4A4631C339E0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162000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190">
            <a:extLst>
              <a:ext uri="{FF2B5EF4-FFF2-40B4-BE49-F238E27FC236}">
                <a16:creationId xmlns:a16="http://schemas.microsoft.com/office/drawing/2014/main" id="{CFC120D2-D005-0E74-17F2-997068CCEE3E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5" name="Shape 193">
            <a:extLst>
              <a:ext uri="{FF2B5EF4-FFF2-40B4-BE49-F238E27FC236}">
                <a16:creationId xmlns:a16="http://schemas.microsoft.com/office/drawing/2014/main" id="{4578915B-882A-A634-DE12-6C1F5139A962}"/>
              </a:ext>
            </a:extLst>
          </p:cNvPr>
          <p:cNvSpPr>
            <a:spLocks/>
          </p:cNvSpPr>
          <p:nvPr/>
        </p:nvSpPr>
        <p:spPr>
          <a:xfrm>
            <a:off x="10022549" y="3399765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31" name="Shape 206">
            <a:extLst>
              <a:ext uri="{FF2B5EF4-FFF2-40B4-BE49-F238E27FC236}">
                <a16:creationId xmlns:a16="http://schemas.microsoft.com/office/drawing/2014/main" id="{3CB747B2-1AB7-FFE3-79FC-4133CA7B90E4}"/>
              </a:ext>
            </a:extLst>
          </p:cNvPr>
          <p:cNvSpPr>
            <a:spLocks/>
          </p:cNvSpPr>
          <p:nvPr/>
        </p:nvSpPr>
        <p:spPr>
          <a:xfrm>
            <a:off x="9986549" y="3915253"/>
            <a:ext cx="396000" cy="3960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Shape 210">
            <a:extLst>
              <a:ext uri="{FF2B5EF4-FFF2-40B4-BE49-F238E27FC236}">
                <a16:creationId xmlns:a16="http://schemas.microsoft.com/office/drawing/2014/main" id="{DEAB8C3C-004E-1424-54A2-664903B9914D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6" name="Text 191">
            <a:extLst>
              <a:ext uri="{FF2B5EF4-FFF2-40B4-BE49-F238E27FC236}">
                <a16:creationId xmlns:a16="http://schemas.microsoft.com/office/drawing/2014/main" id="{42AB94D0-6432-3B46-2C65-E360719FEF03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REDACTED_00051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43" name="Text 194">
            <a:extLst>
              <a:ext uri="{FF2B5EF4-FFF2-40B4-BE49-F238E27FC236}">
                <a16:creationId xmlns:a16="http://schemas.microsoft.com/office/drawing/2014/main" id="{34A0D1A2-9990-D76B-2551-9D0B5BB6DC5C}"/>
              </a:ext>
            </a:extLst>
          </p:cNvPr>
          <p:cNvSpPr>
            <a:spLocks/>
          </p:cNvSpPr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F55A2D"/>
                </a:solidFill>
              </a:rPr>
              <a:t>REDACTED_00497</a:t>
            </a:r>
          </a:p>
        </p:txBody>
      </p:sp>
      <p:sp>
        <p:nvSpPr>
          <p:cNvPr id="29" name="Shape 202">
            <a:extLst>
              <a:ext uri="{FF2B5EF4-FFF2-40B4-BE49-F238E27FC236}">
                <a16:creationId xmlns:a16="http://schemas.microsoft.com/office/drawing/2014/main" id="{FDD55BA0-2DDF-F159-6160-DCB7CB21737D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5" name="Text 207">
            <a:extLst>
              <a:ext uri="{FF2B5EF4-FFF2-40B4-BE49-F238E27FC236}">
                <a16:creationId xmlns:a16="http://schemas.microsoft.com/office/drawing/2014/main" id="{A849A862-D432-383A-1806-0A65AED2D2F4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REDACTED_00053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89" name="Text 211">
            <a:extLst>
              <a:ext uri="{FF2B5EF4-FFF2-40B4-BE49-F238E27FC236}">
                <a16:creationId xmlns:a16="http://schemas.microsoft.com/office/drawing/2014/main" id="{DD903085-37C7-CBB6-F429-0A4097AB5333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REDACTED_00057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103" name="Text 203">
            <a:extLst>
              <a:ext uri="{FF2B5EF4-FFF2-40B4-BE49-F238E27FC236}">
                <a16:creationId xmlns:a16="http://schemas.microsoft.com/office/drawing/2014/main" id="{FB5AEFB3-6ADD-0911-B6B2-8346AB87E37E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106" name="Shape 202">
            <a:extLst>
              <a:ext uri="{FF2B5EF4-FFF2-40B4-BE49-F238E27FC236}">
                <a16:creationId xmlns:a16="http://schemas.microsoft.com/office/drawing/2014/main" id="{F2B941C3-E61F-9D87-BEE2-9805068D576A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7" name="Text 207">
            <a:extLst>
              <a:ext uri="{FF2B5EF4-FFF2-40B4-BE49-F238E27FC236}">
                <a16:creationId xmlns:a16="http://schemas.microsoft.com/office/drawing/2014/main" id="{5534890C-24A4-C1D9-8154-36EDC4597E4C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REDACTED_00090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82" name="Text 199">
            <a:extLst>
              <a:ext uri="{FF2B5EF4-FFF2-40B4-BE49-F238E27FC236}">
                <a16:creationId xmlns:a16="http://schemas.microsoft.com/office/drawing/2014/main" id="{A4BA4D98-DEBD-3CD4-CBDF-3A025AA33C8A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accent3"/>
                </a:solidFill>
              </a:rPr>
              <a:t>REDACTED_00052</a:t>
            </a:r>
            <a:endParaRPr lang="en-US" sz="650">
              <a:solidFill>
                <a:schemeClr val="accent3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CCFA69-78A7-627F-8577-B601967CB8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50" t="22534" r="13064" b="48427"/>
          <a:stretch>
            <a:fillRect/>
          </a:stretch>
        </p:blipFill>
        <p:spPr>
          <a:xfrm>
            <a:off x="92957" y="6455766"/>
            <a:ext cx="1495496" cy="3482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89">
            <a:extLst>
              <a:ext uri="{FF2B5EF4-FFF2-40B4-BE49-F238E27FC236}">
                <a16:creationId xmlns:a16="http://schemas.microsoft.com/office/drawing/2014/main" id="{795F8707-77C6-B578-4AB7-FD61556A2DEA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l="-755" t="-3418" r="755" b="-59352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2" name="Shape 9">
            <a:extLst>
              <a:ext uri="{FF2B5EF4-FFF2-40B4-BE49-F238E27FC236}">
                <a16:creationId xmlns:a16="http://schemas.microsoft.com/office/drawing/2014/main" id="{FF6059A4-ACD7-FAD8-A697-5AC8CFD47A79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5" name="Shape 46">
            <a:extLst>
              <a:ext uri="{FF2B5EF4-FFF2-40B4-BE49-F238E27FC236}">
                <a16:creationId xmlns:a16="http://schemas.microsoft.com/office/drawing/2014/main" id="{F7F41C8B-005C-C697-F8AB-BD1C367A2F07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0" name="Shape 46">
            <a:extLst>
              <a:ext uri="{FF2B5EF4-FFF2-40B4-BE49-F238E27FC236}">
                <a16:creationId xmlns:a16="http://schemas.microsoft.com/office/drawing/2014/main" id="{6EAD0E4A-BE5D-9CAA-23DF-5E1B9A128E55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2" name="Shape 105">
            <a:extLst>
              <a:ext uri="{FF2B5EF4-FFF2-40B4-BE49-F238E27FC236}">
                <a16:creationId xmlns:a16="http://schemas.microsoft.com/office/drawing/2014/main" id="{4318868A-5D93-9EBB-EBAB-50C906A8C3C5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5" name="Shape 13">
            <a:extLst>
              <a:ext uri="{FF2B5EF4-FFF2-40B4-BE49-F238E27FC236}">
                <a16:creationId xmlns:a16="http://schemas.microsoft.com/office/drawing/2014/main" id="{FCEAADF5-34C1-3E2F-653B-26F258BD69C5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4" name="Shape 13">
            <a:extLst>
              <a:ext uri="{FF2B5EF4-FFF2-40B4-BE49-F238E27FC236}">
                <a16:creationId xmlns:a16="http://schemas.microsoft.com/office/drawing/2014/main" id="{52C5743F-1283-4FBF-8794-220BE7EB671B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9" name="Shape 229">
            <a:extLst>
              <a:ext uri="{FF2B5EF4-FFF2-40B4-BE49-F238E27FC236}">
                <a16:creationId xmlns:a16="http://schemas.microsoft.com/office/drawing/2014/main" id="{A8826AB7-DC30-1381-ABC6-FF84146F53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7" name="Shape 229">
            <a:extLst>
              <a:ext uri="{FF2B5EF4-FFF2-40B4-BE49-F238E27FC236}">
                <a16:creationId xmlns:a16="http://schemas.microsoft.com/office/drawing/2014/main" id="{A0ADC9B7-2148-82AA-336F-A6539C37981D}"/>
              </a:ext>
            </a:extLst>
          </p:cNvPr>
          <p:cNvSpPr/>
          <p:nvPr/>
        </p:nvSpPr>
        <p:spPr>
          <a:xfrm>
            <a:off x="7201079" y="8259000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8" name="Shape 46">
            <a:extLst>
              <a:ext uri="{FF2B5EF4-FFF2-40B4-BE49-F238E27FC236}">
                <a16:creationId xmlns:a16="http://schemas.microsoft.com/office/drawing/2014/main" id="{2D22AC6E-5399-3615-EE08-239953AB6FAE}"/>
              </a:ext>
            </a:extLst>
          </p:cNvPr>
          <p:cNvSpPr/>
          <p:nvPr/>
        </p:nvSpPr>
        <p:spPr>
          <a:xfrm>
            <a:off x="4168526" y="8272518"/>
            <a:ext cx="2980767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9FF3D7-D48C-64CD-C440-7CBE4BF09408}"/>
              </a:ext>
            </a:extLst>
          </p:cNvPr>
          <p:cNvSpPr txBox="1"/>
          <p:nvPr/>
        </p:nvSpPr>
        <p:spPr>
          <a:xfrm>
            <a:off x="7301079" y="8359000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" normalizeH="0" baseline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</a:rPr>
              <a:t>REDACTED_00816</a:t>
            </a:r>
          </a:p>
          <a:p>
            <a:pPr marL="171450" marR="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</a:rPr>
              <a:t>REDACTED_00817</a:t>
            </a:r>
          </a:p>
          <a:p>
            <a:pPr marL="171450" marR="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</a:rPr>
              <a:t>REDACTED_00818</a:t>
            </a:r>
            <a:endParaRPr lang="en-US" altLang="en-US" sz="800">
              <a:solidFill>
                <a:srgbClr val="444444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514D212-941C-4D74-88BE-2865B260FE37}"/>
              </a:ext>
            </a:extLst>
          </p:cNvPr>
          <p:cNvSpPr txBox="1"/>
          <p:nvPr/>
        </p:nvSpPr>
        <p:spPr>
          <a:xfrm>
            <a:off x="4268526" y="8372518"/>
            <a:ext cx="277517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" normalizeH="0" baseline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REDACTED_00819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REDACTED_00820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REDACTED_00821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3CB8FA9-1229-3366-008A-F26BDD2AAF6F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84" name="Text 2">
            <a:extLst>
              <a:ext uri="{FF2B5EF4-FFF2-40B4-BE49-F238E27FC236}">
                <a16:creationId xmlns:a16="http://schemas.microsoft.com/office/drawing/2014/main" id="{CF0D4F18-26A8-05EF-E42B-0D5FEFAE9B1B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outerShdw blurRad="4445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dkEdge"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  <a:latin typeface="Inter"/>
              </a:rPr>
              <a:t>REDACTED_00822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5964EA2-89AC-53A0-8ABB-427DC00AE089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A29487F-30BB-E2C9-4C92-3629650A693D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100" b="1">
                  <a:solidFill>
                    <a:srgbClr val="F55A2D"/>
                  </a:solidFill>
                </a:defRPr>
              </a:lvl1pPr>
            </a:lstStyle>
            <a:p>
              <a:r>
                <a:rPr lang="en-US"/>
                <a:t>REDACTED_00823</a:t>
              </a:r>
            </a:p>
          </p:txBody>
        </p:sp>
        <p:sp>
          <p:nvSpPr>
            <p:cNvPr id="87" name="Text 4">
              <a:extLst>
                <a:ext uri="{FF2B5EF4-FFF2-40B4-BE49-F238E27FC236}">
                  <a16:creationId xmlns:a16="http://schemas.microsoft.com/office/drawing/2014/main" id="{7B5DF40A-31E4-DB14-3B83-CD44F6EB363C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2"/>
                  </a:solidFill>
                </a:rPr>
                <a:t>REDACTED_00461</a:t>
              </a:r>
            </a:p>
          </p:txBody>
        </p:sp>
      </p:grpSp>
      <p:sp>
        <p:nvSpPr>
          <p:cNvPr id="89" name="Shape 5">
            <a:extLst>
              <a:ext uri="{FF2B5EF4-FFF2-40B4-BE49-F238E27FC236}">
                <a16:creationId xmlns:a16="http://schemas.microsoft.com/office/drawing/2014/main" id="{236DBE33-9364-40BC-3352-A0F475672E08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3"/>
              </a:solidFill>
            </a:endParaRPr>
          </a:p>
        </p:txBody>
      </p:sp>
      <p:sp>
        <p:nvSpPr>
          <p:cNvPr id="90" name="Text 6">
            <a:extLst>
              <a:ext uri="{FF2B5EF4-FFF2-40B4-BE49-F238E27FC236}">
                <a16:creationId xmlns:a16="http://schemas.microsoft.com/office/drawing/2014/main" id="{22B22696-A929-43DC-7CFD-4F1B78C35BA8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2"/>
                </a:solidFill>
              </a:rPr>
              <a:t>REDACTED_00824</a:t>
            </a:r>
            <a:endParaRPr lang="en-US" sz="900">
              <a:solidFill>
                <a:schemeClr val="accent2"/>
              </a:solidFill>
            </a:endParaRPr>
          </a:p>
        </p:txBody>
      </p:sp>
      <p:sp>
        <p:nvSpPr>
          <p:cNvPr id="74" name="Shape 10">
            <a:extLst>
              <a:ext uri="{FF2B5EF4-FFF2-40B4-BE49-F238E27FC236}">
                <a16:creationId xmlns:a16="http://schemas.microsoft.com/office/drawing/2014/main" id="{9361F90D-EBC0-F469-F35C-8A67ECC85FD8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6" name="Text 11">
            <a:extLst>
              <a:ext uri="{FF2B5EF4-FFF2-40B4-BE49-F238E27FC236}">
                <a16:creationId xmlns:a16="http://schemas.microsoft.com/office/drawing/2014/main" id="{623709F0-6483-D59A-E8CD-BB31484C3144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52602D8A-A973-559B-E6A8-A1986BF4DBEE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REDACTED_00825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REDACTED_00826</a:t>
            </a:r>
            <a:endParaRPr lang="en-US" sz="800"/>
          </a:p>
        </p:txBody>
      </p:sp>
      <p:grpSp>
        <p:nvGrpSpPr>
          <p:cNvPr id="242" name="Group 241"/>
          <p:cNvGrpSpPr/>
          <p:nvPr/>
        </p:nvGrpSpPr>
        <p:grpSpPr>
          <a:xfrm>
            <a:off x="9770789" y="1533600"/>
            <a:ext cx="2333207" cy="635923"/>
            <a:chOff x="10112273" y="2903557"/>
            <a:chExt cx="1920240" cy="580544"/>
          </a:xfrm>
        </p:grpSpPr>
        <p:sp>
          <p:nvSpPr>
            <p:cNvPr id="246" name="Shape 244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4" name="Text 242a"/>
            <p:cNvSpPr/>
            <p:nvPr/>
          </p:nvSpPr>
          <p:spPr>
            <a:xfrm>
              <a:off x="10870434" y="2903557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REDACTED_00827</a:t>
              </a:r>
            </a:p>
          </p:txBody>
        </p:sp>
        <p:sp>
          <p:nvSpPr>
            <p:cNvPr id="248" name="Text 246a"/>
            <p:cNvSpPr/>
            <p:nvPr/>
          </p:nvSpPr>
          <p:spPr>
            <a:xfrm>
              <a:off x="10870434" y="3038301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REDACTED_00828</a:t>
              </a:r>
            </a:p>
          </p:txBody>
        </p:sp>
        <p:sp>
          <p:nvSpPr>
            <p:cNvPr id="247" name="Shape 245"/>
            <p:cNvSpPr/>
            <p:nvPr/>
          </p:nvSpPr>
          <p:spPr>
            <a:xfrm>
              <a:off x="10198303" y="3237891"/>
              <a:ext cx="592563" cy="640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9" name="Shape 247a"/>
            <p:cNvSpPr/>
            <p:nvPr/>
          </p:nvSpPr>
          <p:spPr>
            <a:xfrm>
              <a:off x="10802348" y="3237891"/>
              <a:ext cx="888845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1" name="Text 249a"/>
            <p:cNvSpPr/>
            <p:nvPr/>
          </p:nvSpPr>
          <p:spPr>
            <a:xfrm>
              <a:off x="11700022" y="3301221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REDACTED_00829</a:t>
              </a:r>
            </a:p>
          </p:txBody>
        </p:sp>
      </p:grpSp>
      <p:sp>
        <p:nvSpPr>
          <p:cNvPr id="112" name="Text 6">
            <a:extLst>
              <a:ext uri="{FF2B5EF4-FFF2-40B4-BE49-F238E27FC236}">
                <a16:creationId xmlns:a16="http://schemas.microsoft.com/office/drawing/2014/main" id="{B0F46A8B-82CA-279B-7B76-68F008E5D1ED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accent2"/>
                </a:solidFill>
              </a:rPr>
              <a:t>REDACTED_00038</a:t>
            </a:r>
          </a:p>
        </p:txBody>
      </p:sp>
      <p:sp>
        <p:nvSpPr>
          <p:cNvPr id="122" name="Shape 130">
            <a:extLst>
              <a:ext uri="{FF2B5EF4-FFF2-40B4-BE49-F238E27FC236}">
                <a16:creationId xmlns:a16="http://schemas.microsoft.com/office/drawing/2014/main" id="{664ACDC1-1168-CA4A-0D53-25523150D54E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DA44850-F9E4-EB95-5EFC-BA14190BD01B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30" name="Picture 129" descr="A black and blue logo  AI-generated content may be incorrect.">
            <a:extLst>
              <a:ext uri="{FF2B5EF4-FFF2-40B4-BE49-F238E27FC236}">
                <a16:creationId xmlns:a16="http://schemas.microsoft.com/office/drawing/2014/main" id="{63F4A9CC-F2CD-3956-8A0D-9BBEFEEFF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37" name="Text 211a">
            <a:extLst>
              <a:ext uri="{FF2B5EF4-FFF2-40B4-BE49-F238E27FC236}">
                <a16:creationId xmlns:a16="http://schemas.microsoft.com/office/drawing/2014/main" id="{D01756A3-19BF-F4C4-301B-EC2BA2CDDA7B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41" name="Text 213a">
            <a:extLst>
              <a:ext uri="{FF2B5EF4-FFF2-40B4-BE49-F238E27FC236}">
                <a16:creationId xmlns:a16="http://schemas.microsoft.com/office/drawing/2014/main" id="{88C3F10B-43EB-0435-1BE5-7968FB67907A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43" name="Text 218a">
            <a:extLst>
              <a:ext uri="{FF2B5EF4-FFF2-40B4-BE49-F238E27FC236}">
                <a16:creationId xmlns:a16="http://schemas.microsoft.com/office/drawing/2014/main" id="{867AA9B8-5129-84B1-6133-CEFF578190E4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47" name="Shape 229">
            <a:extLst>
              <a:ext uri="{FF2B5EF4-FFF2-40B4-BE49-F238E27FC236}">
                <a16:creationId xmlns:a16="http://schemas.microsoft.com/office/drawing/2014/main" id="{95C20757-A4CC-CBC8-2ED8-E331DBB8C1D1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REDACTED_00830</a:t>
            </a:r>
          </a:p>
        </p:txBody>
      </p:sp>
      <p:sp>
        <p:nvSpPr>
          <p:cNvPr id="158" name="Shape 10">
            <a:extLst>
              <a:ext uri="{FF2B5EF4-FFF2-40B4-BE49-F238E27FC236}">
                <a16:creationId xmlns:a16="http://schemas.microsoft.com/office/drawing/2014/main" id="{3E249F39-1C47-731C-9DBE-D9D182D15C9C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1" name="Text 31">
            <a:extLst>
              <a:ext uri="{FF2B5EF4-FFF2-40B4-BE49-F238E27FC236}">
                <a16:creationId xmlns:a16="http://schemas.microsoft.com/office/drawing/2014/main" id="{7638FE1B-DF7E-6ADB-792F-AD7FDA6B22BB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63" name="Shape 32">
            <a:extLst>
              <a:ext uri="{FF2B5EF4-FFF2-40B4-BE49-F238E27FC236}">
                <a16:creationId xmlns:a16="http://schemas.microsoft.com/office/drawing/2014/main" id="{910A749E-5F8C-9DB3-5106-31EACDB4C007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5" name="Text 33">
            <a:extLst>
              <a:ext uri="{FF2B5EF4-FFF2-40B4-BE49-F238E27FC236}">
                <a16:creationId xmlns:a16="http://schemas.microsoft.com/office/drawing/2014/main" id="{599A3A5E-5079-7F01-32E3-392FC03A30A4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REDACTED_00831</a:t>
            </a:r>
          </a:p>
          <a:p>
            <a:pPr marL="0" indent="0">
              <a:buNone/>
            </a:pPr>
            <a:endParaRPr lang="en-US" sz="800"/>
          </a:p>
        </p:txBody>
      </p:sp>
      <p:sp>
        <p:nvSpPr>
          <p:cNvPr id="167" name="Text 33">
            <a:extLst>
              <a:ext uri="{FF2B5EF4-FFF2-40B4-BE49-F238E27FC236}">
                <a16:creationId xmlns:a16="http://schemas.microsoft.com/office/drawing/2014/main" id="{2DE0498F-8126-EB57-4EE8-8F483026A9FA}"/>
              </a:ext>
            </a:extLst>
          </p:cNvPr>
          <p:cNvSpPr/>
          <p:nvPr/>
        </p:nvSpPr>
        <p:spPr>
          <a:xfrm>
            <a:off x="180001" y="247796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REDACTED_00832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REDACTED_00833</a:t>
            </a:r>
            <a:endParaRPr lang="en-US" sz="800"/>
          </a:p>
        </p:txBody>
      </p:sp>
      <p:sp>
        <p:nvSpPr>
          <p:cNvPr id="169" name="Text 31">
            <a:extLst>
              <a:ext uri="{FF2B5EF4-FFF2-40B4-BE49-F238E27FC236}">
                <a16:creationId xmlns:a16="http://schemas.microsoft.com/office/drawing/2014/main" id="{2CB5A6BB-AA3A-FCAB-9F04-8AA357DFACA8}"/>
              </a:ext>
            </a:extLst>
          </p:cNvPr>
          <p:cNvSpPr/>
          <p:nvPr/>
        </p:nvSpPr>
        <p:spPr>
          <a:xfrm>
            <a:off x="180000" y="231070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71" name="Shape 32">
            <a:extLst>
              <a:ext uri="{FF2B5EF4-FFF2-40B4-BE49-F238E27FC236}">
                <a16:creationId xmlns:a16="http://schemas.microsoft.com/office/drawing/2014/main" id="{A066EC99-E4C4-128B-EA0B-C3C749A5A2D4}"/>
              </a:ext>
            </a:extLst>
          </p:cNvPr>
          <p:cNvSpPr/>
          <p:nvPr/>
        </p:nvSpPr>
        <p:spPr>
          <a:xfrm>
            <a:off x="144000" y="242958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3" name="Shape 10">
            <a:extLst>
              <a:ext uri="{FF2B5EF4-FFF2-40B4-BE49-F238E27FC236}">
                <a16:creationId xmlns:a16="http://schemas.microsoft.com/office/drawing/2014/main" id="{82DC42F4-1F2D-2769-3D6B-E57E80E52652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7" name="Shape 16">
            <a:extLst>
              <a:ext uri="{FF2B5EF4-FFF2-40B4-BE49-F238E27FC236}">
                <a16:creationId xmlns:a16="http://schemas.microsoft.com/office/drawing/2014/main" id="{BBF69CA1-0580-1430-0BA8-F49983412CB8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179" name="Shape 16">
            <a:extLst>
              <a:ext uri="{FF2B5EF4-FFF2-40B4-BE49-F238E27FC236}">
                <a16:creationId xmlns:a16="http://schemas.microsoft.com/office/drawing/2014/main" id="{088A11FE-B830-0F63-33EF-79DA17102252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REDACTED_00379</a:t>
            </a:r>
          </a:p>
        </p:txBody>
      </p:sp>
      <p:sp>
        <p:nvSpPr>
          <p:cNvPr id="181" name="Shape 16">
            <a:extLst>
              <a:ext uri="{FF2B5EF4-FFF2-40B4-BE49-F238E27FC236}">
                <a16:creationId xmlns:a16="http://schemas.microsoft.com/office/drawing/2014/main" id="{9C661D26-9FE7-899C-8E6F-272926DEC131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183" name="Shape 16">
            <a:extLst>
              <a:ext uri="{FF2B5EF4-FFF2-40B4-BE49-F238E27FC236}">
                <a16:creationId xmlns:a16="http://schemas.microsoft.com/office/drawing/2014/main" id="{7C0F898E-16C1-6C02-A7EC-D0DBE88CCC7C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chemeClr val="accent2"/>
                </a:solidFill>
              </a:rPr>
              <a:t>REDACTED_00379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7D4F854F-8369-B238-356E-7274930E1D81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REDACTED_00078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37E0C67-DE1D-676E-9BF6-3289E749C0F7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REDACTED_00079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0EBAF0C8-2B0A-1137-9621-0373B3A3BC60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REDACTED_00080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2025E973-8691-B0F2-F03D-1B941C9D3B74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REDACTED_00081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AD964C48-4D7C-E277-EF82-707AB0B35FA7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07" name="Shape 37">
              <a:extLst>
                <a:ext uri="{FF2B5EF4-FFF2-40B4-BE49-F238E27FC236}">
                  <a16:creationId xmlns:a16="http://schemas.microsoft.com/office/drawing/2014/main" id="{97FEDED3-8FDD-CDE8-0AA0-897F14E88034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A67E4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8" name="Shape 38">
              <a:extLst>
                <a:ext uri="{FF2B5EF4-FFF2-40B4-BE49-F238E27FC236}">
                  <a16:creationId xmlns:a16="http://schemas.microsoft.com/office/drawing/2014/main" id="{F409331A-CB56-2DC1-8D53-1B301CFDD21E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A67E4A"/>
            </a:solidFill>
            <a:ln w="6350">
              <a:solidFill>
                <a:srgbClr val="A67E4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9" name="Text 39">
              <a:extLst>
                <a:ext uri="{FF2B5EF4-FFF2-40B4-BE49-F238E27FC236}">
                  <a16:creationId xmlns:a16="http://schemas.microsoft.com/office/drawing/2014/main" id="{65E5AB01-C872-FEFC-ACF3-E1D7E88775DC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endParaRPr lang="en-US" sz="800"/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49A8FBD8-E075-6155-AA3F-0E9000E6AEEA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11" name="Shape 37">
              <a:extLst>
                <a:ext uri="{FF2B5EF4-FFF2-40B4-BE49-F238E27FC236}">
                  <a16:creationId xmlns:a16="http://schemas.microsoft.com/office/drawing/2014/main" id="{FCED19B7-6958-ED28-D169-28F1277C1DE3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A67E4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2" name="Shape 38">
              <a:extLst>
                <a:ext uri="{FF2B5EF4-FFF2-40B4-BE49-F238E27FC236}">
                  <a16:creationId xmlns:a16="http://schemas.microsoft.com/office/drawing/2014/main" id="{8F0E1FE8-A4D1-5884-562F-B965498004DA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rgbClr val="A67E4A"/>
            </a:solidFill>
            <a:ln w="6350">
              <a:solidFill>
                <a:srgbClr val="A67E4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3" name="Text 39">
              <a:extLst>
                <a:ext uri="{FF2B5EF4-FFF2-40B4-BE49-F238E27FC236}">
                  <a16:creationId xmlns:a16="http://schemas.microsoft.com/office/drawing/2014/main" id="{FC695C33-43E2-9098-6B3A-E738B342BD0E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endParaRPr lang="en-US" sz="800"/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5D3F2DB8-8AA7-7915-299D-06E853D88635}"/>
              </a:ext>
            </a:extLst>
          </p:cNvPr>
          <p:cNvGrpSpPr/>
          <p:nvPr/>
        </p:nvGrpSpPr>
        <p:grpSpPr>
          <a:xfrm>
            <a:off x="3717780" y="2472277"/>
            <a:ext cx="3065147" cy="336564"/>
            <a:chOff x="3828681" y="1696973"/>
            <a:chExt cx="7721343" cy="449119"/>
          </a:xfrm>
        </p:grpSpPr>
        <p:sp>
          <p:nvSpPr>
            <p:cNvPr id="215" name="Shape 37">
              <a:extLst>
                <a:ext uri="{FF2B5EF4-FFF2-40B4-BE49-F238E27FC236}">
                  <a16:creationId xmlns:a16="http://schemas.microsoft.com/office/drawing/2014/main" id="{3AEE8341-6E41-1FE8-D649-D59F67EB3495}"/>
                </a:ext>
              </a:extLst>
            </p:cNvPr>
            <p:cNvSpPr/>
            <p:nvPr/>
          </p:nvSpPr>
          <p:spPr>
            <a:xfrm>
              <a:off x="3828684" y="1713739"/>
              <a:ext cx="7721340" cy="43235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A67E4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6" name="Shape 38">
              <a:extLst>
                <a:ext uri="{FF2B5EF4-FFF2-40B4-BE49-F238E27FC236}">
                  <a16:creationId xmlns:a16="http://schemas.microsoft.com/office/drawing/2014/main" id="{33C8642E-19F2-3714-6C3F-AFCB1D3BBA4B}"/>
                </a:ext>
              </a:extLst>
            </p:cNvPr>
            <p:cNvSpPr/>
            <p:nvPr/>
          </p:nvSpPr>
          <p:spPr>
            <a:xfrm>
              <a:off x="3828681" y="1712903"/>
              <a:ext cx="90687" cy="432353"/>
            </a:xfrm>
            <a:prstGeom prst="rect">
              <a:avLst/>
            </a:prstGeom>
            <a:solidFill>
              <a:srgbClr val="A67E4A"/>
            </a:solidFill>
            <a:ln w="6350">
              <a:solidFill>
                <a:srgbClr val="A67E4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7" name="Text 39">
              <a:extLst>
                <a:ext uri="{FF2B5EF4-FFF2-40B4-BE49-F238E27FC236}">
                  <a16:creationId xmlns:a16="http://schemas.microsoft.com/office/drawing/2014/main" id="{EE6BD32A-2F0A-D194-D105-2BB46345302A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endParaRPr lang="en-US" sz="800"/>
            </a:p>
          </p:txBody>
        </p:sp>
      </p:grpSp>
      <p:sp>
        <p:nvSpPr>
          <p:cNvPr id="218" name="Shape 229">
            <a:extLst>
              <a:ext uri="{FF2B5EF4-FFF2-40B4-BE49-F238E27FC236}">
                <a16:creationId xmlns:a16="http://schemas.microsoft.com/office/drawing/2014/main" id="{3C9CFF32-B81C-A9D2-0FBB-8CB604261577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REDACTED_00082</a:t>
            </a:r>
          </a:p>
        </p:txBody>
      </p:sp>
      <p:sp>
        <p:nvSpPr>
          <p:cNvPr id="220" name="Shape 46">
            <a:extLst>
              <a:ext uri="{FF2B5EF4-FFF2-40B4-BE49-F238E27FC236}">
                <a16:creationId xmlns:a16="http://schemas.microsoft.com/office/drawing/2014/main" id="{EDD3EA83-E0D1-D49E-68E6-1F1D4FF97CAD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7DDF818-EE08-5B7B-59D5-0694D0BEFEF7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236" name="Text 35">
            <a:extLst>
              <a:ext uri="{FF2B5EF4-FFF2-40B4-BE49-F238E27FC236}">
                <a16:creationId xmlns:a16="http://schemas.microsoft.com/office/drawing/2014/main" id="{00F3D86E-C54E-1304-986A-A3BF3D7A2D5C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38" name="Shape 36">
            <a:extLst>
              <a:ext uri="{FF2B5EF4-FFF2-40B4-BE49-F238E27FC236}">
                <a16:creationId xmlns:a16="http://schemas.microsoft.com/office/drawing/2014/main" id="{401AE2AC-45E4-DD28-9937-F98310E9284D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0" name="Shape 36">
            <a:extLst>
              <a:ext uri="{FF2B5EF4-FFF2-40B4-BE49-F238E27FC236}">
                <a16:creationId xmlns:a16="http://schemas.microsoft.com/office/drawing/2014/main" id="{B9B533B0-835F-0929-2D86-C0BA21AD7F44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5" name="Text 35">
            <a:extLst>
              <a:ext uri="{FF2B5EF4-FFF2-40B4-BE49-F238E27FC236}">
                <a16:creationId xmlns:a16="http://schemas.microsoft.com/office/drawing/2014/main" id="{2C585CE8-5B7B-5C7C-146F-F09A14C555A6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1C1127-BD9B-FD85-A8A8-89FF58A3A8AF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chemeClr val="accent2"/>
                </a:solidFill>
              </a:rPr>
              <a:t>REDACTED_00147</a:t>
            </a:r>
            <a:r>
              <a:rPr lang="en-US" altLang="en-US" sz="800" b="1" kern="0" spc="40" err="1">
                <a:solidFill>
                  <a:schemeClr val="accent2"/>
                </a:solidFill>
              </a:rPr>
              <a:t>REDACTED_00834</a:t>
            </a:r>
            <a:r>
              <a:rPr lang="en-US" altLang="en-US" sz="800" b="1" kern="0" spc="40">
                <a:solidFill>
                  <a:schemeClr val="accent2"/>
                </a:solidFill>
              </a:rPr>
              <a:t>REDACTED_00143</a:t>
            </a:r>
          </a:p>
          <a:p>
            <a:r>
              <a:rPr lang="en-US" sz="800">
                <a:solidFill>
                  <a:srgbClr val="1A3A36"/>
                </a:solidFill>
              </a:rPr>
              <a:t>REDACTED_00355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1D120F-76C9-A395-92BC-CC445ED566E9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REDACTED_00355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CDF6AE1-79B8-1B62-60CC-DF2804A6F904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41" name="Shape 37">
              <a:extLst>
                <a:ext uri="{FF2B5EF4-FFF2-40B4-BE49-F238E27FC236}">
                  <a16:creationId xmlns:a16="http://schemas.microsoft.com/office/drawing/2014/main" id="{70650CF2-7593-8A83-09AB-9CA4EC5C75D6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Shape 38">
              <a:extLst>
                <a:ext uri="{FF2B5EF4-FFF2-40B4-BE49-F238E27FC236}">
                  <a16:creationId xmlns:a16="http://schemas.microsoft.com/office/drawing/2014/main" id="{B5CC28EA-3FED-DA81-2DA1-7DDAB9F6FC95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0F4190E6-2D96-18FE-151A-8DB86323621B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REDACTED_00355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BD56652-C22D-B5B8-7AFB-0F099EF74C08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61" name="Shape 37">
              <a:extLst>
                <a:ext uri="{FF2B5EF4-FFF2-40B4-BE49-F238E27FC236}">
                  <a16:creationId xmlns:a16="http://schemas.microsoft.com/office/drawing/2014/main" id="{6BA147B4-B912-E7C3-B704-F85809EE963F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Shape 38">
              <a:extLst>
                <a:ext uri="{FF2B5EF4-FFF2-40B4-BE49-F238E27FC236}">
                  <a16:creationId xmlns:a16="http://schemas.microsoft.com/office/drawing/2014/main" id="{348EFB17-A93A-F3C9-BA58-A934CC41CC4F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Text 39">
              <a:extLst>
                <a:ext uri="{FF2B5EF4-FFF2-40B4-BE49-F238E27FC236}">
                  <a16:creationId xmlns:a16="http://schemas.microsoft.com/office/drawing/2014/main" id="{AB2EBDB0-DC33-4F1F-6D51-392FD6D88AC9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REDACTED_00355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2ADBD45-14B9-9FCD-42F2-E7DEB08BAEE0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65" name="Shape 37">
              <a:extLst>
                <a:ext uri="{FF2B5EF4-FFF2-40B4-BE49-F238E27FC236}">
                  <a16:creationId xmlns:a16="http://schemas.microsoft.com/office/drawing/2014/main" id="{1E1E83BE-9F71-7154-0122-FA39A96715A4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6" name="Shape 38">
              <a:extLst>
                <a:ext uri="{FF2B5EF4-FFF2-40B4-BE49-F238E27FC236}">
                  <a16:creationId xmlns:a16="http://schemas.microsoft.com/office/drawing/2014/main" id="{0A90392C-017B-F82B-E573-B770A14AE308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1" name="Text 39">
              <a:extLst>
                <a:ext uri="{FF2B5EF4-FFF2-40B4-BE49-F238E27FC236}">
                  <a16:creationId xmlns:a16="http://schemas.microsoft.com/office/drawing/2014/main" id="{C230AC29-4B7A-696F-33CB-560F839A37DB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REDACTED_00355</a:t>
              </a:r>
            </a:p>
          </p:txBody>
        </p:sp>
      </p:grpSp>
      <p:sp>
        <p:nvSpPr>
          <p:cNvPr id="38" name="Shape 32">
            <a:extLst>
              <a:ext uri="{FF2B5EF4-FFF2-40B4-BE49-F238E27FC236}">
                <a16:creationId xmlns:a16="http://schemas.microsoft.com/office/drawing/2014/main" id="{1F08582D-191C-CE95-AC60-116EBD2F153F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43E626D5-CB68-6AE8-37ED-5053764539DE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77" name="Shape 36">
            <a:extLst>
              <a:ext uri="{FF2B5EF4-FFF2-40B4-BE49-F238E27FC236}">
                <a16:creationId xmlns:a16="http://schemas.microsoft.com/office/drawing/2014/main" id="{BCA48A6F-BBB9-BE88-0A2C-AC7E3CED9203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0" name="Text 35">
            <a:extLst>
              <a:ext uri="{FF2B5EF4-FFF2-40B4-BE49-F238E27FC236}">
                <a16:creationId xmlns:a16="http://schemas.microsoft.com/office/drawing/2014/main" id="{1371FABA-35BF-AE2A-17D5-0B34DE4E13A1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82" name="Shape 36">
            <a:extLst>
              <a:ext uri="{FF2B5EF4-FFF2-40B4-BE49-F238E27FC236}">
                <a16:creationId xmlns:a16="http://schemas.microsoft.com/office/drawing/2014/main" id="{4B3B55EA-9237-DA52-4B55-10FF5B570DB8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C7401EE-0A0C-F39C-5841-AE0A16F00DD1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95" name="PersonIcon">
              <a:extLst>
                <a:ext uri="{FF2B5EF4-FFF2-40B4-BE49-F238E27FC236}">
                  <a16:creationId xmlns:a16="http://schemas.microsoft.com/office/drawing/2014/main" id="{D4B4A121-CE2D-8CDA-C36E-7665BB43A3E3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96" name="Text 107">
              <a:extLst>
                <a:ext uri="{FF2B5EF4-FFF2-40B4-BE49-F238E27FC236}">
                  <a16:creationId xmlns:a16="http://schemas.microsoft.com/office/drawing/2014/main" id="{2467EAA6-A404-59ED-10BD-FAE1FFB3D5DE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97" name="Text 108">
              <a:extLst>
                <a:ext uri="{FF2B5EF4-FFF2-40B4-BE49-F238E27FC236}">
                  <a16:creationId xmlns:a16="http://schemas.microsoft.com/office/drawing/2014/main" id="{5D2BAA4D-0669-3A1F-5606-DF4AA112FF02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REDACTED_00004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D35EFE7-0C5A-4084-B242-106379DA0645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99" name="BuildingIcon">
              <a:extLst>
                <a:ext uri="{FF2B5EF4-FFF2-40B4-BE49-F238E27FC236}">
                  <a16:creationId xmlns:a16="http://schemas.microsoft.com/office/drawing/2014/main" id="{611B1F95-D1B7-CADE-6600-19B185EA336F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0" name="Text 109">
              <a:extLst>
                <a:ext uri="{FF2B5EF4-FFF2-40B4-BE49-F238E27FC236}">
                  <a16:creationId xmlns:a16="http://schemas.microsoft.com/office/drawing/2014/main" id="{46324E45-5AC0-D857-5F09-19C8F0B0D451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101" name="Text 110">
              <a:extLst>
                <a:ext uri="{FF2B5EF4-FFF2-40B4-BE49-F238E27FC236}">
                  <a16:creationId xmlns:a16="http://schemas.microsoft.com/office/drawing/2014/main" id="{2E396AE8-4734-3333-58B3-1CDC02068E23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REDACTED_00006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D3A99A4-A9ED-E46D-AF41-FDB4224C9D4D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103" name="GradCapIcon">
              <a:extLst>
                <a:ext uri="{FF2B5EF4-FFF2-40B4-BE49-F238E27FC236}">
                  <a16:creationId xmlns:a16="http://schemas.microsoft.com/office/drawing/2014/main" id="{F30D43FC-92E3-9E40-A33C-E733DE94CC71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5" name="Text 111">
              <a:extLst>
                <a:ext uri="{FF2B5EF4-FFF2-40B4-BE49-F238E27FC236}">
                  <a16:creationId xmlns:a16="http://schemas.microsoft.com/office/drawing/2014/main" id="{048AD642-9011-C063-3B23-2AD3BEBB9F4B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106" name="Text 112">
              <a:extLst>
                <a:ext uri="{FF2B5EF4-FFF2-40B4-BE49-F238E27FC236}">
                  <a16:creationId xmlns:a16="http://schemas.microsoft.com/office/drawing/2014/main" id="{FBD00A3B-8A81-DFDE-C905-836C70AD0446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REDACTED_00351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sp>
        <p:nvSpPr>
          <p:cNvPr id="3" name="Text 8">
            <a:extLst>
              <a:ext uri="{FF2B5EF4-FFF2-40B4-BE49-F238E27FC236}">
                <a16:creationId xmlns:a16="http://schemas.microsoft.com/office/drawing/2014/main" id="{99607406-B5B3-9B59-3E19-36D9DF37601E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chemeClr val="accent2"/>
                </a:solidFill>
              </a:rPr>
              <a:t>REDACTED_00097</a:t>
            </a:r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0E3D39AA-5AAE-F141-D82B-0DE0EDB2DEA3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REDACTED_00489</a:t>
            </a:r>
          </a:p>
          <a:p>
            <a:r>
              <a:rPr lang="en-US" sz="650">
                <a:solidFill>
                  <a:srgbClr val="444444"/>
                </a:solidFill>
              </a:rPr>
              <a:t>REDACTED_00811</a:t>
            </a: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35F51575-ED9E-B2D5-D39A-D929FD2993C6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279DA19F-E20B-DC82-5570-E891EFF64269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REDACTED_00835</a:t>
            </a:r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A2A6C6D6-B005-D21D-535F-6D6FC803FE88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REDACTED_00836</a:t>
            </a:r>
          </a:p>
        </p:txBody>
      </p:sp>
      <p:sp>
        <p:nvSpPr>
          <p:cNvPr id="13" name="Text 23">
            <a:extLst>
              <a:ext uri="{FF2B5EF4-FFF2-40B4-BE49-F238E27FC236}">
                <a16:creationId xmlns:a16="http://schemas.microsoft.com/office/drawing/2014/main" id="{ED645417-67A7-E7EA-39AA-A7167EB8D590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REDACTED_00837</a:t>
            </a:r>
          </a:p>
        </p:txBody>
      </p:sp>
      <p:sp>
        <p:nvSpPr>
          <p:cNvPr id="15" name="Text 28">
            <a:extLst>
              <a:ext uri="{FF2B5EF4-FFF2-40B4-BE49-F238E27FC236}">
                <a16:creationId xmlns:a16="http://schemas.microsoft.com/office/drawing/2014/main" id="{2AA6107D-294D-FF80-59CD-B7A48A1FB099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REDACTED_00838</a:t>
            </a:r>
          </a:p>
        </p:txBody>
      </p:sp>
      <p:sp>
        <p:nvSpPr>
          <p:cNvPr id="17" name="Text 32">
            <a:extLst>
              <a:ext uri="{FF2B5EF4-FFF2-40B4-BE49-F238E27FC236}">
                <a16:creationId xmlns:a16="http://schemas.microsoft.com/office/drawing/2014/main" id="{E1236C11-29C9-AC18-597F-CE5C2C5ED9C3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REDACTED_00495</a:t>
            </a:r>
          </a:p>
          <a:p>
            <a:r>
              <a:rPr lang="en-US" sz="650">
                <a:solidFill>
                  <a:srgbClr val="444444"/>
                </a:solidFill>
              </a:rPr>
              <a:t>REDACTED_00839</a:t>
            </a:r>
          </a:p>
        </p:txBody>
      </p:sp>
      <p:sp>
        <p:nvSpPr>
          <p:cNvPr id="19" name="Shape 188">
            <a:extLst>
              <a:ext uri="{FF2B5EF4-FFF2-40B4-BE49-F238E27FC236}">
                <a16:creationId xmlns:a16="http://schemas.microsoft.com/office/drawing/2014/main" id="{525B8417-9D75-4C3A-6D75-C969A41D6060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89">
            <a:extLst>
              <a:ext uri="{FF2B5EF4-FFF2-40B4-BE49-F238E27FC236}">
                <a16:creationId xmlns:a16="http://schemas.microsoft.com/office/drawing/2014/main" id="{BC20663C-938A-0FE9-5BB8-81C949A8C596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111600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190">
            <a:extLst>
              <a:ext uri="{FF2B5EF4-FFF2-40B4-BE49-F238E27FC236}">
                <a16:creationId xmlns:a16="http://schemas.microsoft.com/office/drawing/2014/main" id="{BE40F71B-FF55-00A3-FA3B-A8EE3766B323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7" name="Shape 206">
            <a:extLst>
              <a:ext uri="{FF2B5EF4-FFF2-40B4-BE49-F238E27FC236}">
                <a16:creationId xmlns:a16="http://schemas.microsoft.com/office/drawing/2014/main" id="{59DA3573-797C-AED4-E75E-1DBF42071BE3}"/>
              </a:ext>
            </a:extLst>
          </p:cNvPr>
          <p:cNvSpPr>
            <a:spLocks/>
          </p:cNvSpPr>
          <p:nvPr/>
        </p:nvSpPr>
        <p:spPr>
          <a:xfrm>
            <a:off x="9986549" y="3368177"/>
            <a:ext cx="396000" cy="3960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Shape 210">
            <a:extLst>
              <a:ext uri="{FF2B5EF4-FFF2-40B4-BE49-F238E27FC236}">
                <a16:creationId xmlns:a16="http://schemas.microsoft.com/office/drawing/2014/main" id="{6C51D776-BE71-3711-F99A-D88E6ED10B67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" name="Text 191">
            <a:extLst>
              <a:ext uri="{FF2B5EF4-FFF2-40B4-BE49-F238E27FC236}">
                <a16:creationId xmlns:a16="http://schemas.microsoft.com/office/drawing/2014/main" id="{261DE1D5-0972-B2FB-7CDD-828E0F714891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REDACTED_00051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36" name="Shape 202">
            <a:extLst>
              <a:ext uri="{FF2B5EF4-FFF2-40B4-BE49-F238E27FC236}">
                <a16:creationId xmlns:a16="http://schemas.microsoft.com/office/drawing/2014/main" id="{0BDF06DC-5FBB-DA77-83E6-CE5AAEDEB6C7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9" name="Text 207">
            <a:extLst>
              <a:ext uri="{FF2B5EF4-FFF2-40B4-BE49-F238E27FC236}">
                <a16:creationId xmlns:a16="http://schemas.microsoft.com/office/drawing/2014/main" id="{E8819398-6494-C965-243C-C528B32EFC9B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REDACTED_00055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107" name="Text 211">
            <a:extLst>
              <a:ext uri="{FF2B5EF4-FFF2-40B4-BE49-F238E27FC236}">
                <a16:creationId xmlns:a16="http://schemas.microsoft.com/office/drawing/2014/main" id="{A592B75F-563E-F35A-7198-79312155014D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REDACTED_00057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109" name="Text 203">
            <a:extLst>
              <a:ext uri="{FF2B5EF4-FFF2-40B4-BE49-F238E27FC236}">
                <a16:creationId xmlns:a16="http://schemas.microsoft.com/office/drawing/2014/main" id="{CE256EFE-92C3-8686-899B-32420BB05216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111" name="Shape 202">
            <a:extLst>
              <a:ext uri="{FF2B5EF4-FFF2-40B4-BE49-F238E27FC236}">
                <a16:creationId xmlns:a16="http://schemas.microsoft.com/office/drawing/2014/main" id="{FD23AC1B-4E11-9E18-7B77-8F5874CD80BA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4" name="Text 207">
            <a:extLst>
              <a:ext uri="{FF2B5EF4-FFF2-40B4-BE49-F238E27FC236}">
                <a16:creationId xmlns:a16="http://schemas.microsoft.com/office/drawing/2014/main" id="{F70E6BCB-2DDB-9EFD-A9AE-6CEDF6B567EF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REDACTED_00054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34" name="Text 194">
            <a:extLst>
              <a:ext uri="{FF2B5EF4-FFF2-40B4-BE49-F238E27FC236}">
                <a16:creationId xmlns:a16="http://schemas.microsoft.com/office/drawing/2014/main" id="{8BD328E6-0756-BBC4-D30A-459CD2BF8D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3"/>
                </a:solidFill>
              </a:rPr>
              <a:t>REDACTED_00497</a:t>
            </a:r>
          </a:p>
        </p:txBody>
      </p:sp>
      <p:sp>
        <p:nvSpPr>
          <p:cNvPr id="125" name="Shape 198">
            <a:extLst>
              <a:ext uri="{FF2B5EF4-FFF2-40B4-BE49-F238E27FC236}">
                <a16:creationId xmlns:a16="http://schemas.microsoft.com/office/drawing/2014/main" id="{EB98655D-C8D2-70F0-4B26-472F04360A42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8" name="Text 199">
            <a:extLst>
              <a:ext uri="{FF2B5EF4-FFF2-40B4-BE49-F238E27FC236}">
                <a16:creationId xmlns:a16="http://schemas.microsoft.com/office/drawing/2014/main" id="{80F3C79E-D487-33A8-7421-55AFC36A2745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F55A2D"/>
                </a:solidFill>
              </a:rPr>
              <a:t>REDACTED_00053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08250E-F539-F7D4-1875-12CFED71CC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50" t="22534" r="13064" b="48427"/>
          <a:stretch>
            <a:fillRect/>
          </a:stretch>
        </p:blipFill>
        <p:spPr>
          <a:xfrm>
            <a:off x="92957" y="6455766"/>
            <a:ext cx="1495496" cy="34827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89">
            <a:extLst>
              <a:ext uri="{FF2B5EF4-FFF2-40B4-BE49-F238E27FC236}">
                <a16:creationId xmlns:a16="http://schemas.microsoft.com/office/drawing/2014/main" id="{E847D7A1-9905-303E-8AB7-8A0E913A2026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l="1141" t="-32637" r="-1141" b="-18731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8" name="Shape 9">
            <a:extLst>
              <a:ext uri="{FF2B5EF4-FFF2-40B4-BE49-F238E27FC236}">
                <a16:creationId xmlns:a16="http://schemas.microsoft.com/office/drawing/2014/main" id="{A39A110B-9AA4-7D58-C08A-278194514504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9" name="Shape 46">
            <a:extLst>
              <a:ext uri="{FF2B5EF4-FFF2-40B4-BE49-F238E27FC236}">
                <a16:creationId xmlns:a16="http://schemas.microsoft.com/office/drawing/2014/main" id="{E797B192-D855-EF35-1F1D-02D4EC9932D5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4" name="Shape 46">
            <a:extLst>
              <a:ext uri="{FF2B5EF4-FFF2-40B4-BE49-F238E27FC236}">
                <a16:creationId xmlns:a16="http://schemas.microsoft.com/office/drawing/2014/main" id="{9CF10248-EC09-AFC0-9DA8-F3335178DB47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9" name="Shape 105">
            <a:extLst>
              <a:ext uri="{FF2B5EF4-FFF2-40B4-BE49-F238E27FC236}">
                <a16:creationId xmlns:a16="http://schemas.microsoft.com/office/drawing/2014/main" id="{5363B3A3-C7AE-5D23-C7CD-791A63AEFA2A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6" name="Shape 13">
            <a:extLst>
              <a:ext uri="{FF2B5EF4-FFF2-40B4-BE49-F238E27FC236}">
                <a16:creationId xmlns:a16="http://schemas.microsoft.com/office/drawing/2014/main" id="{097F9586-133E-F616-214D-19AC51238D5E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3" name="Shape 13">
            <a:extLst>
              <a:ext uri="{FF2B5EF4-FFF2-40B4-BE49-F238E27FC236}">
                <a16:creationId xmlns:a16="http://schemas.microsoft.com/office/drawing/2014/main" id="{DE21C1B2-8AB7-21D2-5634-DB58BC258812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6" name="Shape 229">
            <a:extLst>
              <a:ext uri="{FF2B5EF4-FFF2-40B4-BE49-F238E27FC236}">
                <a16:creationId xmlns:a16="http://schemas.microsoft.com/office/drawing/2014/main" id="{AA8F7B66-1FE5-2182-A7A1-665D428666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7" name="Shape 229">
            <a:extLst>
              <a:ext uri="{FF2B5EF4-FFF2-40B4-BE49-F238E27FC236}">
                <a16:creationId xmlns:a16="http://schemas.microsoft.com/office/drawing/2014/main" id="{D63AB4DB-B69E-87D0-CEB3-8F69F8B99A4F}"/>
              </a:ext>
            </a:extLst>
          </p:cNvPr>
          <p:cNvSpPr/>
          <p:nvPr/>
        </p:nvSpPr>
        <p:spPr>
          <a:xfrm>
            <a:off x="6828668" y="8586555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8" name="Shape 46">
            <a:extLst>
              <a:ext uri="{FF2B5EF4-FFF2-40B4-BE49-F238E27FC236}">
                <a16:creationId xmlns:a16="http://schemas.microsoft.com/office/drawing/2014/main" id="{DD21441B-C9F5-1441-65DE-498FF5B2FA0F}"/>
              </a:ext>
            </a:extLst>
          </p:cNvPr>
          <p:cNvSpPr/>
          <p:nvPr/>
        </p:nvSpPr>
        <p:spPr>
          <a:xfrm>
            <a:off x="3786551" y="8581212"/>
            <a:ext cx="2990331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5E1AB4-796F-BB33-9D88-1223136D51FD}"/>
              </a:ext>
            </a:extLst>
          </p:cNvPr>
          <p:cNvSpPr txBox="1"/>
          <p:nvPr/>
        </p:nvSpPr>
        <p:spPr>
          <a:xfrm>
            <a:off x="6928668" y="8686555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19D0D3F-9DAE-1B22-6190-1F79E69F2936}"/>
              </a:ext>
            </a:extLst>
          </p:cNvPr>
          <p:cNvSpPr txBox="1"/>
          <p:nvPr/>
        </p:nvSpPr>
        <p:spPr>
          <a:xfrm>
            <a:off x="3886551" y="8681212"/>
            <a:ext cx="2784080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REDACTED_00840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REDACTED_00841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REDACTED_00842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7FD2528-A3C9-0BC5-985D-659C3DBC3509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85" name="Text 2">
            <a:extLst>
              <a:ext uri="{FF2B5EF4-FFF2-40B4-BE49-F238E27FC236}">
                <a16:creationId xmlns:a16="http://schemas.microsoft.com/office/drawing/2014/main" id="{650E4B95-C8A3-AC32-F970-C5A7A53D4F47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outerShdw blurRad="4445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dkEdge"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  <a:latin typeface="Inter"/>
              </a:rPr>
              <a:t>REDACTED_00843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26521E1-5981-9DE4-D3A5-83EE543F994C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D6D18B1-BF66-DFAB-656B-B358A38D17AC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100" b="1">
                  <a:solidFill>
                    <a:srgbClr val="F55A2D"/>
                  </a:solidFill>
                </a:defRPr>
              </a:lvl1pPr>
            </a:lstStyle>
            <a:p>
              <a:r>
                <a:rPr lang="en-US" err="1"/>
                <a:t>REDACTED_00844</a:t>
              </a:r>
              <a:r>
                <a:rPr lang="en-US"/>
                <a:t>REDACTED_00845</a:t>
              </a:r>
            </a:p>
          </p:txBody>
        </p:sp>
        <p:sp>
          <p:nvSpPr>
            <p:cNvPr id="88" name="Text 4">
              <a:extLst>
                <a:ext uri="{FF2B5EF4-FFF2-40B4-BE49-F238E27FC236}">
                  <a16:creationId xmlns:a16="http://schemas.microsoft.com/office/drawing/2014/main" id="{C30D1CF6-E30A-7640-CEB5-7E4224A75BEC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2"/>
                  </a:solidFill>
                </a:rPr>
                <a:t>REDACTED_00461</a:t>
              </a:r>
            </a:p>
          </p:txBody>
        </p:sp>
      </p:grpSp>
      <p:sp>
        <p:nvSpPr>
          <p:cNvPr id="90" name="Shape 5">
            <a:extLst>
              <a:ext uri="{FF2B5EF4-FFF2-40B4-BE49-F238E27FC236}">
                <a16:creationId xmlns:a16="http://schemas.microsoft.com/office/drawing/2014/main" id="{27100469-D423-3C0A-D550-252B582AD9B0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2"/>
              </a:solidFill>
            </a:endParaRPr>
          </a:p>
        </p:txBody>
      </p:sp>
      <p:sp>
        <p:nvSpPr>
          <p:cNvPr id="91" name="Text 6">
            <a:extLst>
              <a:ext uri="{FF2B5EF4-FFF2-40B4-BE49-F238E27FC236}">
                <a16:creationId xmlns:a16="http://schemas.microsoft.com/office/drawing/2014/main" id="{E46316D8-F230-5B28-04E2-05141749E240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2"/>
                </a:solidFill>
              </a:rPr>
              <a:t>REDACTED_00846</a:t>
            </a:r>
            <a:endParaRPr lang="en-US" sz="900">
              <a:solidFill>
                <a:schemeClr val="accent2"/>
              </a:solidFill>
            </a:endParaRPr>
          </a:p>
        </p:txBody>
      </p:sp>
      <p:sp>
        <p:nvSpPr>
          <p:cNvPr id="73" name="Shape 10">
            <a:extLst>
              <a:ext uri="{FF2B5EF4-FFF2-40B4-BE49-F238E27FC236}">
                <a16:creationId xmlns:a16="http://schemas.microsoft.com/office/drawing/2014/main" id="{A863B564-E083-F5A1-12C6-AF89D06E6D42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5" name="Text 11">
            <a:extLst>
              <a:ext uri="{FF2B5EF4-FFF2-40B4-BE49-F238E27FC236}">
                <a16:creationId xmlns:a16="http://schemas.microsoft.com/office/drawing/2014/main" id="{601421AC-8B26-043F-CBFF-A16BF4D35850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8ED60D36-005A-AEA8-8A8F-8AA19290DB22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REDACTED_00847</a:t>
            </a:r>
          </a:p>
          <a:p>
            <a:r>
              <a:rPr lang="en-US" sz="800">
                <a:solidFill>
                  <a:srgbClr val="1A1A1A"/>
                </a:solidFill>
              </a:rPr>
              <a:t>REDACTED_00848</a:t>
            </a:r>
            <a:endParaRPr lang="en-US" sz="800"/>
          </a:p>
        </p:txBody>
      </p:sp>
      <p:grpSp>
        <p:nvGrpSpPr>
          <p:cNvPr id="254" name="Group 253"/>
          <p:cNvGrpSpPr/>
          <p:nvPr/>
        </p:nvGrpSpPr>
        <p:grpSpPr>
          <a:xfrm>
            <a:off x="9770787" y="1533603"/>
            <a:ext cx="2339136" cy="635924"/>
            <a:chOff x="10112273" y="2891968"/>
            <a:chExt cx="1925120" cy="580543"/>
          </a:xfrm>
        </p:grpSpPr>
        <p:sp>
          <p:nvSpPr>
            <p:cNvPr id="258" name="Shape 256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56" name="Text 254a"/>
            <p:cNvSpPr/>
            <p:nvPr/>
          </p:nvSpPr>
          <p:spPr>
            <a:xfrm>
              <a:off x="10885249" y="2891968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REDACTED_00398</a:t>
              </a:r>
            </a:p>
          </p:txBody>
        </p:sp>
        <p:sp>
          <p:nvSpPr>
            <p:cNvPr id="260" name="Text 258a"/>
            <p:cNvSpPr/>
            <p:nvPr/>
          </p:nvSpPr>
          <p:spPr>
            <a:xfrm>
              <a:off x="10870436" y="3026712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REDACTED_00849</a:t>
              </a:r>
            </a:p>
          </p:txBody>
        </p:sp>
        <p:sp>
          <p:nvSpPr>
            <p:cNvPr id="259" name="Shape 257"/>
            <p:cNvSpPr/>
            <p:nvPr/>
          </p:nvSpPr>
          <p:spPr>
            <a:xfrm>
              <a:off x="10198303" y="3237891"/>
              <a:ext cx="1390000" cy="640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61" name="Shape 259a"/>
            <p:cNvSpPr/>
            <p:nvPr/>
          </p:nvSpPr>
          <p:spPr>
            <a:xfrm>
              <a:off x="11588303" y="3237891"/>
              <a:ext cx="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63" name="Text 261a"/>
            <p:cNvSpPr/>
            <p:nvPr/>
          </p:nvSpPr>
          <p:spPr>
            <a:xfrm>
              <a:off x="11700024" y="3289631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REDACTED_00364</a:t>
              </a:r>
            </a:p>
          </p:txBody>
        </p:sp>
      </p:grpSp>
      <p:sp>
        <p:nvSpPr>
          <p:cNvPr id="111" name="Text 6">
            <a:extLst>
              <a:ext uri="{FF2B5EF4-FFF2-40B4-BE49-F238E27FC236}">
                <a16:creationId xmlns:a16="http://schemas.microsoft.com/office/drawing/2014/main" id="{633B10D1-43D3-7F19-2C6C-C4384E1AD18B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FF0000"/>
                </a:solidFill>
              </a:rPr>
              <a:t>REDACTED_00038</a:t>
            </a:r>
          </a:p>
        </p:txBody>
      </p:sp>
      <p:sp>
        <p:nvSpPr>
          <p:cNvPr id="119" name="Shape 130">
            <a:extLst>
              <a:ext uri="{FF2B5EF4-FFF2-40B4-BE49-F238E27FC236}">
                <a16:creationId xmlns:a16="http://schemas.microsoft.com/office/drawing/2014/main" id="{7F93A4B0-11BD-65A4-47B9-113103D62696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32DB62D-E684-6D49-65B1-3BBF246C1CCC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23" name="Picture 122" descr="A black and blue logo  AI-generated content may be incorrect.">
            <a:extLst>
              <a:ext uri="{FF2B5EF4-FFF2-40B4-BE49-F238E27FC236}">
                <a16:creationId xmlns:a16="http://schemas.microsoft.com/office/drawing/2014/main" id="{FF83A0EA-A4E8-A743-58E5-C9AD351CC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92" name="Text 211a">
            <a:extLst>
              <a:ext uri="{FF2B5EF4-FFF2-40B4-BE49-F238E27FC236}">
                <a16:creationId xmlns:a16="http://schemas.microsoft.com/office/drawing/2014/main" id="{6F75392B-94F9-2FE6-CEDD-8B084546B067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94" name="Text 213a">
            <a:extLst>
              <a:ext uri="{FF2B5EF4-FFF2-40B4-BE49-F238E27FC236}">
                <a16:creationId xmlns:a16="http://schemas.microsoft.com/office/drawing/2014/main" id="{D8642AB2-7017-B677-DF7B-3346DE9B488A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96" name="Text 218a">
            <a:extLst>
              <a:ext uri="{FF2B5EF4-FFF2-40B4-BE49-F238E27FC236}">
                <a16:creationId xmlns:a16="http://schemas.microsoft.com/office/drawing/2014/main" id="{31D630CF-569F-ED9B-B23E-627D7C81AE71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202" name="Shape 229">
            <a:extLst>
              <a:ext uri="{FF2B5EF4-FFF2-40B4-BE49-F238E27FC236}">
                <a16:creationId xmlns:a16="http://schemas.microsoft.com/office/drawing/2014/main" id="{2810CB0D-8007-F142-4799-4F7AA4AB6296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REDACTED_00850</a:t>
            </a:r>
          </a:p>
        </p:txBody>
      </p:sp>
      <p:sp>
        <p:nvSpPr>
          <p:cNvPr id="219" name="Shape 10">
            <a:extLst>
              <a:ext uri="{FF2B5EF4-FFF2-40B4-BE49-F238E27FC236}">
                <a16:creationId xmlns:a16="http://schemas.microsoft.com/office/drawing/2014/main" id="{869644F5-9A58-3C0B-DCF9-60A22A014569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2" name="Text 31">
            <a:extLst>
              <a:ext uri="{FF2B5EF4-FFF2-40B4-BE49-F238E27FC236}">
                <a16:creationId xmlns:a16="http://schemas.microsoft.com/office/drawing/2014/main" id="{FB74EBD4-FD0E-0800-FFCA-8F85AF8C29DD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24" name="Shape 32">
            <a:extLst>
              <a:ext uri="{FF2B5EF4-FFF2-40B4-BE49-F238E27FC236}">
                <a16:creationId xmlns:a16="http://schemas.microsoft.com/office/drawing/2014/main" id="{FA181FF6-8B25-8A2D-3124-88107021C7E5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6" name="Text 33">
            <a:extLst>
              <a:ext uri="{FF2B5EF4-FFF2-40B4-BE49-F238E27FC236}">
                <a16:creationId xmlns:a16="http://schemas.microsoft.com/office/drawing/2014/main" id="{19003B64-E507-84F4-18A4-2BDAA621B2DA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REDACTED_00851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228" name="Text 33">
            <a:extLst>
              <a:ext uri="{FF2B5EF4-FFF2-40B4-BE49-F238E27FC236}">
                <a16:creationId xmlns:a16="http://schemas.microsoft.com/office/drawing/2014/main" id="{0473ED50-8E07-E89D-4B14-436732610011}"/>
              </a:ext>
            </a:extLst>
          </p:cNvPr>
          <p:cNvSpPr/>
          <p:nvPr/>
        </p:nvSpPr>
        <p:spPr>
          <a:xfrm>
            <a:off x="180001" y="2477961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REDACTED_00852</a:t>
            </a:r>
          </a:p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>
                <a:solidFill>
                  <a:srgbClr val="444444"/>
                </a:solidFill>
              </a:rPr>
              <a:t>REDACTED_00853</a:t>
            </a:r>
          </a:p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>
                <a:solidFill>
                  <a:srgbClr val="444444"/>
                </a:solidFill>
              </a:rPr>
              <a:t>REDACTED_00854</a:t>
            </a:r>
            <a:endParaRPr lang="en-US" sz="800"/>
          </a:p>
        </p:txBody>
      </p:sp>
      <p:sp>
        <p:nvSpPr>
          <p:cNvPr id="230" name="Text 31">
            <a:extLst>
              <a:ext uri="{FF2B5EF4-FFF2-40B4-BE49-F238E27FC236}">
                <a16:creationId xmlns:a16="http://schemas.microsoft.com/office/drawing/2014/main" id="{0663DF7D-F6C2-1CD7-C489-D20DDA6B2977}"/>
              </a:ext>
            </a:extLst>
          </p:cNvPr>
          <p:cNvSpPr/>
          <p:nvPr/>
        </p:nvSpPr>
        <p:spPr>
          <a:xfrm>
            <a:off x="180000" y="2310708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32" name="Shape 32">
            <a:extLst>
              <a:ext uri="{FF2B5EF4-FFF2-40B4-BE49-F238E27FC236}">
                <a16:creationId xmlns:a16="http://schemas.microsoft.com/office/drawing/2014/main" id="{BED5F65A-83F3-B443-D000-2864361CF0F9}"/>
              </a:ext>
            </a:extLst>
          </p:cNvPr>
          <p:cNvSpPr/>
          <p:nvPr/>
        </p:nvSpPr>
        <p:spPr>
          <a:xfrm>
            <a:off x="144000" y="2429580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4" name="Shape 10">
            <a:extLst>
              <a:ext uri="{FF2B5EF4-FFF2-40B4-BE49-F238E27FC236}">
                <a16:creationId xmlns:a16="http://schemas.microsoft.com/office/drawing/2014/main" id="{1247A350-9FEA-F429-1179-695629D3854E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8" name="Shape 16">
            <a:extLst>
              <a:ext uri="{FF2B5EF4-FFF2-40B4-BE49-F238E27FC236}">
                <a16:creationId xmlns:a16="http://schemas.microsoft.com/office/drawing/2014/main" id="{23D51EBE-9332-0194-FE5C-EE58DAE3C11F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40" name="Shape 16">
            <a:extLst>
              <a:ext uri="{FF2B5EF4-FFF2-40B4-BE49-F238E27FC236}">
                <a16:creationId xmlns:a16="http://schemas.microsoft.com/office/drawing/2014/main" id="{62B7FE54-D991-DE75-1080-CCA1BA0D8FAC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F55A2D"/>
                </a:solidFill>
              </a:rPr>
              <a:t>REDACTED_00855</a:t>
            </a:r>
          </a:p>
        </p:txBody>
      </p:sp>
      <p:sp>
        <p:nvSpPr>
          <p:cNvPr id="242" name="Shape 16">
            <a:extLst>
              <a:ext uri="{FF2B5EF4-FFF2-40B4-BE49-F238E27FC236}">
                <a16:creationId xmlns:a16="http://schemas.microsoft.com/office/drawing/2014/main" id="{A93AE86E-75B3-E5C9-0203-B459A8F89427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F55A2D"/>
                </a:solidFill>
              </a:rPr>
              <a:t>REDACTED_00545</a:t>
            </a:r>
          </a:p>
        </p:txBody>
      </p:sp>
      <p:sp>
        <p:nvSpPr>
          <p:cNvPr id="244" name="Shape 16">
            <a:extLst>
              <a:ext uri="{FF2B5EF4-FFF2-40B4-BE49-F238E27FC236}">
                <a16:creationId xmlns:a16="http://schemas.microsoft.com/office/drawing/2014/main" id="{272114CA-D78D-01B9-24D3-83F088D344C9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F55A2D"/>
                </a:solidFill>
              </a:rPr>
              <a:t>REDACTED_00379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49162363-7F4F-109A-B29F-365330C8A6F7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REDACTED_00078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8445F75F-D93D-229D-DE22-1F205D521520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REDACTED_00079</a:t>
            </a: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F816C166-2950-77DA-E20D-6ED9B64D3C69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REDACTED_00080</a:t>
            </a: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0C095193-2DDC-9985-6664-638DFB61FA8B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rgbClr val="F55A2D"/>
                </a:solidFill>
              </a:rPr>
              <a:t>REDACTED_00081</a:t>
            </a:r>
          </a:p>
        </p:txBody>
      </p: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DF279133-5252-7455-B015-71321E7BD716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91" name="Shape 37">
              <a:extLst>
                <a:ext uri="{FF2B5EF4-FFF2-40B4-BE49-F238E27FC236}">
                  <a16:creationId xmlns:a16="http://schemas.microsoft.com/office/drawing/2014/main" id="{29A79B02-089E-1362-AC06-EC7F87AB310F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2" name="Shape 38">
              <a:extLst>
                <a:ext uri="{FF2B5EF4-FFF2-40B4-BE49-F238E27FC236}">
                  <a16:creationId xmlns:a16="http://schemas.microsoft.com/office/drawing/2014/main" id="{BCC04B5A-219E-37B1-A269-EAEB1E342E3B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3" name="Text 39">
              <a:extLst>
                <a:ext uri="{FF2B5EF4-FFF2-40B4-BE49-F238E27FC236}">
                  <a16:creationId xmlns:a16="http://schemas.microsoft.com/office/drawing/2014/main" id="{FE1D2230-4A94-4BE0-F750-F1FC49046337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REDACTED_00856</a:t>
              </a:r>
              <a:endParaRPr lang="en-US" sz="800"/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36C3C18E-0189-7B13-AFFD-256B42039D84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95" name="Shape 37">
              <a:extLst>
                <a:ext uri="{FF2B5EF4-FFF2-40B4-BE49-F238E27FC236}">
                  <a16:creationId xmlns:a16="http://schemas.microsoft.com/office/drawing/2014/main" id="{8E4EFF4C-2743-CAEA-AE08-C9216A396312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6" name="Shape 38">
              <a:extLst>
                <a:ext uri="{FF2B5EF4-FFF2-40B4-BE49-F238E27FC236}">
                  <a16:creationId xmlns:a16="http://schemas.microsoft.com/office/drawing/2014/main" id="{9097EBCB-065D-C3FB-CD79-BC31FD890A32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7" name="Text 39">
              <a:extLst>
                <a:ext uri="{FF2B5EF4-FFF2-40B4-BE49-F238E27FC236}">
                  <a16:creationId xmlns:a16="http://schemas.microsoft.com/office/drawing/2014/main" id="{DCD6FB83-002F-69EB-FB5B-5E49FADF8510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REDACTED_00857</a:t>
              </a:r>
              <a:endParaRPr lang="en-US" sz="800"/>
            </a:p>
          </p:txBody>
        </p:sp>
      </p:grpSp>
      <p:sp>
        <p:nvSpPr>
          <p:cNvPr id="302" name="Shape 229">
            <a:extLst>
              <a:ext uri="{FF2B5EF4-FFF2-40B4-BE49-F238E27FC236}">
                <a16:creationId xmlns:a16="http://schemas.microsoft.com/office/drawing/2014/main" id="{2BB7F035-06CF-2F03-4027-59E8B3E2F574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REDACTED_00082</a:t>
            </a:r>
          </a:p>
        </p:txBody>
      </p:sp>
      <p:sp>
        <p:nvSpPr>
          <p:cNvPr id="304" name="Shape 46">
            <a:extLst>
              <a:ext uri="{FF2B5EF4-FFF2-40B4-BE49-F238E27FC236}">
                <a16:creationId xmlns:a16="http://schemas.microsoft.com/office/drawing/2014/main" id="{EFB90F8E-2991-BA6D-3DBB-312F72D682FC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A870BF7-2144-58B6-F086-FC0C306D38D8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320" name="Text 35">
            <a:extLst>
              <a:ext uri="{FF2B5EF4-FFF2-40B4-BE49-F238E27FC236}">
                <a16:creationId xmlns:a16="http://schemas.microsoft.com/office/drawing/2014/main" id="{0A6B520D-0328-F9EB-C668-1EA77F4571FF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22" name="Shape 36">
            <a:extLst>
              <a:ext uri="{FF2B5EF4-FFF2-40B4-BE49-F238E27FC236}">
                <a16:creationId xmlns:a16="http://schemas.microsoft.com/office/drawing/2014/main" id="{FB83DC2F-4260-74C6-B96D-D310731E1452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4" name="Shape 36">
            <a:extLst>
              <a:ext uri="{FF2B5EF4-FFF2-40B4-BE49-F238E27FC236}">
                <a16:creationId xmlns:a16="http://schemas.microsoft.com/office/drawing/2014/main" id="{3BEC96C2-6CFB-584C-8886-F86FC922F796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6" name="Text 35">
            <a:extLst>
              <a:ext uri="{FF2B5EF4-FFF2-40B4-BE49-F238E27FC236}">
                <a16:creationId xmlns:a16="http://schemas.microsoft.com/office/drawing/2014/main" id="{40C58092-E47A-695C-AC68-F8F8ECF82823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34" name="Text 17">
            <a:extLst>
              <a:ext uri="{FF2B5EF4-FFF2-40B4-BE49-F238E27FC236}">
                <a16:creationId xmlns:a16="http://schemas.microsoft.com/office/drawing/2014/main" id="{D2AEA524-1046-EA65-2826-9639C913DFA2}"/>
              </a:ext>
            </a:extLst>
          </p:cNvPr>
          <p:cNvSpPr/>
          <p:nvPr/>
        </p:nvSpPr>
        <p:spPr>
          <a:xfrm>
            <a:off x="10953236" y="153737"/>
            <a:ext cx="1008275" cy="2215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chemeClr val="accent2"/>
                </a:solidFill>
              </a:rPr>
              <a:t>REDACTED_00013</a:t>
            </a:r>
            <a:endParaRPr lang="en-US" sz="850">
              <a:solidFill>
                <a:schemeClr val="accent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9C80CA-7E86-EC94-4CE2-0EBC4E1BF3C0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F55A2D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REDACTED_00858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REDACTED_00859</a:t>
            </a:r>
            <a:r>
              <a:rPr lang="en-US" altLang="en-US" sz="800" err="1">
                <a:solidFill>
                  <a:srgbClr val="444444"/>
                </a:solidFill>
                <a:latin typeface="Calibri" panose="020F0502020204030204"/>
              </a:rPr>
              <a:t>REDACTED_00808</a:t>
            </a: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REDACTED_00860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25B0A8-6CAA-A3F7-F3AD-B19F668DBC58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55A2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REDACTED_00861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REDACTED_00862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REDACTED_00863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2E1E4FB-69F8-BC41-CEF6-034FB9B29E3F}"/>
              </a:ext>
            </a:extLst>
          </p:cNvPr>
          <p:cNvGrpSpPr/>
          <p:nvPr/>
        </p:nvGrpSpPr>
        <p:grpSpPr>
          <a:xfrm>
            <a:off x="3717780" y="2472279"/>
            <a:ext cx="3132526" cy="336564"/>
            <a:chOff x="3828681" y="1696973"/>
            <a:chExt cx="7891076" cy="449118"/>
          </a:xfrm>
        </p:grpSpPr>
        <p:sp>
          <p:nvSpPr>
            <p:cNvPr id="41" name="Shape 37">
              <a:extLst>
                <a:ext uri="{FF2B5EF4-FFF2-40B4-BE49-F238E27FC236}">
                  <a16:creationId xmlns:a16="http://schemas.microsoft.com/office/drawing/2014/main" id="{C16B3422-DDD8-8070-61B1-082541CA581D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Shape 38">
              <a:extLst>
                <a:ext uri="{FF2B5EF4-FFF2-40B4-BE49-F238E27FC236}">
                  <a16:creationId xmlns:a16="http://schemas.microsoft.com/office/drawing/2014/main" id="{4062A972-96E6-C94C-AA77-3FBB71BBD17F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E7F7BA65-5FBE-F0E8-1B3B-690BFD27905F}"/>
                </a:ext>
              </a:extLst>
            </p:cNvPr>
            <p:cNvSpPr/>
            <p:nvPr/>
          </p:nvSpPr>
          <p:spPr>
            <a:xfrm>
              <a:off x="4044558" y="1696973"/>
              <a:ext cx="7675199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REDACTED_00864</a:t>
              </a:r>
              <a:endParaRPr lang="en-US" sz="800"/>
            </a:p>
          </p:txBody>
        </p:sp>
      </p:grpSp>
      <p:sp>
        <p:nvSpPr>
          <p:cNvPr id="38" name="Shape 32">
            <a:extLst>
              <a:ext uri="{FF2B5EF4-FFF2-40B4-BE49-F238E27FC236}">
                <a16:creationId xmlns:a16="http://schemas.microsoft.com/office/drawing/2014/main" id="{78935692-A9D5-140B-19B1-9F1554849307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58B13DC8-E693-EC61-77C3-4626E83F7F25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61" name="Shape 36">
            <a:extLst>
              <a:ext uri="{FF2B5EF4-FFF2-40B4-BE49-F238E27FC236}">
                <a16:creationId xmlns:a16="http://schemas.microsoft.com/office/drawing/2014/main" id="{2AB30317-A227-7A3D-62CD-AF26B9773D6C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Text 35">
            <a:extLst>
              <a:ext uri="{FF2B5EF4-FFF2-40B4-BE49-F238E27FC236}">
                <a16:creationId xmlns:a16="http://schemas.microsoft.com/office/drawing/2014/main" id="{E837A7C0-D17A-21C7-46BA-5744AE55076C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65" name="Shape 36">
            <a:extLst>
              <a:ext uri="{FF2B5EF4-FFF2-40B4-BE49-F238E27FC236}">
                <a16:creationId xmlns:a16="http://schemas.microsoft.com/office/drawing/2014/main" id="{EA89412B-9D17-C420-2EF5-8B9D966A5DF7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E1AE8F3-5D0D-3F20-1DEA-EB36AF228BA0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71" name="PersonIcon">
              <a:extLst>
                <a:ext uri="{FF2B5EF4-FFF2-40B4-BE49-F238E27FC236}">
                  <a16:creationId xmlns:a16="http://schemas.microsoft.com/office/drawing/2014/main" id="{EB9C8855-6235-C441-0BC8-3894A87D6B3D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2" name="Text 107">
              <a:extLst>
                <a:ext uri="{FF2B5EF4-FFF2-40B4-BE49-F238E27FC236}">
                  <a16:creationId xmlns:a16="http://schemas.microsoft.com/office/drawing/2014/main" id="{A99840C5-8804-B3AB-C895-E3B80521011D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74" name="Text 108">
              <a:extLst>
                <a:ext uri="{FF2B5EF4-FFF2-40B4-BE49-F238E27FC236}">
                  <a16:creationId xmlns:a16="http://schemas.microsoft.com/office/drawing/2014/main" id="{A749EC0E-8B76-9DC1-8700-7EA7552E6007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REDACTED_00004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344B221-9DBB-00CB-0E43-8399EFD98739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78" name="BuildingIcon">
              <a:extLst>
                <a:ext uri="{FF2B5EF4-FFF2-40B4-BE49-F238E27FC236}">
                  <a16:creationId xmlns:a16="http://schemas.microsoft.com/office/drawing/2014/main" id="{8A898164-A959-7371-7B7A-D1D090F75BF5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9" name="Text 109">
              <a:extLst>
                <a:ext uri="{FF2B5EF4-FFF2-40B4-BE49-F238E27FC236}">
                  <a16:creationId xmlns:a16="http://schemas.microsoft.com/office/drawing/2014/main" id="{B3D41ACB-8F0E-0DCE-EACC-0D68D2F220B8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80" name="Text 110">
              <a:extLst>
                <a:ext uri="{FF2B5EF4-FFF2-40B4-BE49-F238E27FC236}">
                  <a16:creationId xmlns:a16="http://schemas.microsoft.com/office/drawing/2014/main" id="{53EA096A-086D-378C-6904-B13DA37BC4D6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REDACTED_00351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F2A1912-BE50-093F-9996-E62131A765AD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82" name="GradCapIcon">
              <a:extLst>
                <a:ext uri="{FF2B5EF4-FFF2-40B4-BE49-F238E27FC236}">
                  <a16:creationId xmlns:a16="http://schemas.microsoft.com/office/drawing/2014/main" id="{7E07EA8B-7619-A187-F510-7004A626F8A6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83" name="Text 111">
              <a:extLst>
                <a:ext uri="{FF2B5EF4-FFF2-40B4-BE49-F238E27FC236}">
                  <a16:creationId xmlns:a16="http://schemas.microsoft.com/office/drawing/2014/main" id="{87A35251-73AD-182E-CC35-BCCD9FB6B421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93" name="Text 112">
              <a:extLst>
                <a:ext uri="{FF2B5EF4-FFF2-40B4-BE49-F238E27FC236}">
                  <a16:creationId xmlns:a16="http://schemas.microsoft.com/office/drawing/2014/main" id="{2FE2F566-F636-BA5D-DF5B-55C87E3D9C63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rgbClr val="F55A2D"/>
                  </a:solidFill>
                </a:rPr>
                <a:t>REDACTED_00564</a:t>
              </a:r>
              <a:endParaRPr lang="en-US" sz="800">
                <a:solidFill>
                  <a:srgbClr val="F55A2D"/>
                </a:solidFill>
              </a:endParaRPr>
            </a:p>
          </p:txBody>
        </p:sp>
      </p:grpSp>
      <p:pic>
        <p:nvPicPr>
          <p:cNvPr id="5" name="Graphic 4" descr="Door Closed with solid fill">
            <a:extLst>
              <a:ext uri="{FF2B5EF4-FFF2-40B4-BE49-F238E27FC236}">
                <a16:creationId xmlns:a16="http://schemas.microsoft.com/office/drawing/2014/main" id="{98B2439C-4CDC-D567-6C78-F64FB8A757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20670" y="118147"/>
            <a:ext cx="288000" cy="288000"/>
          </a:xfrm>
          <a:prstGeom prst="rect">
            <a:avLst/>
          </a:prstGeom>
        </p:spPr>
      </p:pic>
      <p:sp>
        <p:nvSpPr>
          <p:cNvPr id="102" name="Text 11">
            <a:extLst>
              <a:ext uri="{FF2B5EF4-FFF2-40B4-BE49-F238E27FC236}">
                <a16:creationId xmlns:a16="http://schemas.microsoft.com/office/drawing/2014/main" id="{62D2D0A3-CDE2-8C9C-A940-5D3044EB856F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REDACTED_00489</a:t>
            </a:r>
          </a:p>
          <a:p>
            <a:r>
              <a:rPr lang="en-US" sz="650">
                <a:solidFill>
                  <a:srgbClr val="444444"/>
                </a:solidFill>
              </a:rPr>
              <a:t>REDACTED_00865</a:t>
            </a:r>
          </a:p>
        </p:txBody>
      </p:sp>
      <p:sp>
        <p:nvSpPr>
          <p:cNvPr id="105" name="Text 12">
            <a:extLst>
              <a:ext uri="{FF2B5EF4-FFF2-40B4-BE49-F238E27FC236}">
                <a16:creationId xmlns:a16="http://schemas.microsoft.com/office/drawing/2014/main" id="{675BCE52-88EF-42AE-5070-EAF33A91AC71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107" name="Text 15">
            <a:extLst>
              <a:ext uri="{FF2B5EF4-FFF2-40B4-BE49-F238E27FC236}">
                <a16:creationId xmlns:a16="http://schemas.microsoft.com/office/drawing/2014/main" id="{23ED5A64-DEDD-E40C-5A29-F550C3596179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REDACTED_00866</a:t>
            </a:r>
          </a:p>
        </p:txBody>
      </p:sp>
      <p:sp>
        <p:nvSpPr>
          <p:cNvPr id="109" name="Text 19">
            <a:extLst>
              <a:ext uri="{FF2B5EF4-FFF2-40B4-BE49-F238E27FC236}">
                <a16:creationId xmlns:a16="http://schemas.microsoft.com/office/drawing/2014/main" id="{9D85A7B9-98B1-CADE-990B-13DAD2AC9651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REDACTED_00867</a:t>
            </a:r>
          </a:p>
        </p:txBody>
      </p:sp>
      <p:sp>
        <p:nvSpPr>
          <p:cNvPr id="112" name="Text 23">
            <a:extLst>
              <a:ext uri="{FF2B5EF4-FFF2-40B4-BE49-F238E27FC236}">
                <a16:creationId xmlns:a16="http://schemas.microsoft.com/office/drawing/2014/main" id="{49F44B5E-DAD9-1570-053D-342A2D89D5F7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err="1">
                <a:solidFill>
                  <a:srgbClr val="444444"/>
                </a:solidFill>
              </a:rPr>
              <a:t>REDACTED_00675</a:t>
            </a:r>
            <a:r>
              <a:rPr lang="en-US" sz="650">
                <a:solidFill>
                  <a:srgbClr val="444444"/>
                </a:solidFill>
              </a:rPr>
              <a:t>REDACTED_00868</a:t>
            </a:r>
          </a:p>
        </p:txBody>
      </p:sp>
      <p:sp>
        <p:nvSpPr>
          <p:cNvPr id="118" name="Text 32">
            <a:extLst>
              <a:ext uri="{FF2B5EF4-FFF2-40B4-BE49-F238E27FC236}">
                <a16:creationId xmlns:a16="http://schemas.microsoft.com/office/drawing/2014/main" id="{A31AAE9F-7FC5-712C-6645-26692ADBD0E0}"/>
              </a:ext>
            </a:extLst>
          </p:cNvPr>
          <p:cNvSpPr/>
          <p:nvPr/>
        </p:nvSpPr>
        <p:spPr>
          <a:xfrm>
            <a:off x="10610735" y="5184485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REDACTED_00495</a:t>
            </a:r>
          </a:p>
          <a:p>
            <a:r>
              <a:rPr lang="en-US" sz="650">
                <a:solidFill>
                  <a:srgbClr val="444444"/>
                </a:solidFill>
              </a:rPr>
              <a:t>REDACTED_00711</a:t>
            </a:r>
          </a:p>
        </p:txBody>
      </p:sp>
      <p:sp>
        <p:nvSpPr>
          <p:cNvPr id="122" name="Shape 188">
            <a:extLst>
              <a:ext uri="{FF2B5EF4-FFF2-40B4-BE49-F238E27FC236}">
                <a16:creationId xmlns:a16="http://schemas.microsoft.com/office/drawing/2014/main" id="{0C0775CE-204D-E7AB-55E0-A35E9C1622AD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34000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5" name="Shape 189">
            <a:extLst>
              <a:ext uri="{FF2B5EF4-FFF2-40B4-BE49-F238E27FC236}">
                <a16:creationId xmlns:a16="http://schemas.microsoft.com/office/drawing/2014/main" id="{A55452E4-F5F6-8BC7-2873-E678E8AB95F0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162000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3" name="Shape 190">
            <a:extLst>
              <a:ext uri="{FF2B5EF4-FFF2-40B4-BE49-F238E27FC236}">
                <a16:creationId xmlns:a16="http://schemas.microsoft.com/office/drawing/2014/main" id="{2BCE1D30-E757-3ECC-3161-C2835C4BCE2D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197" name="Shape 193">
            <a:extLst>
              <a:ext uri="{FF2B5EF4-FFF2-40B4-BE49-F238E27FC236}">
                <a16:creationId xmlns:a16="http://schemas.microsoft.com/office/drawing/2014/main" id="{F254E5FE-8A11-C97E-E761-949929B3E5DD}"/>
              </a:ext>
            </a:extLst>
          </p:cNvPr>
          <p:cNvSpPr>
            <a:spLocks/>
          </p:cNvSpPr>
          <p:nvPr/>
        </p:nvSpPr>
        <p:spPr>
          <a:xfrm>
            <a:off x="10022549" y="3399765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199" name="Shape 206">
            <a:extLst>
              <a:ext uri="{FF2B5EF4-FFF2-40B4-BE49-F238E27FC236}">
                <a16:creationId xmlns:a16="http://schemas.microsoft.com/office/drawing/2014/main" id="{EAEA1145-C2DF-B0DE-6EEA-F7E385FDD3E4}"/>
              </a:ext>
            </a:extLst>
          </p:cNvPr>
          <p:cNvSpPr>
            <a:spLocks/>
          </p:cNvSpPr>
          <p:nvPr/>
        </p:nvSpPr>
        <p:spPr>
          <a:xfrm>
            <a:off x="9986549" y="3915253"/>
            <a:ext cx="396000" cy="3960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6" name="Shape 210">
            <a:extLst>
              <a:ext uri="{FF2B5EF4-FFF2-40B4-BE49-F238E27FC236}">
                <a16:creationId xmlns:a16="http://schemas.microsoft.com/office/drawing/2014/main" id="{00DC58F4-A0E8-1276-82E2-D0345BEC679C}"/>
              </a:ext>
            </a:extLst>
          </p:cNvPr>
          <p:cNvSpPr>
            <a:spLocks/>
          </p:cNvSpPr>
          <p:nvPr/>
        </p:nvSpPr>
        <p:spPr>
          <a:xfrm>
            <a:off x="10022549" y="5101863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0" name="Text 191">
            <a:extLst>
              <a:ext uri="{FF2B5EF4-FFF2-40B4-BE49-F238E27FC236}">
                <a16:creationId xmlns:a16="http://schemas.microsoft.com/office/drawing/2014/main" id="{EFCAD5D1-7A8C-3C8F-D5F6-267C8BA42903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REDACTED_00051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214" name="Text 194">
            <a:extLst>
              <a:ext uri="{FF2B5EF4-FFF2-40B4-BE49-F238E27FC236}">
                <a16:creationId xmlns:a16="http://schemas.microsoft.com/office/drawing/2014/main" id="{91E5485B-52EE-BA10-64B1-72F515FF4749}"/>
              </a:ext>
            </a:extLst>
          </p:cNvPr>
          <p:cNvSpPr>
            <a:spLocks/>
          </p:cNvSpPr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F55A2D"/>
                </a:solidFill>
              </a:rPr>
              <a:t>REDACTED_00497</a:t>
            </a:r>
          </a:p>
        </p:txBody>
      </p:sp>
      <p:sp>
        <p:nvSpPr>
          <p:cNvPr id="225" name="Text 211">
            <a:extLst>
              <a:ext uri="{FF2B5EF4-FFF2-40B4-BE49-F238E27FC236}">
                <a16:creationId xmlns:a16="http://schemas.microsoft.com/office/drawing/2014/main" id="{D8064D6A-2C54-317F-5EC7-EDAEE2811F9C}"/>
              </a:ext>
            </a:extLst>
          </p:cNvPr>
          <p:cNvSpPr>
            <a:spLocks/>
          </p:cNvSpPr>
          <p:nvPr/>
        </p:nvSpPr>
        <p:spPr>
          <a:xfrm>
            <a:off x="10040549" y="5119863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REDACTED_00057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229" name="Text 203">
            <a:extLst>
              <a:ext uri="{FF2B5EF4-FFF2-40B4-BE49-F238E27FC236}">
                <a16:creationId xmlns:a16="http://schemas.microsoft.com/office/drawing/2014/main" id="{A32C795F-50FB-D326-ADE3-30E386ED7714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233" name="Shape 202">
            <a:extLst>
              <a:ext uri="{FF2B5EF4-FFF2-40B4-BE49-F238E27FC236}">
                <a16:creationId xmlns:a16="http://schemas.microsoft.com/office/drawing/2014/main" id="{ACA19667-FD4E-E9DF-2FA8-28A8F4C9DCBD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7" name="Text 207">
            <a:extLst>
              <a:ext uri="{FF2B5EF4-FFF2-40B4-BE49-F238E27FC236}">
                <a16:creationId xmlns:a16="http://schemas.microsoft.com/office/drawing/2014/main" id="{034EF722-EAED-9734-E856-EB5ADF9FE5DE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REDACTED_00625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241" name="Text 199">
            <a:extLst>
              <a:ext uri="{FF2B5EF4-FFF2-40B4-BE49-F238E27FC236}">
                <a16:creationId xmlns:a16="http://schemas.microsoft.com/office/drawing/2014/main" id="{29365A58-9496-434D-150D-DC7B61B27B1F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accent3"/>
                </a:solidFill>
              </a:rPr>
              <a:t>REDACTED_00052</a:t>
            </a:r>
            <a:endParaRPr lang="en-US" sz="65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89">
            <a:extLst>
              <a:ext uri="{FF2B5EF4-FFF2-40B4-BE49-F238E27FC236}">
                <a16:creationId xmlns:a16="http://schemas.microsoft.com/office/drawing/2014/main" id="{CDAA88F1-84E6-08AD-E011-044524E3B057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4"/>
            <a:srcRect/>
            <a:stretch>
              <a:fillRect t="-25547" b="-25547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8" name="Shape 9">
            <a:extLst>
              <a:ext uri="{FF2B5EF4-FFF2-40B4-BE49-F238E27FC236}">
                <a16:creationId xmlns:a16="http://schemas.microsoft.com/office/drawing/2014/main" id="{24E92CE9-D6C6-8973-C504-D0C09C079107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4" name="Shape 46">
            <a:extLst>
              <a:ext uri="{FF2B5EF4-FFF2-40B4-BE49-F238E27FC236}">
                <a16:creationId xmlns:a16="http://schemas.microsoft.com/office/drawing/2014/main" id="{7795C3EA-B46A-B31C-149D-F1E1E3393015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9" name="Shape 46">
            <a:extLst>
              <a:ext uri="{FF2B5EF4-FFF2-40B4-BE49-F238E27FC236}">
                <a16:creationId xmlns:a16="http://schemas.microsoft.com/office/drawing/2014/main" id="{24C4DC3F-0D14-24AB-F402-997879B6C9A0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1" name="Shape 105">
            <a:extLst>
              <a:ext uri="{FF2B5EF4-FFF2-40B4-BE49-F238E27FC236}">
                <a16:creationId xmlns:a16="http://schemas.microsoft.com/office/drawing/2014/main" id="{16503BAE-8780-3EF3-F9AC-9264D66E823E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4" name="Shape 13">
            <a:extLst>
              <a:ext uri="{FF2B5EF4-FFF2-40B4-BE49-F238E27FC236}">
                <a16:creationId xmlns:a16="http://schemas.microsoft.com/office/drawing/2014/main" id="{955E6442-4C66-6B88-6485-3D84E43584FD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0" name="Shape 13">
            <a:extLst>
              <a:ext uri="{FF2B5EF4-FFF2-40B4-BE49-F238E27FC236}">
                <a16:creationId xmlns:a16="http://schemas.microsoft.com/office/drawing/2014/main" id="{D1660B9C-F88F-6B3F-2D3F-BA0D092F1996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5" name="Shape 229">
            <a:extLst>
              <a:ext uri="{FF2B5EF4-FFF2-40B4-BE49-F238E27FC236}">
                <a16:creationId xmlns:a16="http://schemas.microsoft.com/office/drawing/2014/main" id="{29CA0692-0D60-9CB0-03A0-D9F0386F6F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0" name="Shape 229">
            <a:extLst>
              <a:ext uri="{FF2B5EF4-FFF2-40B4-BE49-F238E27FC236}">
                <a16:creationId xmlns:a16="http://schemas.microsoft.com/office/drawing/2014/main" id="{A3FB8511-8488-0951-2833-C9875761692B}"/>
              </a:ext>
            </a:extLst>
          </p:cNvPr>
          <p:cNvSpPr/>
          <p:nvPr/>
        </p:nvSpPr>
        <p:spPr>
          <a:xfrm>
            <a:off x="7036387" y="8586555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1" name="Shape 46">
            <a:extLst>
              <a:ext uri="{FF2B5EF4-FFF2-40B4-BE49-F238E27FC236}">
                <a16:creationId xmlns:a16="http://schemas.microsoft.com/office/drawing/2014/main" id="{525F7483-6A43-8A12-1747-917AAF7ED06C}"/>
              </a:ext>
            </a:extLst>
          </p:cNvPr>
          <p:cNvSpPr/>
          <p:nvPr/>
        </p:nvSpPr>
        <p:spPr>
          <a:xfrm>
            <a:off x="4008827" y="8586555"/>
            <a:ext cx="2975774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07CFA91-0402-14BE-4671-5605799C1A46}"/>
              </a:ext>
            </a:extLst>
          </p:cNvPr>
          <p:cNvSpPr txBox="1"/>
          <p:nvPr/>
        </p:nvSpPr>
        <p:spPr>
          <a:xfrm>
            <a:off x="7136387" y="8686555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B29FF5D-6827-F9C2-1BE3-16AD20537DE7}"/>
              </a:ext>
            </a:extLst>
          </p:cNvPr>
          <p:cNvSpPr txBox="1"/>
          <p:nvPr/>
        </p:nvSpPr>
        <p:spPr>
          <a:xfrm>
            <a:off x="4108827" y="8686555"/>
            <a:ext cx="2770527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REDACTED_00869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REDACTED_00870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REDACTED_00871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8741B29-D8BF-4DCD-B9A4-3DD5F873D057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90" name="Text 2">
            <a:extLst>
              <a:ext uri="{FF2B5EF4-FFF2-40B4-BE49-F238E27FC236}">
                <a16:creationId xmlns:a16="http://schemas.microsoft.com/office/drawing/2014/main" id="{C92D8AA5-7F82-F200-4F8B-602211CCB1DD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outerShdw blurRad="4445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dkEdge"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  <a:latin typeface="Inter"/>
              </a:rPr>
              <a:t>REDACTED_00872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25632F0-9632-25C3-D9F0-09A917C8A3A3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CCE6A42-80C7-5210-3347-6A13922F4B77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100" b="1">
                  <a:solidFill>
                    <a:srgbClr val="F55A2D"/>
                  </a:solidFill>
                </a:defRPr>
              </a:lvl1pPr>
            </a:lstStyle>
            <a:p>
              <a:r>
                <a:rPr lang="en-US"/>
                <a:t>REDACTED_00873</a:t>
              </a:r>
            </a:p>
          </p:txBody>
        </p:sp>
        <p:sp>
          <p:nvSpPr>
            <p:cNvPr id="93" name="Text 4">
              <a:extLst>
                <a:ext uri="{FF2B5EF4-FFF2-40B4-BE49-F238E27FC236}">
                  <a16:creationId xmlns:a16="http://schemas.microsoft.com/office/drawing/2014/main" id="{B4C59329-6C7E-64C2-6F0F-DE3B212D8B68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2"/>
                  </a:solidFill>
                </a:rPr>
                <a:t>REDACTED_00461</a:t>
              </a:r>
            </a:p>
          </p:txBody>
        </p:sp>
      </p:grpSp>
      <p:sp>
        <p:nvSpPr>
          <p:cNvPr id="95" name="Shape 5">
            <a:extLst>
              <a:ext uri="{FF2B5EF4-FFF2-40B4-BE49-F238E27FC236}">
                <a16:creationId xmlns:a16="http://schemas.microsoft.com/office/drawing/2014/main" id="{5D3EFE93-91E5-FF00-0405-5DF7FB0BE309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3"/>
              </a:solidFill>
            </a:endParaRPr>
          </a:p>
        </p:txBody>
      </p:sp>
      <p:sp>
        <p:nvSpPr>
          <p:cNvPr id="96" name="Text 6">
            <a:extLst>
              <a:ext uri="{FF2B5EF4-FFF2-40B4-BE49-F238E27FC236}">
                <a16:creationId xmlns:a16="http://schemas.microsoft.com/office/drawing/2014/main" id="{69180411-155E-F0C0-2CD7-A4949B012DCD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3"/>
                </a:solidFill>
              </a:rPr>
              <a:t>REDACTED_00096</a:t>
            </a:r>
            <a:endParaRPr lang="en-US" sz="900">
              <a:solidFill>
                <a:schemeClr val="accent3"/>
              </a:solidFill>
            </a:endParaRPr>
          </a:p>
        </p:txBody>
      </p:sp>
      <p:sp>
        <p:nvSpPr>
          <p:cNvPr id="80" name="Shape 10">
            <a:extLst>
              <a:ext uri="{FF2B5EF4-FFF2-40B4-BE49-F238E27FC236}">
                <a16:creationId xmlns:a16="http://schemas.microsoft.com/office/drawing/2014/main" id="{DCFC8654-04DB-4350-8590-5980D368A157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2" name="Text 11">
            <a:extLst>
              <a:ext uri="{FF2B5EF4-FFF2-40B4-BE49-F238E27FC236}">
                <a16:creationId xmlns:a16="http://schemas.microsoft.com/office/drawing/2014/main" id="{35A338DE-6E8E-DB73-41A1-7356D1D068A3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84" name="Text 12">
            <a:extLst>
              <a:ext uri="{FF2B5EF4-FFF2-40B4-BE49-F238E27FC236}">
                <a16:creationId xmlns:a16="http://schemas.microsoft.com/office/drawing/2014/main" id="{68995DFC-9DAE-7574-DA8D-18B9948DFA6C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REDACTED_00874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REDACTED_00875</a:t>
            </a:r>
          </a:p>
        </p:txBody>
      </p:sp>
      <p:grpSp>
        <p:nvGrpSpPr>
          <p:cNvPr id="135" name="Group 134"/>
          <p:cNvGrpSpPr/>
          <p:nvPr/>
        </p:nvGrpSpPr>
        <p:grpSpPr>
          <a:xfrm>
            <a:off x="9770789" y="1533598"/>
            <a:ext cx="2333207" cy="635929"/>
            <a:chOff x="10112273" y="2891965"/>
            <a:chExt cx="1920240" cy="580548"/>
          </a:xfrm>
        </p:grpSpPr>
        <p:sp>
          <p:nvSpPr>
            <p:cNvPr id="139" name="Shape 137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37" name="Text 135a"/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REDACTED_00509</a:t>
              </a:r>
            </a:p>
          </p:txBody>
        </p:sp>
        <p:sp>
          <p:nvSpPr>
            <p:cNvPr id="141" name="Text 139a"/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REDACTED_00876</a:t>
              </a:r>
            </a:p>
          </p:txBody>
        </p:sp>
        <p:sp>
          <p:nvSpPr>
            <p:cNvPr id="140" name="Shape 138"/>
            <p:cNvSpPr/>
            <p:nvPr/>
          </p:nvSpPr>
          <p:spPr>
            <a:xfrm>
              <a:off x="10198303" y="3237891"/>
              <a:ext cx="779221" cy="640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42" name="Shape 140a"/>
            <p:cNvSpPr/>
            <p:nvPr/>
          </p:nvSpPr>
          <p:spPr>
            <a:xfrm>
              <a:off x="10991219" y="3237891"/>
              <a:ext cx="702187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44" name="Text 142a"/>
            <p:cNvSpPr/>
            <p:nvPr/>
          </p:nvSpPr>
          <p:spPr>
            <a:xfrm>
              <a:off x="11700022" y="3289633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REDACTED_00877</a:t>
              </a:r>
            </a:p>
          </p:txBody>
        </p:sp>
      </p:grpSp>
      <p:sp>
        <p:nvSpPr>
          <p:cNvPr id="118" name="Text 6">
            <a:extLst>
              <a:ext uri="{FF2B5EF4-FFF2-40B4-BE49-F238E27FC236}">
                <a16:creationId xmlns:a16="http://schemas.microsoft.com/office/drawing/2014/main" id="{0A8AD824-1C06-AA1D-C771-FFF375A1F7EB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FF0000"/>
                </a:solidFill>
              </a:rPr>
              <a:t>REDACTED_00038</a:t>
            </a:r>
          </a:p>
        </p:txBody>
      </p:sp>
      <p:sp>
        <p:nvSpPr>
          <p:cNvPr id="128" name="Shape 130">
            <a:extLst>
              <a:ext uri="{FF2B5EF4-FFF2-40B4-BE49-F238E27FC236}">
                <a16:creationId xmlns:a16="http://schemas.microsoft.com/office/drawing/2014/main" id="{ADE2875A-2E0D-A30D-B7E5-3CC8A3E1065C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A18F30A-B9B9-0674-096E-5839BDFFEB5A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34" name="Picture 133" descr="A black and blue logo  AI-generated content may be incorrect.">
            <a:extLst>
              <a:ext uri="{FF2B5EF4-FFF2-40B4-BE49-F238E27FC236}">
                <a16:creationId xmlns:a16="http://schemas.microsoft.com/office/drawing/2014/main" id="{498BD105-8EE1-69E9-999F-466E804CB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55" name="Text 211a">
            <a:extLst>
              <a:ext uri="{FF2B5EF4-FFF2-40B4-BE49-F238E27FC236}">
                <a16:creationId xmlns:a16="http://schemas.microsoft.com/office/drawing/2014/main" id="{A750A27F-5CEF-0315-1FF7-054A650FC32F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57" name="Text 213a">
            <a:extLst>
              <a:ext uri="{FF2B5EF4-FFF2-40B4-BE49-F238E27FC236}">
                <a16:creationId xmlns:a16="http://schemas.microsoft.com/office/drawing/2014/main" id="{246A6B1F-AECE-2881-B2C7-BB3CABC1C1C8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72" name="Text 218a">
            <a:extLst>
              <a:ext uri="{FF2B5EF4-FFF2-40B4-BE49-F238E27FC236}">
                <a16:creationId xmlns:a16="http://schemas.microsoft.com/office/drawing/2014/main" id="{9912F7E5-DC58-47A8-9DD4-9472847E508A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76" name="Shape 229">
            <a:extLst>
              <a:ext uri="{FF2B5EF4-FFF2-40B4-BE49-F238E27FC236}">
                <a16:creationId xmlns:a16="http://schemas.microsoft.com/office/drawing/2014/main" id="{0A33CB2D-4D38-A809-2D82-88A2960664F9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REDACTED_00878</a:t>
            </a:r>
          </a:p>
        </p:txBody>
      </p:sp>
      <p:sp>
        <p:nvSpPr>
          <p:cNvPr id="187" name="Shape 10">
            <a:extLst>
              <a:ext uri="{FF2B5EF4-FFF2-40B4-BE49-F238E27FC236}">
                <a16:creationId xmlns:a16="http://schemas.microsoft.com/office/drawing/2014/main" id="{48719006-1D82-276F-257C-282E60F41631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0" name="Text 31">
            <a:extLst>
              <a:ext uri="{FF2B5EF4-FFF2-40B4-BE49-F238E27FC236}">
                <a16:creationId xmlns:a16="http://schemas.microsoft.com/office/drawing/2014/main" id="{A5C9D537-E131-E1E5-2E82-8DE46133DAB9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92" name="Shape 32">
            <a:extLst>
              <a:ext uri="{FF2B5EF4-FFF2-40B4-BE49-F238E27FC236}">
                <a16:creationId xmlns:a16="http://schemas.microsoft.com/office/drawing/2014/main" id="{146625B8-2793-B2F5-1BB3-4B7996A66089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4" name="Text 33">
            <a:extLst>
              <a:ext uri="{FF2B5EF4-FFF2-40B4-BE49-F238E27FC236}">
                <a16:creationId xmlns:a16="http://schemas.microsoft.com/office/drawing/2014/main" id="{D0275057-3404-BB28-33E7-45F8C1987FA6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REDACTED_00879</a:t>
            </a:r>
          </a:p>
          <a:p>
            <a:pPr marL="0" indent="0">
              <a:buNone/>
            </a:pPr>
            <a:endParaRPr lang="en-US" sz="800"/>
          </a:p>
        </p:txBody>
      </p:sp>
      <p:sp>
        <p:nvSpPr>
          <p:cNvPr id="196" name="Text 33">
            <a:extLst>
              <a:ext uri="{FF2B5EF4-FFF2-40B4-BE49-F238E27FC236}">
                <a16:creationId xmlns:a16="http://schemas.microsoft.com/office/drawing/2014/main" id="{51DAE229-C968-7092-2D47-95C269AB9E87}"/>
              </a:ext>
            </a:extLst>
          </p:cNvPr>
          <p:cNvSpPr/>
          <p:nvPr/>
        </p:nvSpPr>
        <p:spPr>
          <a:xfrm>
            <a:off x="180001" y="2516870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REDACTED_00880</a:t>
            </a:r>
          </a:p>
        </p:txBody>
      </p:sp>
      <p:sp>
        <p:nvSpPr>
          <p:cNvPr id="198" name="Text 31">
            <a:extLst>
              <a:ext uri="{FF2B5EF4-FFF2-40B4-BE49-F238E27FC236}">
                <a16:creationId xmlns:a16="http://schemas.microsoft.com/office/drawing/2014/main" id="{CED872A3-C192-CFE5-5D46-2311F8AD8118}"/>
              </a:ext>
            </a:extLst>
          </p:cNvPr>
          <p:cNvSpPr/>
          <p:nvPr/>
        </p:nvSpPr>
        <p:spPr>
          <a:xfrm>
            <a:off x="180000" y="2349617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00" name="Shape 32">
            <a:extLst>
              <a:ext uri="{FF2B5EF4-FFF2-40B4-BE49-F238E27FC236}">
                <a16:creationId xmlns:a16="http://schemas.microsoft.com/office/drawing/2014/main" id="{063B01F9-A7E7-50D4-A7CE-4616A0CA1271}"/>
              </a:ext>
            </a:extLst>
          </p:cNvPr>
          <p:cNvSpPr/>
          <p:nvPr/>
        </p:nvSpPr>
        <p:spPr>
          <a:xfrm>
            <a:off x="144000" y="2468489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2" name="Shape 10">
            <a:extLst>
              <a:ext uri="{FF2B5EF4-FFF2-40B4-BE49-F238E27FC236}">
                <a16:creationId xmlns:a16="http://schemas.microsoft.com/office/drawing/2014/main" id="{8027ACB7-5B77-DEF5-A9C3-5B1794BFDAEE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rgbClr val="F55A2D"/>
          </a:solidFill>
          <a:ln w="12700">
            <a:solidFill>
              <a:srgbClr val="F55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6" name="Shape 16">
            <a:extLst>
              <a:ext uri="{FF2B5EF4-FFF2-40B4-BE49-F238E27FC236}">
                <a16:creationId xmlns:a16="http://schemas.microsoft.com/office/drawing/2014/main" id="{01E21C7F-C887-3246-D409-53DF7266254D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F55A2D"/>
                </a:solidFill>
              </a:rPr>
              <a:t>REDACTED_00881</a:t>
            </a:r>
          </a:p>
        </p:txBody>
      </p:sp>
      <p:sp>
        <p:nvSpPr>
          <p:cNvPr id="208" name="Shape 16">
            <a:extLst>
              <a:ext uri="{FF2B5EF4-FFF2-40B4-BE49-F238E27FC236}">
                <a16:creationId xmlns:a16="http://schemas.microsoft.com/office/drawing/2014/main" id="{0D8615E5-9398-0D65-F273-FAAE0117A7A7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F55A2D"/>
                </a:solidFill>
              </a:rPr>
              <a:t>REDACTED_00881</a:t>
            </a:r>
          </a:p>
        </p:txBody>
      </p:sp>
      <p:sp>
        <p:nvSpPr>
          <p:cNvPr id="210" name="Shape 16">
            <a:extLst>
              <a:ext uri="{FF2B5EF4-FFF2-40B4-BE49-F238E27FC236}">
                <a16:creationId xmlns:a16="http://schemas.microsoft.com/office/drawing/2014/main" id="{295CB00E-C83A-6FA8-6AE5-7607B32CF63B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F55A2D"/>
                </a:solidFill>
              </a:rPr>
              <a:t>REDACTED_00728</a:t>
            </a:r>
          </a:p>
        </p:txBody>
      </p:sp>
      <p:sp>
        <p:nvSpPr>
          <p:cNvPr id="212" name="Shape 16">
            <a:extLst>
              <a:ext uri="{FF2B5EF4-FFF2-40B4-BE49-F238E27FC236}">
                <a16:creationId xmlns:a16="http://schemas.microsoft.com/office/drawing/2014/main" id="{060FD146-ED52-32B9-94E5-BC1300CD64AF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F55A2D"/>
                </a:solidFill>
              </a:rPr>
              <a:t>REDACTED_00515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36D089D-91A1-C2A6-187C-C85D93C81699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REDACTED_00078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A120A58-50E9-61BF-4C30-942C098AF59C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REDACTED_00079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8158805-404C-840A-06BD-22497EB00BC9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REDACTED_00080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F4632296-3B29-F530-04AF-EEC1DE2F6329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>
                <a:solidFill>
                  <a:schemeClr val="accent2"/>
                </a:solidFill>
              </a:rPr>
              <a:t>REDACTED_00081</a:t>
            </a:r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45670CC5-11E0-F945-B5B8-8FC373EC2273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36" name="Shape 37">
              <a:extLst>
                <a:ext uri="{FF2B5EF4-FFF2-40B4-BE49-F238E27FC236}">
                  <a16:creationId xmlns:a16="http://schemas.microsoft.com/office/drawing/2014/main" id="{382C9DF4-04B6-7FBB-29CC-9EF1BEB063B5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Shape 38">
              <a:extLst>
                <a:ext uri="{FF2B5EF4-FFF2-40B4-BE49-F238E27FC236}">
                  <a16:creationId xmlns:a16="http://schemas.microsoft.com/office/drawing/2014/main" id="{1B862A9E-05CF-E678-AD87-7CC6BBCBB118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8" name="Text 39">
              <a:extLst>
                <a:ext uri="{FF2B5EF4-FFF2-40B4-BE49-F238E27FC236}">
                  <a16:creationId xmlns:a16="http://schemas.microsoft.com/office/drawing/2014/main" id="{089E56DD-7F0A-7236-B613-09A18713EEB0}"/>
                </a:ext>
              </a:extLst>
            </p:cNvPr>
            <p:cNvSpPr/>
            <p:nvPr/>
          </p:nvSpPr>
          <p:spPr>
            <a:xfrm>
              <a:off x="4044558" y="1704593"/>
              <a:ext cx="7505466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REDACTED_00882</a:t>
              </a:r>
              <a:endParaRPr lang="en-US" sz="800"/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9DD2AA90-37DD-F2A7-C27C-49011A03220C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40" name="Shape 37">
              <a:extLst>
                <a:ext uri="{FF2B5EF4-FFF2-40B4-BE49-F238E27FC236}">
                  <a16:creationId xmlns:a16="http://schemas.microsoft.com/office/drawing/2014/main" id="{B504D77B-650A-9FB9-C486-34BC4CB9B306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1" name="Shape 38">
              <a:extLst>
                <a:ext uri="{FF2B5EF4-FFF2-40B4-BE49-F238E27FC236}">
                  <a16:creationId xmlns:a16="http://schemas.microsoft.com/office/drawing/2014/main" id="{27654BA6-E1AB-EF46-8D4D-EC406B592DD3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2" name="Text 39">
              <a:extLst>
                <a:ext uri="{FF2B5EF4-FFF2-40B4-BE49-F238E27FC236}">
                  <a16:creationId xmlns:a16="http://schemas.microsoft.com/office/drawing/2014/main" id="{2EC213BC-9EC8-31D2-2AE4-63A826B2DB87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REDACTED_00883</a:t>
              </a:r>
              <a:r>
                <a:rPr lang="en-US" sz="800" err="1">
                  <a:solidFill>
                    <a:srgbClr val="1A3A36"/>
                  </a:solidFill>
                </a:rPr>
                <a:t>REDACTED_00140</a:t>
              </a:r>
              <a:r>
                <a:rPr lang="en-US" sz="800">
                  <a:solidFill>
                    <a:srgbClr val="1A3A36"/>
                  </a:solidFill>
                </a:rPr>
                <a:t>REDACTED_00884</a:t>
              </a:r>
              <a:endParaRPr lang="en-US" sz="800"/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EBE3F1B1-7153-2E9D-E27B-46EBE5BF324A}"/>
              </a:ext>
            </a:extLst>
          </p:cNvPr>
          <p:cNvGrpSpPr/>
          <p:nvPr/>
        </p:nvGrpSpPr>
        <p:grpSpPr>
          <a:xfrm>
            <a:off x="3717780" y="2472284"/>
            <a:ext cx="3065147" cy="336565"/>
            <a:chOff x="3828681" y="1696973"/>
            <a:chExt cx="7721343" cy="449118"/>
          </a:xfrm>
        </p:grpSpPr>
        <p:sp>
          <p:nvSpPr>
            <p:cNvPr id="244" name="Shape 37">
              <a:extLst>
                <a:ext uri="{FF2B5EF4-FFF2-40B4-BE49-F238E27FC236}">
                  <a16:creationId xmlns:a16="http://schemas.microsoft.com/office/drawing/2014/main" id="{A026ED88-6B6D-D3DA-C4B9-E5995949D0AA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5" name="Shape 38">
              <a:extLst>
                <a:ext uri="{FF2B5EF4-FFF2-40B4-BE49-F238E27FC236}">
                  <a16:creationId xmlns:a16="http://schemas.microsoft.com/office/drawing/2014/main" id="{42D966ED-FFC4-74A8-2AEB-1C4B39F50BEB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6" name="Text 39">
              <a:extLst>
                <a:ext uri="{FF2B5EF4-FFF2-40B4-BE49-F238E27FC236}">
                  <a16:creationId xmlns:a16="http://schemas.microsoft.com/office/drawing/2014/main" id="{3768E523-0A7F-9A5F-339C-7B459928EEE2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REDACTED_00885</a:t>
              </a:r>
              <a:endParaRPr lang="en-US" sz="800"/>
            </a:p>
          </p:txBody>
        </p:sp>
      </p:grpSp>
      <p:sp>
        <p:nvSpPr>
          <p:cNvPr id="247" name="Shape 229">
            <a:extLst>
              <a:ext uri="{FF2B5EF4-FFF2-40B4-BE49-F238E27FC236}">
                <a16:creationId xmlns:a16="http://schemas.microsoft.com/office/drawing/2014/main" id="{C3FD989C-F47D-0BB9-AE84-88EAD5613AFC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rgbClr val="F55A2D"/>
                </a:solidFill>
              </a:rPr>
              <a:t>REDACTED_00082</a:t>
            </a:r>
          </a:p>
        </p:txBody>
      </p:sp>
      <p:sp>
        <p:nvSpPr>
          <p:cNvPr id="249" name="Shape 46">
            <a:extLst>
              <a:ext uri="{FF2B5EF4-FFF2-40B4-BE49-F238E27FC236}">
                <a16:creationId xmlns:a16="http://schemas.microsoft.com/office/drawing/2014/main" id="{8BB34BCD-D133-24F7-BEE8-D280BB14AC60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241B5C5E-7B66-B2E4-7969-A0E2FCD73CA4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5" name="Text 35">
            <a:extLst>
              <a:ext uri="{FF2B5EF4-FFF2-40B4-BE49-F238E27FC236}">
                <a16:creationId xmlns:a16="http://schemas.microsoft.com/office/drawing/2014/main" id="{D2D16969-EEA4-9818-0B57-BE369E3B215F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67" name="Shape 36">
            <a:extLst>
              <a:ext uri="{FF2B5EF4-FFF2-40B4-BE49-F238E27FC236}">
                <a16:creationId xmlns:a16="http://schemas.microsoft.com/office/drawing/2014/main" id="{62BC0A8D-DFA0-08EF-2180-54A7121C44C3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9" name="Shape 36">
            <a:extLst>
              <a:ext uri="{FF2B5EF4-FFF2-40B4-BE49-F238E27FC236}">
                <a16:creationId xmlns:a16="http://schemas.microsoft.com/office/drawing/2014/main" id="{7C1F4C56-AF51-D781-2E6D-1587F4D185D5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1" name="Text 35">
            <a:extLst>
              <a:ext uri="{FF2B5EF4-FFF2-40B4-BE49-F238E27FC236}">
                <a16:creationId xmlns:a16="http://schemas.microsoft.com/office/drawing/2014/main" id="{2B8479DB-E4E2-3CB7-3702-9DE1882E6423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FDF3BF-17B6-8898-D1AB-31BCAC88CF05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>
                <a:solidFill>
                  <a:srgbClr val="F55A2D"/>
                </a:solidFill>
              </a:rPr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REDACTED_00886</a:t>
            </a:r>
            <a:r>
              <a:rPr lang="en-US" altLang="en-US" sz="800" err="1">
                <a:solidFill>
                  <a:srgbClr val="444444"/>
                </a:solidFill>
                <a:latin typeface="Calibri" panose="020F0502020204030204"/>
              </a:rPr>
              <a:t>REDACTED_00140</a:t>
            </a: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REDACTED_00887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REDACTED_00888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BC6ECC-52AA-A010-E1BA-82ECA8D428F9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55A2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REDACTED_00889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REDACTED_00890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REDACTED_00891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REDACTED_00892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2">
            <a:extLst>
              <a:ext uri="{FF2B5EF4-FFF2-40B4-BE49-F238E27FC236}">
                <a16:creationId xmlns:a16="http://schemas.microsoft.com/office/drawing/2014/main" id="{A111F2CC-D307-288A-3451-E255C4C62B0C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AC0927C0-EF2D-90E5-5E0A-DAC5510A67B8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D07CE876-4ECD-5839-8215-1FE4BF234E77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35">
            <a:extLst>
              <a:ext uri="{FF2B5EF4-FFF2-40B4-BE49-F238E27FC236}">
                <a16:creationId xmlns:a16="http://schemas.microsoft.com/office/drawing/2014/main" id="{509C73EA-583B-F245-B541-8001B2107593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A99ABB5C-D61F-59C6-C451-B27390AF47E5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A32D218-C4A8-0799-F512-14DCE003C53F}"/>
              </a:ext>
            </a:extLst>
          </p:cNvPr>
          <p:cNvGrpSpPr/>
          <p:nvPr/>
        </p:nvGrpSpPr>
        <p:grpSpPr>
          <a:xfrm>
            <a:off x="166634" y="4809586"/>
            <a:ext cx="1733396" cy="193002"/>
            <a:chOff x="166634" y="4676236"/>
            <a:chExt cx="1733396" cy="193002"/>
          </a:xfrm>
        </p:grpSpPr>
        <p:sp>
          <p:nvSpPr>
            <p:cNvPr id="50" name="PersonIcon">
              <a:extLst>
                <a:ext uri="{FF2B5EF4-FFF2-40B4-BE49-F238E27FC236}">
                  <a16:creationId xmlns:a16="http://schemas.microsoft.com/office/drawing/2014/main" id="{73612858-7FF1-3690-5A3F-3E6902C8EC9B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6" name="Text 107">
              <a:extLst>
                <a:ext uri="{FF2B5EF4-FFF2-40B4-BE49-F238E27FC236}">
                  <a16:creationId xmlns:a16="http://schemas.microsoft.com/office/drawing/2014/main" id="{A3F3519B-E775-DDB4-0C06-350821838879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67" name="Text 108">
              <a:extLst>
                <a:ext uri="{FF2B5EF4-FFF2-40B4-BE49-F238E27FC236}">
                  <a16:creationId xmlns:a16="http://schemas.microsoft.com/office/drawing/2014/main" id="{C7A9747E-AD0F-C6A9-8C39-F4669285E7C3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REDACTED_00004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AB40522-BDC8-6744-6AE6-DEE6ACAF2304}"/>
              </a:ext>
            </a:extLst>
          </p:cNvPr>
          <p:cNvGrpSpPr/>
          <p:nvPr/>
        </p:nvGrpSpPr>
        <p:grpSpPr>
          <a:xfrm>
            <a:off x="166634" y="5213273"/>
            <a:ext cx="1733396" cy="193002"/>
            <a:chOff x="166634" y="4890683"/>
            <a:chExt cx="1733396" cy="193002"/>
          </a:xfrm>
        </p:grpSpPr>
        <p:sp>
          <p:nvSpPr>
            <p:cNvPr id="69" name="BuildingIcon">
              <a:extLst>
                <a:ext uri="{FF2B5EF4-FFF2-40B4-BE49-F238E27FC236}">
                  <a16:creationId xmlns:a16="http://schemas.microsoft.com/office/drawing/2014/main" id="{A30CA1CB-B42A-6BC7-F14E-CAFFA25BC355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4" name="Text 109">
              <a:extLst>
                <a:ext uri="{FF2B5EF4-FFF2-40B4-BE49-F238E27FC236}">
                  <a16:creationId xmlns:a16="http://schemas.microsoft.com/office/drawing/2014/main" id="{7E0812CC-221E-3848-3D78-CC965AD0CD55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75" name="Text 110">
              <a:extLst>
                <a:ext uri="{FF2B5EF4-FFF2-40B4-BE49-F238E27FC236}">
                  <a16:creationId xmlns:a16="http://schemas.microsoft.com/office/drawing/2014/main" id="{624E51D7-D7FA-1A5B-A9AD-F1FD3E4EB3C4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REDACTED_00006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10988FF-2146-F469-9180-B7FA4F5EC0A6}"/>
              </a:ext>
            </a:extLst>
          </p:cNvPr>
          <p:cNvGrpSpPr/>
          <p:nvPr/>
        </p:nvGrpSpPr>
        <p:grpSpPr>
          <a:xfrm>
            <a:off x="166634" y="5616959"/>
            <a:ext cx="1733396" cy="193002"/>
            <a:chOff x="166634" y="5105130"/>
            <a:chExt cx="1733396" cy="193002"/>
          </a:xfrm>
        </p:grpSpPr>
        <p:sp>
          <p:nvSpPr>
            <p:cNvPr id="77" name="GradCapIcon">
              <a:extLst>
                <a:ext uri="{FF2B5EF4-FFF2-40B4-BE49-F238E27FC236}">
                  <a16:creationId xmlns:a16="http://schemas.microsoft.com/office/drawing/2014/main" id="{67C358E6-92BF-F147-08AC-FAF74E0F03AC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9" name="Text 111">
              <a:extLst>
                <a:ext uri="{FF2B5EF4-FFF2-40B4-BE49-F238E27FC236}">
                  <a16:creationId xmlns:a16="http://schemas.microsoft.com/office/drawing/2014/main" id="{EE880134-BD30-EF0C-31A1-F7D4F7F7A511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81" name="Text 112">
              <a:extLst>
                <a:ext uri="{FF2B5EF4-FFF2-40B4-BE49-F238E27FC236}">
                  <a16:creationId xmlns:a16="http://schemas.microsoft.com/office/drawing/2014/main" id="{041369F3-651D-EC10-CF6B-2BBAA29B074E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>
                  <a:solidFill>
                    <a:schemeClr val="accent2"/>
                  </a:solidFill>
                </a:rPr>
                <a:t>REDACTED_00351</a:t>
              </a:r>
              <a:endParaRPr lang="en-US" sz="800">
                <a:solidFill>
                  <a:schemeClr val="accent2"/>
                </a:solidFill>
              </a:endParaRPr>
            </a:p>
          </p:txBody>
        </p:sp>
      </p:grpSp>
      <p:sp>
        <p:nvSpPr>
          <p:cNvPr id="3" name="Text 8">
            <a:extLst>
              <a:ext uri="{FF2B5EF4-FFF2-40B4-BE49-F238E27FC236}">
                <a16:creationId xmlns:a16="http://schemas.microsoft.com/office/drawing/2014/main" id="{CEFB6EB0-D7B4-B987-3F0B-DCB854976D43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F55A2D"/>
                </a:solidFill>
              </a:rPr>
              <a:t>REDACTED_00097</a:t>
            </a:r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4ED25691-3670-FCD6-02BF-E56A287B876E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REDACTED_00489</a:t>
            </a:r>
          </a:p>
          <a:p>
            <a:r>
              <a:rPr lang="en-US" sz="650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DF1AF8A0-23CC-3892-A600-597EEA53C4D2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8FED3886-9A09-E5D4-AD03-70FBC49C2317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REDACTED_00739</a:t>
            </a:r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1EA03A06-9536-52A3-6651-FE0D2E911CE0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REDACTED_00893</a:t>
            </a:r>
          </a:p>
        </p:txBody>
      </p:sp>
      <p:sp>
        <p:nvSpPr>
          <p:cNvPr id="12" name="Text 23">
            <a:extLst>
              <a:ext uri="{FF2B5EF4-FFF2-40B4-BE49-F238E27FC236}">
                <a16:creationId xmlns:a16="http://schemas.microsoft.com/office/drawing/2014/main" id="{96734789-C7AD-5922-50F6-628634A088E1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REDACTED_00894</a:t>
            </a:r>
            <a:endParaRPr lang="en-US" sz="650" b="1">
              <a:solidFill>
                <a:srgbClr val="444444"/>
              </a:solidFill>
            </a:endParaRPr>
          </a:p>
        </p:txBody>
      </p:sp>
      <p:sp>
        <p:nvSpPr>
          <p:cNvPr id="14" name="Text 28">
            <a:extLst>
              <a:ext uri="{FF2B5EF4-FFF2-40B4-BE49-F238E27FC236}">
                <a16:creationId xmlns:a16="http://schemas.microsoft.com/office/drawing/2014/main" id="{FFA9440B-1134-4598-85BF-672008DF4645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REDACTED_00895</a:t>
            </a:r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FA3F24AE-5CBC-9E62-59A2-10565A53C64C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REDACTED_00495</a:t>
            </a:r>
          </a:p>
          <a:p>
            <a:r>
              <a:rPr lang="en-US" sz="650">
                <a:solidFill>
                  <a:srgbClr val="444444"/>
                </a:solidFill>
              </a:rPr>
              <a:t>REDACTED_00896</a:t>
            </a:r>
          </a:p>
        </p:txBody>
      </p:sp>
      <p:sp>
        <p:nvSpPr>
          <p:cNvPr id="18" name="Shape 188">
            <a:extLst>
              <a:ext uri="{FF2B5EF4-FFF2-40B4-BE49-F238E27FC236}">
                <a16:creationId xmlns:a16="http://schemas.microsoft.com/office/drawing/2014/main" id="{24BE0964-E6D9-2329-B33D-1B172F2A7E37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9">
            <a:extLst>
              <a:ext uri="{FF2B5EF4-FFF2-40B4-BE49-F238E27FC236}">
                <a16:creationId xmlns:a16="http://schemas.microsoft.com/office/drawing/2014/main" id="{A1BA5774-F072-5B44-23FA-989F1F04B399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29489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190">
            <a:extLst>
              <a:ext uri="{FF2B5EF4-FFF2-40B4-BE49-F238E27FC236}">
                <a16:creationId xmlns:a16="http://schemas.microsoft.com/office/drawing/2014/main" id="{F10AB111-DF2F-2517-80B9-6B797DCA8EEA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4" name="Shape 193">
            <a:extLst>
              <a:ext uri="{FF2B5EF4-FFF2-40B4-BE49-F238E27FC236}">
                <a16:creationId xmlns:a16="http://schemas.microsoft.com/office/drawing/2014/main" id="{CB8E60F7-3F8D-7560-C1A2-2252C2BAB895}"/>
              </a:ext>
            </a:extLst>
          </p:cNvPr>
          <p:cNvSpPr>
            <a:spLocks/>
          </p:cNvSpPr>
          <p:nvPr/>
        </p:nvSpPr>
        <p:spPr>
          <a:xfrm>
            <a:off x="10022549" y="3399765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6" name="Shape 198">
            <a:extLst>
              <a:ext uri="{FF2B5EF4-FFF2-40B4-BE49-F238E27FC236}">
                <a16:creationId xmlns:a16="http://schemas.microsoft.com/office/drawing/2014/main" id="{F2FA5722-3E77-0902-408D-D4DBA83BF898}"/>
              </a:ext>
            </a:extLst>
          </p:cNvPr>
          <p:cNvSpPr>
            <a:spLocks/>
          </p:cNvSpPr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rgbClr val="FBBCAB"/>
          </a:solidFill>
          <a:ln w="9525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8" name="Shape 202">
            <a:extLst>
              <a:ext uri="{FF2B5EF4-FFF2-40B4-BE49-F238E27FC236}">
                <a16:creationId xmlns:a16="http://schemas.microsoft.com/office/drawing/2014/main" id="{3545697F-6421-2B25-C30B-386583D93193}"/>
              </a:ext>
            </a:extLst>
          </p:cNvPr>
          <p:cNvSpPr>
            <a:spLocks/>
          </p:cNvSpPr>
          <p:nvPr/>
        </p:nvSpPr>
        <p:spPr>
          <a:xfrm>
            <a:off x="10022549" y="5091096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Shape 206">
            <a:extLst>
              <a:ext uri="{FF2B5EF4-FFF2-40B4-BE49-F238E27FC236}">
                <a16:creationId xmlns:a16="http://schemas.microsoft.com/office/drawing/2014/main" id="{2DFF4328-02EE-6A0A-1CCF-EC62C8CD3B51}"/>
              </a:ext>
            </a:extLst>
          </p:cNvPr>
          <p:cNvSpPr>
            <a:spLocks/>
          </p:cNvSpPr>
          <p:nvPr/>
        </p:nvSpPr>
        <p:spPr>
          <a:xfrm>
            <a:off x="9986549" y="4483866"/>
            <a:ext cx="396000" cy="3960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55A2D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Shape 210">
            <a:extLst>
              <a:ext uri="{FF2B5EF4-FFF2-40B4-BE49-F238E27FC236}">
                <a16:creationId xmlns:a16="http://schemas.microsoft.com/office/drawing/2014/main" id="{A8F611E5-5A2B-F468-E0E5-A6BEC4FA8959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5" name="Text 191">
            <a:extLst>
              <a:ext uri="{FF2B5EF4-FFF2-40B4-BE49-F238E27FC236}">
                <a16:creationId xmlns:a16="http://schemas.microsoft.com/office/drawing/2014/main" id="{78867935-F79F-427C-C471-04D511EB6F75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REDACTED_00051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40" name="Text 194">
            <a:extLst>
              <a:ext uri="{FF2B5EF4-FFF2-40B4-BE49-F238E27FC236}">
                <a16:creationId xmlns:a16="http://schemas.microsoft.com/office/drawing/2014/main" id="{321BCE1A-F641-3EE9-7DF0-C2F7BA03FFBC}"/>
              </a:ext>
            </a:extLst>
          </p:cNvPr>
          <p:cNvSpPr>
            <a:spLocks/>
          </p:cNvSpPr>
          <p:nvPr/>
        </p:nvSpPr>
        <p:spPr>
          <a:xfrm>
            <a:off x="10040549" y="34252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F55A2D"/>
                </a:solidFill>
              </a:rPr>
              <a:t>REDACTED_00497</a:t>
            </a:r>
          </a:p>
        </p:txBody>
      </p:sp>
      <p:sp>
        <p:nvSpPr>
          <p:cNvPr id="44" name="Text 199">
            <a:extLst>
              <a:ext uri="{FF2B5EF4-FFF2-40B4-BE49-F238E27FC236}">
                <a16:creationId xmlns:a16="http://schemas.microsoft.com/office/drawing/2014/main" id="{D2ADF6C3-0C67-7415-4EB5-CDFDD210B72C}"/>
              </a:ext>
            </a:extLst>
          </p:cNvPr>
          <p:cNvSpPr>
            <a:spLocks/>
          </p:cNvSpPr>
          <p:nvPr/>
        </p:nvSpPr>
        <p:spPr>
          <a:xfrm>
            <a:off x="10040549" y="39672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REDACTED_00052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83" name="Text 207">
            <a:extLst>
              <a:ext uri="{FF2B5EF4-FFF2-40B4-BE49-F238E27FC236}">
                <a16:creationId xmlns:a16="http://schemas.microsoft.com/office/drawing/2014/main" id="{05EFC1D5-3982-1652-C6ED-FC3187486626}"/>
              </a:ext>
            </a:extLst>
          </p:cNvPr>
          <p:cNvSpPr>
            <a:spLocks/>
          </p:cNvSpPr>
          <p:nvPr/>
        </p:nvSpPr>
        <p:spPr>
          <a:xfrm>
            <a:off x="10040549" y="50870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REDACTED_00053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86" name="Text 211">
            <a:extLst>
              <a:ext uri="{FF2B5EF4-FFF2-40B4-BE49-F238E27FC236}">
                <a16:creationId xmlns:a16="http://schemas.microsoft.com/office/drawing/2014/main" id="{05EFD9DA-347E-1657-09D8-39A83E791E69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55A2D"/>
                </a:solidFill>
              </a:rPr>
              <a:t>REDACTED_00057</a:t>
            </a:r>
            <a:endParaRPr lang="en-US" sz="650">
              <a:solidFill>
                <a:srgbClr val="F55A2D"/>
              </a:solidFill>
            </a:endParaRPr>
          </a:p>
        </p:txBody>
      </p:sp>
      <p:sp>
        <p:nvSpPr>
          <p:cNvPr id="89" name="Text 203">
            <a:extLst>
              <a:ext uri="{FF2B5EF4-FFF2-40B4-BE49-F238E27FC236}">
                <a16:creationId xmlns:a16="http://schemas.microsoft.com/office/drawing/2014/main" id="{1B528B40-198F-0C16-F55A-BCAF619E1BE6}"/>
              </a:ext>
            </a:extLst>
          </p:cNvPr>
          <p:cNvSpPr>
            <a:spLocks/>
          </p:cNvSpPr>
          <p:nvPr/>
        </p:nvSpPr>
        <p:spPr>
          <a:xfrm>
            <a:off x="10022549" y="450910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9EF992B0-4A8C-1404-3FA7-2D5791F22B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250" t="22534" r="13064" b="48427"/>
          <a:stretch>
            <a:fillRect/>
          </a:stretch>
        </p:blipFill>
        <p:spPr>
          <a:xfrm>
            <a:off x="92957" y="6455766"/>
            <a:ext cx="1495496" cy="3482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89">
            <a:extLst>
              <a:ext uri="{FF2B5EF4-FFF2-40B4-BE49-F238E27FC236}">
                <a16:creationId xmlns:a16="http://schemas.microsoft.com/office/drawing/2014/main" id="{5D7D4C71-D10B-0C80-A910-CB92AA45F32F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7948" b="-7948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0" name="Shape 9">
            <a:extLst>
              <a:ext uri="{FF2B5EF4-FFF2-40B4-BE49-F238E27FC236}">
                <a16:creationId xmlns:a16="http://schemas.microsoft.com/office/drawing/2014/main" id="{FB029F6E-D3C3-EAD0-D00D-F6ECB699F9F2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0" name="Shape 46">
            <a:extLst>
              <a:ext uri="{FF2B5EF4-FFF2-40B4-BE49-F238E27FC236}">
                <a16:creationId xmlns:a16="http://schemas.microsoft.com/office/drawing/2014/main" id="{0A2FEB7F-5DD8-2CC5-5DA1-47162E44C0B6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5" name="Shape 46">
            <a:extLst>
              <a:ext uri="{FF2B5EF4-FFF2-40B4-BE49-F238E27FC236}">
                <a16:creationId xmlns:a16="http://schemas.microsoft.com/office/drawing/2014/main" id="{AF90486D-C48B-8040-49C9-284B50A52EF2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5" name="Shape 105">
            <a:extLst>
              <a:ext uri="{FF2B5EF4-FFF2-40B4-BE49-F238E27FC236}">
                <a16:creationId xmlns:a16="http://schemas.microsoft.com/office/drawing/2014/main" id="{96DF4B08-1508-7F91-3987-5F59E2F20684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9" name="Shape 13">
            <a:extLst>
              <a:ext uri="{FF2B5EF4-FFF2-40B4-BE49-F238E27FC236}">
                <a16:creationId xmlns:a16="http://schemas.microsoft.com/office/drawing/2014/main" id="{29049197-9D4B-EEEE-D117-EC08492358B0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0" name="Shape 13">
            <a:extLst>
              <a:ext uri="{FF2B5EF4-FFF2-40B4-BE49-F238E27FC236}">
                <a16:creationId xmlns:a16="http://schemas.microsoft.com/office/drawing/2014/main" id="{9539C852-7D7B-1398-DE23-0E19EC6A3282}"/>
              </a:ext>
            </a:extLst>
          </p:cNvPr>
          <p:cNvSpPr/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4" name="Shape 229">
            <a:extLst>
              <a:ext uri="{FF2B5EF4-FFF2-40B4-BE49-F238E27FC236}">
                <a16:creationId xmlns:a16="http://schemas.microsoft.com/office/drawing/2014/main" id="{74BA1FBA-9739-5905-D045-6BCCA57CD8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1" name="Shape 229">
            <a:extLst>
              <a:ext uri="{FF2B5EF4-FFF2-40B4-BE49-F238E27FC236}">
                <a16:creationId xmlns:a16="http://schemas.microsoft.com/office/drawing/2014/main" id="{A10904EC-EBDF-8904-86BF-B08479E6F7FC}"/>
              </a:ext>
            </a:extLst>
          </p:cNvPr>
          <p:cNvSpPr/>
          <p:nvPr/>
        </p:nvSpPr>
        <p:spPr>
          <a:xfrm>
            <a:off x="7134496" y="8422756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Shape 46">
            <a:extLst>
              <a:ext uri="{FF2B5EF4-FFF2-40B4-BE49-F238E27FC236}">
                <a16:creationId xmlns:a16="http://schemas.microsoft.com/office/drawing/2014/main" id="{E68B74F9-C320-655B-8927-D8EAFADDD0AC}"/>
              </a:ext>
            </a:extLst>
          </p:cNvPr>
          <p:cNvSpPr/>
          <p:nvPr/>
        </p:nvSpPr>
        <p:spPr>
          <a:xfrm>
            <a:off x="4109658" y="8422756"/>
            <a:ext cx="2973052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3D4BD0B-A322-65C4-244A-D5502F56E62E}"/>
              </a:ext>
            </a:extLst>
          </p:cNvPr>
          <p:cNvSpPr txBox="1"/>
          <p:nvPr/>
        </p:nvSpPr>
        <p:spPr>
          <a:xfrm>
            <a:off x="7234496" y="8522756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276CCD-F713-6BD5-25BD-C4E62A503168}"/>
              </a:ext>
            </a:extLst>
          </p:cNvPr>
          <p:cNvSpPr txBox="1"/>
          <p:nvPr/>
        </p:nvSpPr>
        <p:spPr>
          <a:xfrm>
            <a:off x="4209658" y="8522756"/>
            <a:ext cx="2767992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REDACTED_00897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REDACTED_00898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REDACTED_00899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CEA00E8-22DA-A210-07A6-F43CFD77A3B3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8" name="Text 2">
            <a:extLst>
              <a:ext uri="{FF2B5EF4-FFF2-40B4-BE49-F238E27FC236}">
                <a16:creationId xmlns:a16="http://schemas.microsoft.com/office/drawing/2014/main" id="{C38CECA3-09A4-B884-59A0-0AAC40C9D21E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REDACTED_00900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9CB7186-40CA-27AC-5308-96FF37F73B88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DF00144-1C3A-18FE-E2FB-BE0624A98774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r>
                <a:rPr lang="it-IT" sz="1400" b="1">
                  <a:solidFill>
                    <a:schemeClr val="accent1"/>
                  </a:solidFill>
                </a:rPr>
                <a:t>REDACTED_00901</a:t>
              </a:r>
            </a:p>
          </p:txBody>
        </p:sp>
        <p:sp>
          <p:nvSpPr>
            <p:cNvPr id="75" name="Text 4">
              <a:extLst>
                <a:ext uri="{FF2B5EF4-FFF2-40B4-BE49-F238E27FC236}">
                  <a16:creationId xmlns:a16="http://schemas.microsoft.com/office/drawing/2014/main" id="{35301D54-136D-CC9D-C012-BFFBC939EF63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REDACTED_00902</a:t>
              </a:r>
            </a:p>
          </p:txBody>
        </p:sp>
      </p:grpSp>
      <p:sp>
        <p:nvSpPr>
          <p:cNvPr id="77" name="Shape 5">
            <a:extLst>
              <a:ext uri="{FF2B5EF4-FFF2-40B4-BE49-F238E27FC236}">
                <a16:creationId xmlns:a16="http://schemas.microsoft.com/office/drawing/2014/main" id="{FED2BC2C-8EDE-EF82-511B-2810F0B12E00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rgbClr val="C0A2F2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8" name="Text 6">
            <a:extLst>
              <a:ext uri="{FF2B5EF4-FFF2-40B4-BE49-F238E27FC236}">
                <a16:creationId xmlns:a16="http://schemas.microsoft.com/office/drawing/2014/main" id="{47158479-D1F1-05F7-DB91-3DCC9CFFA2B0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C0A2F2"/>
                </a:solidFill>
              </a:rPr>
              <a:t>REDACTED_00903</a:t>
            </a:r>
          </a:p>
        </p:txBody>
      </p:sp>
      <p:sp>
        <p:nvSpPr>
          <p:cNvPr id="79" name="Shape 7">
            <a:extLst>
              <a:ext uri="{FF2B5EF4-FFF2-40B4-BE49-F238E27FC236}">
                <a16:creationId xmlns:a16="http://schemas.microsoft.com/office/drawing/2014/main" id="{B58D3B39-0BC8-E295-0D9C-85EA1B90F8A2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6FEF2691-F357-C114-D9B3-AFA9518C53F8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REDACTED_00097</a:t>
            </a:r>
          </a:p>
        </p:txBody>
      </p:sp>
      <p:sp>
        <p:nvSpPr>
          <p:cNvPr id="92" name="Shape 10">
            <a:extLst>
              <a:ext uri="{FF2B5EF4-FFF2-40B4-BE49-F238E27FC236}">
                <a16:creationId xmlns:a16="http://schemas.microsoft.com/office/drawing/2014/main" id="{0CE00526-6CBE-E798-D0AF-64C2BCEE3B44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4" name="Text 11">
            <a:extLst>
              <a:ext uri="{FF2B5EF4-FFF2-40B4-BE49-F238E27FC236}">
                <a16:creationId xmlns:a16="http://schemas.microsoft.com/office/drawing/2014/main" id="{E85807F0-E624-25A5-6226-449AE028C4A7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96" name="Text 12">
            <a:extLst>
              <a:ext uri="{FF2B5EF4-FFF2-40B4-BE49-F238E27FC236}">
                <a16:creationId xmlns:a16="http://schemas.microsoft.com/office/drawing/2014/main" id="{BC210F29-9E13-A3B0-FCC0-1756BBA6CF91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REDACTED_00904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REDACTED_00905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8065C1A-0979-7D16-6FB4-DEEA3CDAF797}"/>
              </a:ext>
            </a:extLst>
          </p:cNvPr>
          <p:cNvGrpSpPr/>
          <p:nvPr/>
        </p:nvGrpSpPr>
        <p:grpSpPr>
          <a:xfrm>
            <a:off x="9770789" y="1533603"/>
            <a:ext cx="2333207" cy="635924"/>
            <a:chOff x="9693896" y="1603994"/>
            <a:chExt cx="2333207" cy="635924"/>
          </a:xfrm>
        </p:grpSpPr>
        <p:grpSp>
          <p:nvGrpSpPr>
            <p:cNvPr id="210" name="Group 209"/>
            <p:cNvGrpSpPr/>
            <p:nvPr/>
          </p:nvGrpSpPr>
          <p:grpSpPr>
            <a:xfrm>
              <a:off x="9693896" y="1603994"/>
              <a:ext cx="2333207" cy="635924"/>
              <a:chOff x="10112273" y="2891968"/>
              <a:chExt cx="1920240" cy="580543"/>
            </a:xfrm>
          </p:grpSpPr>
          <p:sp>
            <p:nvSpPr>
              <p:cNvPr id="214" name="Shape 212"/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12" name="Text 210a"/>
              <p:cNvSpPr/>
              <p:nvPr/>
            </p:nvSpPr>
            <p:spPr>
              <a:xfrm>
                <a:off x="10870434" y="2891968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REDACTED_00906</a:t>
                </a:r>
              </a:p>
            </p:txBody>
          </p:sp>
          <p:sp>
            <p:nvSpPr>
              <p:cNvPr id="216" name="Text 214a"/>
              <p:cNvSpPr/>
              <p:nvPr/>
            </p:nvSpPr>
            <p:spPr>
              <a:xfrm>
                <a:off x="10870434" y="3026712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REDACTED_00907</a:t>
                </a:r>
              </a:p>
            </p:txBody>
          </p:sp>
          <p:sp>
            <p:nvSpPr>
              <p:cNvPr id="49" name="Shape 214a"/>
              <p:cNvSpPr/>
              <p:nvPr/>
            </p:nvSpPr>
            <p:spPr>
              <a:xfrm>
                <a:off x="10955565" y="3234732"/>
                <a:ext cx="711076" cy="64008"/>
              </a:xfrm>
              <a:prstGeom prst="rect">
                <a:avLst/>
              </a:prstGeom>
              <a:solidFill>
                <a:srgbClr val="E0E0E0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18" name="Text 216a"/>
              <p:cNvSpPr/>
              <p:nvPr/>
            </p:nvSpPr>
            <p:spPr>
              <a:xfrm>
                <a:off x="11700022" y="3289631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REDACTED_00908</a:t>
                </a:r>
              </a:p>
            </p:txBody>
          </p:sp>
        </p:grpSp>
        <p:sp>
          <p:nvSpPr>
            <p:cNvPr id="84" name="Shape 246a">
              <a:extLst>
                <a:ext uri="{FF2B5EF4-FFF2-40B4-BE49-F238E27FC236}">
                  <a16:creationId xmlns:a16="http://schemas.microsoft.com/office/drawing/2014/main" id="{1AA9CF1D-FDB2-710C-EC12-FF5020A91144}"/>
                </a:ext>
              </a:extLst>
            </p:cNvPr>
            <p:cNvSpPr/>
            <p:nvPr/>
          </p:nvSpPr>
          <p:spPr>
            <a:xfrm>
              <a:off x="9782546" y="1979844"/>
              <a:ext cx="936000" cy="73186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41" name="Text 6">
            <a:extLst>
              <a:ext uri="{FF2B5EF4-FFF2-40B4-BE49-F238E27FC236}">
                <a16:creationId xmlns:a16="http://schemas.microsoft.com/office/drawing/2014/main" id="{A3FEC56C-3080-A367-8A67-90AD5033F781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444444"/>
                </a:solidFill>
              </a:rPr>
              <a:t>REDACTED_00038</a:t>
            </a:r>
          </a:p>
        </p:txBody>
      </p:sp>
      <p:sp>
        <p:nvSpPr>
          <p:cNvPr id="154" name="Shape 130">
            <a:extLst>
              <a:ext uri="{FF2B5EF4-FFF2-40B4-BE49-F238E27FC236}">
                <a16:creationId xmlns:a16="http://schemas.microsoft.com/office/drawing/2014/main" id="{1948AF91-410E-D8D2-CE9A-D100660EFF03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71F88DD-0FDC-FF85-9894-F2D27A144E5A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8" name="Picture 157" descr="A black and blue logo  AI-generated content may be incorrect.">
            <a:extLst>
              <a:ext uri="{FF2B5EF4-FFF2-40B4-BE49-F238E27FC236}">
                <a16:creationId xmlns:a16="http://schemas.microsoft.com/office/drawing/2014/main" id="{AEB9C0BD-6A5C-32A0-8905-5104B2119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65" name="Text 211a">
            <a:extLst>
              <a:ext uri="{FF2B5EF4-FFF2-40B4-BE49-F238E27FC236}">
                <a16:creationId xmlns:a16="http://schemas.microsoft.com/office/drawing/2014/main" id="{2C3BB5B6-957B-6304-A7F2-2604493EBD69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67" name="Text 213a">
            <a:extLst>
              <a:ext uri="{FF2B5EF4-FFF2-40B4-BE49-F238E27FC236}">
                <a16:creationId xmlns:a16="http://schemas.microsoft.com/office/drawing/2014/main" id="{FBDDB928-2964-9E38-2553-3EA6549B55A2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9" name="Text 218a">
            <a:extLst>
              <a:ext uri="{FF2B5EF4-FFF2-40B4-BE49-F238E27FC236}">
                <a16:creationId xmlns:a16="http://schemas.microsoft.com/office/drawing/2014/main" id="{036AA1B0-356E-D936-6F81-E8481286CC6F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71" name="Shape 229">
            <a:extLst>
              <a:ext uri="{FF2B5EF4-FFF2-40B4-BE49-F238E27FC236}">
                <a16:creationId xmlns:a16="http://schemas.microsoft.com/office/drawing/2014/main" id="{E14F94E3-6AFD-79E7-826C-939FA68E8B97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REDACTED_00909</a:t>
            </a:r>
          </a:p>
        </p:txBody>
      </p:sp>
      <p:sp>
        <p:nvSpPr>
          <p:cNvPr id="178" name="Shape 10">
            <a:extLst>
              <a:ext uri="{FF2B5EF4-FFF2-40B4-BE49-F238E27FC236}">
                <a16:creationId xmlns:a16="http://schemas.microsoft.com/office/drawing/2014/main" id="{6CCBAEA3-0407-C3A8-0BB2-03BD76C77653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1" name="Shape 32">
            <a:extLst>
              <a:ext uri="{FF2B5EF4-FFF2-40B4-BE49-F238E27FC236}">
                <a16:creationId xmlns:a16="http://schemas.microsoft.com/office/drawing/2014/main" id="{C179695B-E54B-0A88-B0E0-B8FDBD8F37AA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3" name="Shape 32">
            <a:extLst>
              <a:ext uri="{FF2B5EF4-FFF2-40B4-BE49-F238E27FC236}">
                <a16:creationId xmlns:a16="http://schemas.microsoft.com/office/drawing/2014/main" id="{C6821DAA-8F70-7F0D-1AAF-AF418D70EE0A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5" name="Text 31">
            <a:extLst>
              <a:ext uri="{FF2B5EF4-FFF2-40B4-BE49-F238E27FC236}">
                <a16:creationId xmlns:a16="http://schemas.microsoft.com/office/drawing/2014/main" id="{948AF43A-FCD2-A5B2-6864-FEC003AEE492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97" name="Shape 32">
            <a:extLst>
              <a:ext uri="{FF2B5EF4-FFF2-40B4-BE49-F238E27FC236}">
                <a16:creationId xmlns:a16="http://schemas.microsoft.com/office/drawing/2014/main" id="{8EA1DE8C-25D1-3FE3-F6CD-9D8D2A14C07E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9" name="Text 33">
            <a:extLst>
              <a:ext uri="{FF2B5EF4-FFF2-40B4-BE49-F238E27FC236}">
                <a16:creationId xmlns:a16="http://schemas.microsoft.com/office/drawing/2014/main" id="{F4CDAC05-E49F-78A3-50C7-2CD43ADB0B32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REDACTED_00910</a:t>
            </a:r>
            <a:r>
              <a:rPr lang="en-US" sz="800" err="1">
                <a:solidFill>
                  <a:srgbClr val="444444"/>
                </a:solidFill>
              </a:rPr>
              <a:t>REDACTED_00911</a:t>
            </a:r>
            <a:r>
              <a:rPr lang="en-US" sz="800">
                <a:solidFill>
                  <a:srgbClr val="444444"/>
                </a:solidFill>
              </a:rPr>
              <a:t>REDACTED_00912</a:t>
            </a:r>
          </a:p>
        </p:txBody>
      </p:sp>
      <p:sp>
        <p:nvSpPr>
          <p:cNvPr id="201" name="Text 33">
            <a:extLst>
              <a:ext uri="{FF2B5EF4-FFF2-40B4-BE49-F238E27FC236}">
                <a16:creationId xmlns:a16="http://schemas.microsoft.com/office/drawing/2014/main" id="{766FE324-3D56-B2ED-D01A-353327F1F027}"/>
              </a:ext>
            </a:extLst>
          </p:cNvPr>
          <p:cNvSpPr/>
          <p:nvPr/>
        </p:nvSpPr>
        <p:spPr>
          <a:xfrm>
            <a:off x="180001" y="3277479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REDACTED_00913</a:t>
            </a:r>
            <a:r>
              <a:rPr lang="en-US" sz="800" err="1">
                <a:solidFill>
                  <a:srgbClr val="444444"/>
                </a:solidFill>
              </a:rPr>
              <a:t>REDACTED_00421</a:t>
            </a:r>
            <a:r>
              <a:rPr lang="en-US" sz="800">
                <a:solidFill>
                  <a:srgbClr val="444444"/>
                </a:solidFill>
              </a:rPr>
              <a:t>REDACTED_00914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REDACTED_00915</a:t>
            </a:r>
            <a:r>
              <a:rPr lang="en-US" sz="800" err="1">
                <a:solidFill>
                  <a:srgbClr val="444444"/>
                </a:solidFill>
              </a:rPr>
              <a:t>REDACTED_00916</a:t>
            </a:r>
            <a:r>
              <a:rPr lang="en-US" sz="800">
                <a:solidFill>
                  <a:srgbClr val="444444"/>
                </a:solidFill>
              </a:rPr>
              <a:t>REDACTED_00318</a:t>
            </a:r>
            <a:endParaRPr lang="en-US" sz="800"/>
          </a:p>
        </p:txBody>
      </p:sp>
      <p:sp>
        <p:nvSpPr>
          <p:cNvPr id="203" name="Text 31">
            <a:extLst>
              <a:ext uri="{FF2B5EF4-FFF2-40B4-BE49-F238E27FC236}">
                <a16:creationId xmlns:a16="http://schemas.microsoft.com/office/drawing/2014/main" id="{55550311-2A32-F86C-107B-533ACA9AC7FB}"/>
              </a:ext>
            </a:extLst>
          </p:cNvPr>
          <p:cNvSpPr/>
          <p:nvPr/>
        </p:nvSpPr>
        <p:spPr>
          <a:xfrm>
            <a:off x="180000" y="3110226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05" name="Shape 32">
            <a:extLst>
              <a:ext uri="{FF2B5EF4-FFF2-40B4-BE49-F238E27FC236}">
                <a16:creationId xmlns:a16="http://schemas.microsoft.com/office/drawing/2014/main" id="{89AC0307-B617-FC6D-E4A6-4FFA873187F9}"/>
              </a:ext>
            </a:extLst>
          </p:cNvPr>
          <p:cNvSpPr/>
          <p:nvPr/>
        </p:nvSpPr>
        <p:spPr>
          <a:xfrm>
            <a:off x="144000" y="3229098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7" name="Shape 10">
            <a:extLst>
              <a:ext uri="{FF2B5EF4-FFF2-40B4-BE49-F238E27FC236}">
                <a16:creationId xmlns:a16="http://schemas.microsoft.com/office/drawing/2014/main" id="{DFC7D7C3-5E23-5A9D-B81F-DB6535877984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2" name="Shape 16">
            <a:extLst>
              <a:ext uri="{FF2B5EF4-FFF2-40B4-BE49-F238E27FC236}">
                <a16:creationId xmlns:a16="http://schemas.microsoft.com/office/drawing/2014/main" id="{9E604011-D3D8-11E6-BD93-85FB79709D36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REDACTED_00917</a:t>
            </a:r>
          </a:p>
        </p:txBody>
      </p:sp>
      <p:sp>
        <p:nvSpPr>
          <p:cNvPr id="234" name="Shape 16">
            <a:extLst>
              <a:ext uri="{FF2B5EF4-FFF2-40B4-BE49-F238E27FC236}">
                <a16:creationId xmlns:a16="http://schemas.microsoft.com/office/drawing/2014/main" id="{DBECD3B3-B629-20CE-4BDB-904D4AC4710E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REDACTED_00515</a:t>
            </a:r>
          </a:p>
        </p:txBody>
      </p:sp>
      <p:sp>
        <p:nvSpPr>
          <p:cNvPr id="236" name="Shape 16">
            <a:extLst>
              <a:ext uri="{FF2B5EF4-FFF2-40B4-BE49-F238E27FC236}">
                <a16:creationId xmlns:a16="http://schemas.microsoft.com/office/drawing/2014/main" id="{FB823ECF-F011-0673-158D-8DF7A7F50B4B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REDACTED_00210</a:t>
            </a:r>
          </a:p>
        </p:txBody>
      </p:sp>
      <p:sp>
        <p:nvSpPr>
          <p:cNvPr id="238" name="Shape 16">
            <a:extLst>
              <a:ext uri="{FF2B5EF4-FFF2-40B4-BE49-F238E27FC236}">
                <a16:creationId xmlns:a16="http://schemas.microsoft.com/office/drawing/2014/main" id="{1CFEB5CF-DA62-1845-B943-60BA97ACF24B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REDACTED_00918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65D774D0-3CDB-E219-3DBB-51468DD52934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79401F79-49DA-4490-2804-8DF3848DE520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2009E045-D886-97A9-EA90-393148652CD4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8730C893-D52D-5B63-BB9D-0286EC0DDE52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63EAA23B-BCDB-00DC-72B9-1114DA32E493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62" name="Shape 37">
              <a:extLst>
                <a:ext uri="{FF2B5EF4-FFF2-40B4-BE49-F238E27FC236}">
                  <a16:creationId xmlns:a16="http://schemas.microsoft.com/office/drawing/2014/main" id="{4598E249-E12C-D41C-65B7-2F2A7CF58229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3" name="Shape 38">
              <a:extLst>
                <a:ext uri="{FF2B5EF4-FFF2-40B4-BE49-F238E27FC236}">
                  <a16:creationId xmlns:a16="http://schemas.microsoft.com/office/drawing/2014/main" id="{868AAFFF-157F-415F-47BB-04F341947DEC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4" name="Text 39">
              <a:extLst>
                <a:ext uri="{FF2B5EF4-FFF2-40B4-BE49-F238E27FC236}">
                  <a16:creationId xmlns:a16="http://schemas.microsoft.com/office/drawing/2014/main" id="{3AD2ADE7-3622-483A-AAE0-3427C2BC6AD6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REDACTED_00919</a:t>
              </a:r>
              <a:endParaRPr lang="en-US" sz="800"/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5C81A373-4F34-6A8E-1B3E-67B1A9474859}"/>
              </a:ext>
            </a:extLst>
          </p:cNvPr>
          <p:cNvGrpSpPr/>
          <p:nvPr/>
        </p:nvGrpSpPr>
        <p:grpSpPr>
          <a:xfrm>
            <a:off x="3717780" y="2107611"/>
            <a:ext cx="3065147" cy="330976"/>
            <a:chOff x="3828681" y="1704593"/>
            <a:chExt cx="7721343" cy="433878"/>
          </a:xfrm>
        </p:grpSpPr>
        <p:sp>
          <p:nvSpPr>
            <p:cNvPr id="266" name="Shape 37">
              <a:extLst>
                <a:ext uri="{FF2B5EF4-FFF2-40B4-BE49-F238E27FC236}">
                  <a16:creationId xmlns:a16="http://schemas.microsoft.com/office/drawing/2014/main" id="{273B6946-4870-A4F5-0116-87E83BBA9B8F}"/>
                </a:ext>
              </a:extLst>
            </p:cNvPr>
            <p:cNvSpPr/>
            <p:nvPr/>
          </p:nvSpPr>
          <p:spPr>
            <a:xfrm>
              <a:off x="3828684" y="1713738"/>
              <a:ext cx="7721340" cy="42473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7" name="Shape 38">
              <a:extLst>
                <a:ext uri="{FF2B5EF4-FFF2-40B4-BE49-F238E27FC236}">
                  <a16:creationId xmlns:a16="http://schemas.microsoft.com/office/drawing/2014/main" id="{A94C5F79-BEC0-EEB0-CE9C-93BC4D4EA106}"/>
                </a:ext>
              </a:extLst>
            </p:cNvPr>
            <p:cNvSpPr/>
            <p:nvPr/>
          </p:nvSpPr>
          <p:spPr>
            <a:xfrm>
              <a:off x="3828681" y="1712901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8" name="Text 39">
              <a:extLst>
                <a:ext uri="{FF2B5EF4-FFF2-40B4-BE49-F238E27FC236}">
                  <a16:creationId xmlns:a16="http://schemas.microsoft.com/office/drawing/2014/main" id="{BEEE7B22-4AAD-8642-38BE-B235A76A0075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REDACTED_00920</a:t>
              </a:r>
              <a:endParaRPr lang="en-US" sz="800"/>
            </a:p>
          </p:txBody>
        </p: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7FEC0C1D-C73A-E841-9429-966044DB55A0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70" name="Shape 37">
              <a:extLst>
                <a:ext uri="{FF2B5EF4-FFF2-40B4-BE49-F238E27FC236}">
                  <a16:creationId xmlns:a16="http://schemas.microsoft.com/office/drawing/2014/main" id="{0367F66D-9258-CD9C-DF0D-39F43DCF749E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1" name="Shape 38">
              <a:extLst>
                <a:ext uri="{FF2B5EF4-FFF2-40B4-BE49-F238E27FC236}">
                  <a16:creationId xmlns:a16="http://schemas.microsoft.com/office/drawing/2014/main" id="{FBA87554-F024-BFA3-6803-299A43A94D31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2" name="Text 39">
              <a:extLst>
                <a:ext uri="{FF2B5EF4-FFF2-40B4-BE49-F238E27FC236}">
                  <a16:creationId xmlns:a16="http://schemas.microsoft.com/office/drawing/2014/main" id="{4A196CAF-4D7D-7083-C082-526576C9B63F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REDACTED_00921</a:t>
              </a:r>
              <a:endParaRPr lang="en-US" sz="800"/>
            </a:p>
          </p:txBody>
        </p:sp>
      </p:grpSp>
      <p:sp>
        <p:nvSpPr>
          <p:cNvPr id="273" name="Shape 229">
            <a:extLst>
              <a:ext uri="{FF2B5EF4-FFF2-40B4-BE49-F238E27FC236}">
                <a16:creationId xmlns:a16="http://schemas.microsoft.com/office/drawing/2014/main" id="{3685A3BA-4EAD-2CBF-59CE-A7A9F4A0AE75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275" name="Shape 46">
            <a:extLst>
              <a:ext uri="{FF2B5EF4-FFF2-40B4-BE49-F238E27FC236}">
                <a16:creationId xmlns:a16="http://schemas.microsoft.com/office/drawing/2014/main" id="{5D8DDE4C-B241-B63D-ABE4-7CE9B1A111E9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3C808817-8B9A-C150-ACC1-247C114FB432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1" name="Text 35">
            <a:extLst>
              <a:ext uri="{FF2B5EF4-FFF2-40B4-BE49-F238E27FC236}">
                <a16:creationId xmlns:a16="http://schemas.microsoft.com/office/drawing/2014/main" id="{322A3A46-2AA1-59F7-163B-FEC26BA108EC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93" name="Shape 36">
            <a:extLst>
              <a:ext uri="{FF2B5EF4-FFF2-40B4-BE49-F238E27FC236}">
                <a16:creationId xmlns:a16="http://schemas.microsoft.com/office/drawing/2014/main" id="{0A3F539E-F7F7-AE28-ACA1-D1D284D255DD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5" name="Shape 36">
            <a:extLst>
              <a:ext uri="{FF2B5EF4-FFF2-40B4-BE49-F238E27FC236}">
                <a16:creationId xmlns:a16="http://schemas.microsoft.com/office/drawing/2014/main" id="{7A72D959-08EC-A058-8BFD-AE138FD44365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7" name="Text 35">
            <a:extLst>
              <a:ext uri="{FF2B5EF4-FFF2-40B4-BE49-F238E27FC236}">
                <a16:creationId xmlns:a16="http://schemas.microsoft.com/office/drawing/2014/main" id="{B482E9CB-4A89-2ED5-B356-234C336A09A9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E21E91-0D66-34D0-DA9B-4EDE30962928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/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REDACTED_00922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REDACTED_00923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REDACTED_00924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603B63-990F-0CA7-1A76-E14AE72D7B55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REDACTED_00925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REDACTED_00926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REDACTED_00927</a:t>
            </a: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1A1A00AC-FED3-55C5-9F48-7AB8DA5DA148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D4055A32-69D1-5075-2E20-66EC5F22D2EA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6CAE3051-816C-8BE2-EDAF-771EFB73566B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0756212D-B798-E086-04A3-0144F82BED56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BB06D445-FB67-D834-B40B-D117C7783C9B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D8C1144-1640-E65D-1E35-6DF73078BC11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48" name="PersonIcon">
              <a:extLst>
                <a:ext uri="{FF2B5EF4-FFF2-40B4-BE49-F238E27FC236}">
                  <a16:creationId xmlns:a16="http://schemas.microsoft.com/office/drawing/2014/main" id="{C8E07815-6BD0-5AD9-AD7C-DDA1F3C46365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 107">
              <a:extLst>
                <a:ext uri="{FF2B5EF4-FFF2-40B4-BE49-F238E27FC236}">
                  <a16:creationId xmlns:a16="http://schemas.microsoft.com/office/drawing/2014/main" id="{5CED9B84-9B3B-1ED4-783F-4F15335961C0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52" name="Text 108">
              <a:extLst>
                <a:ext uri="{FF2B5EF4-FFF2-40B4-BE49-F238E27FC236}">
                  <a16:creationId xmlns:a16="http://schemas.microsoft.com/office/drawing/2014/main" id="{2E8F6F4E-F898-A39D-76E9-454C2D33031A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REDACTED_00004</a:t>
              </a:r>
              <a:endParaRPr lang="en-US" sz="80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7DF37ED-F9B5-5A3B-53CC-B60F19FE8BA6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58" name="GradCapIcon">
              <a:extLst>
                <a:ext uri="{FF2B5EF4-FFF2-40B4-BE49-F238E27FC236}">
                  <a16:creationId xmlns:a16="http://schemas.microsoft.com/office/drawing/2014/main" id="{49FF1B88-DF6A-BDB8-5F2C-2E8276BD9338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Text 111">
              <a:extLst>
                <a:ext uri="{FF2B5EF4-FFF2-40B4-BE49-F238E27FC236}">
                  <a16:creationId xmlns:a16="http://schemas.microsoft.com/office/drawing/2014/main" id="{1AB31F93-DC6C-366F-1E28-0EEC292FF174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60" name="Text 112">
              <a:extLst>
                <a:ext uri="{FF2B5EF4-FFF2-40B4-BE49-F238E27FC236}">
                  <a16:creationId xmlns:a16="http://schemas.microsoft.com/office/drawing/2014/main" id="{262713E6-CCD8-A7FD-EB58-E0403A1A5AC5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REDACTED_00674</a:t>
              </a:r>
              <a:endParaRPr lang="en-US" sz="80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8087F85-B26F-2036-442B-38B2AD0F5D56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86" name="BuildingIcon">
              <a:extLst>
                <a:ext uri="{FF2B5EF4-FFF2-40B4-BE49-F238E27FC236}">
                  <a16:creationId xmlns:a16="http://schemas.microsoft.com/office/drawing/2014/main" id="{E86DA61E-40B7-24AA-0B98-C86529F17383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87" name="Text 109">
              <a:extLst>
                <a:ext uri="{FF2B5EF4-FFF2-40B4-BE49-F238E27FC236}">
                  <a16:creationId xmlns:a16="http://schemas.microsoft.com/office/drawing/2014/main" id="{E49780EF-01C5-3120-FEB6-34B4879B27E0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89" name="Text 110">
              <a:extLst>
                <a:ext uri="{FF2B5EF4-FFF2-40B4-BE49-F238E27FC236}">
                  <a16:creationId xmlns:a16="http://schemas.microsoft.com/office/drawing/2014/main" id="{77F5EA2E-0642-7A6E-A712-90926EFD838B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REDACTED_00006</a:t>
              </a:r>
              <a:endParaRPr lang="en-US" sz="800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6D4F4F9-52D5-3521-3D96-B50CDDCAD4B0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6E26C47-AC5F-4AED-D9C8-4FDEF750551F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55" name="Text 109">
                <a:extLst>
                  <a:ext uri="{FF2B5EF4-FFF2-40B4-BE49-F238E27FC236}">
                    <a16:creationId xmlns:a16="http://schemas.microsoft.com/office/drawing/2014/main" id="{D991CA9F-1811-83ED-D7E8-A65EBBAEBF56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56" name="Text 110">
                <a:extLst>
                  <a:ext uri="{FF2B5EF4-FFF2-40B4-BE49-F238E27FC236}">
                    <a16:creationId xmlns:a16="http://schemas.microsoft.com/office/drawing/2014/main" id="{3F117419-575E-358D-D64C-15D656EDA889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REDACTED_00929</a:t>
                </a:r>
                <a:endParaRPr lang="en-US" sz="800"/>
              </a:p>
            </p:txBody>
          </p:sp>
        </p:grpSp>
        <p:pic>
          <p:nvPicPr>
            <p:cNvPr id="97" name="Graphic 96" descr="Management with solid fill">
              <a:extLst>
                <a:ext uri="{FF2B5EF4-FFF2-40B4-BE49-F238E27FC236}">
                  <a16:creationId xmlns:a16="http://schemas.microsoft.com/office/drawing/2014/main" id="{7CA68EF9-EED9-B9DE-D9A9-6FD3A5BFC0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sp>
        <p:nvSpPr>
          <p:cNvPr id="7" name="Text 11">
            <a:extLst>
              <a:ext uri="{FF2B5EF4-FFF2-40B4-BE49-F238E27FC236}">
                <a16:creationId xmlns:a16="http://schemas.microsoft.com/office/drawing/2014/main" id="{B036481A-6387-2945-3AFA-47EB4DC464F6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REDACTED_00930</a:t>
            </a:r>
          </a:p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REDACTED_00931</a:t>
            </a: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AE655136-95F3-3653-D732-BF49919EFC20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28E5D7DE-69EE-570E-9BD5-50BFDF0270CC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REDACTED_00932</a:t>
            </a:r>
          </a:p>
        </p:txBody>
      </p:sp>
      <p:sp>
        <p:nvSpPr>
          <p:cNvPr id="13" name="Text 19">
            <a:extLst>
              <a:ext uri="{FF2B5EF4-FFF2-40B4-BE49-F238E27FC236}">
                <a16:creationId xmlns:a16="http://schemas.microsoft.com/office/drawing/2014/main" id="{AE2A917D-783D-FD1E-62B9-2D83F37C9538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REDACTED_00933</a:t>
            </a:r>
          </a:p>
          <a:p>
            <a:r>
              <a:rPr lang="en-US" sz="650">
                <a:solidFill>
                  <a:srgbClr val="444444"/>
                </a:solidFill>
              </a:rPr>
              <a:t>REDACTED_00934</a:t>
            </a:r>
          </a:p>
        </p:txBody>
      </p:sp>
      <p:sp>
        <p:nvSpPr>
          <p:cNvPr id="15" name="Text 23">
            <a:extLst>
              <a:ext uri="{FF2B5EF4-FFF2-40B4-BE49-F238E27FC236}">
                <a16:creationId xmlns:a16="http://schemas.microsoft.com/office/drawing/2014/main" id="{ED39C644-B47D-B812-D58D-94408EF675A5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REDACTED_00935</a:t>
            </a:r>
          </a:p>
        </p:txBody>
      </p:sp>
      <p:sp>
        <p:nvSpPr>
          <p:cNvPr id="17" name="Text 28">
            <a:extLst>
              <a:ext uri="{FF2B5EF4-FFF2-40B4-BE49-F238E27FC236}">
                <a16:creationId xmlns:a16="http://schemas.microsoft.com/office/drawing/2014/main" id="{086A1E99-F7C5-54EA-94E8-A994C02FCEDE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REDACTED_00936</a:t>
            </a:r>
          </a:p>
        </p:txBody>
      </p:sp>
      <p:sp>
        <p:nvSpPr>
          <p:cNvPr id="19" name="Text 32">
            <a:extLst>
              <a:ext uri="{FF2B5EF4-FFF2-40B4-BE49-F238E27FC236}">
                <a16:creationId xmlns:a16="http://schemas.microsoft.com/office/drawing/2014/main" id="{63321C1A-40F5-B9FC-BC42-DF94D9D778E7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REDACTED_00937</a:t>
            </a:r>
          </a:p>
          <a:p>
            <a:r>
              <a:rPr lang="en-US" sz="650">
                <a:solidFill>
                  <a:srgbClr val="444444"/>
                </a:solidFill>
              </a:rPr>
              <a:t>REDACTED_00145</a:t>
            </a:r>
          </a:p>
        </p:txBody>
      </p:sp>
      <p:sp>
        <p:nvSpPr>
          <p:cNvPr id="21" name="Shape 188">
            <a:extLst>
              <a:ext uri="{FF2B5EF4-FFF2-40B4-BE49-F238E27FC236}">
                <a16:creationId xmlns:a16="http://schemas.microsoft.com/office/drawing/2014/main" id="{271D085E-D91D-B1FB-8DBD-DD2A119C0749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189">
            <a:extLst>
              <a:ext uri="{FF2B5EF4-FFF2-40B4-BE49-F238E27FC236}">
                <a16:creationId xmlns:a16="http://schemas.microsoft.com/office/drawing/2014/main" id="{BF4921AB-D33A-FF7A-9B2E-197FC806B83A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1116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190">
            <a:extLst>
              <a:ext uri="{FF2B5EF4-FFF2-40B4-BE49-F238E27FC236}">
                <a16:creationId xmlns:a16="http://schemas.microsoft.com/office/drawing/2014/main" id="{D36EC7BF-D83D-392D-C6A4-B97F89802594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485BAE"/>
          </a:solidFill>
          <a:ln w="9525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7" name="Shape 206">
            <a:extLst>
              <a:ext uri="{FF2B5EF4-FFF2-40B4-BE49-F238E27FC236}">
                <a16:creationId xmlns:a16="http://schemas.microsoft.com/office/drawing/2014/main" id="{18687D4E-D28B-0F8D-0516-A0FE417DF356}"/>
              </a:ext>
            </a:extLst>
          </p:cNvPr>
          <p:cNvSpPr>
            <a:spLocks/>
          </p:cNvSpPr>
          <p:nvPr/>
        </p:nvSpPr>
        <p:spPr>
          <a:xfrm>
            <a:off x="9986549" y="3368177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Shape 210">
            <a:extLst>
              <a:ext uri="{FF2B5EF4-FFF2-40B4-BE49-F238E27FC236}">
                <a16:creationId xmlns:a16="http://schemas.microsoft.com/office/drawing/2014/main" id="{36CD6ADF-66A4-8835-C253-BFCE5CD21F46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" name="Text 191">
            <a:extLst>
              <a:ext uri="{FF2B5EF4-FFF2-40B4-BE49-F238E27FC236}">
                <a16:creationId xmlns:a16="http://schemas.microsoft.com/office/drawing/2014/main" id="{56CA1796-2190-D5F9-8102-22DEB1C277A6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accent1"/>
                </a:solidFill>
              </a:rPr>
              <a:t>REDACTED_00051</a:t>
            </a:r>
            <a:endParaRPr lang="en-US" sz="650">
              <a:solidFill>
                <a:schemeClr val="accent1"/>
              </a:solidFill>
            </a:endParaRPr>
          </a:p>
        </p:txBody>
      </p:sp>
      <p:sp>
        <p:nvSpPr>
          <p:cNvPr id="34" name="Shape 202">
            <a:extLst>
              <a:ext uri="{FF2B5EF4-FFF2-40B4-BE49-F238E27FC236}">
                <a16:creationId xmlns:a16="http://schemas.microsoft.com/office/drawing/2014/main" id="{D45C6B1C-96B2-07E5-C43D-BB8B20023964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6" name="Text 207">
            <a:extLst>
              <a:ext uri="{FF2B5EF4-FFF2-40B4-BE49-F238E27FC236}">
                <a16:creationId xmlns:a16="http://schemas.microsoft.com/office/drawing/2014/main" id="{18C60AEB-9E76-4E7A-7146-BF471670F1DF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/>
              <a:t>REDACTED_00055</a:t>
            </a:r>
          </a:p>
        </p:txBody>
      </p:sp>
      <p:sp>
        <p:nvSpPr>
          <p:cNvPr id="43" name="Text 211">
            <a:extLst>
              <a:ext uri="{FF2B5EF4-FFF2-40B4-BE49-F238E27FC236}">
                <a16:creationId xmlns:a16="http://schemas.microsoft.com/office/drawing/2014/main" id="{2164FE40-3F3F-8EC4-189D-EBD2FF54F851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/>
              <a:t>REDACTED_00057</a:t>
            </a:r>
            <a:endParaRPr lang="en-US" sz="650"/>
          </a:p>
        </p:txBody>
      </p:sp>
      <p:sp>
        <p:nvSpPr>
          <p:cNvPr id="54" name="Text 203">
            <a:extLst>
              <a:ext uri="{FF2B5EF4-FFF2-40B4-BE49-F238E27FC236}">
                <a16:creationId xmlns:a16="http://schemas.microsoft.com/office/drawing/2014/main" id="{359F85CF-8FBD-017B-9B7F-26FF5E47645F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62" name="Shape 202">
            <a:extLst>
              <a:ext uri="{FF2B5EF4-FFF2-40B4-BE49-F238E27FC236}">
                <a16:creationId xmlns:a16="http://schemas.microsoft.com/office/drawing/2014/main" id="{B0EF6CB8-A686-D058-3B80-2A5B856E5D0D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4" name="Text 207">
            <a:extLst>
              <a:ext uri="{FF2B5EF4-FFF2-40B4-BE49-F238E27FC236}">
                <a16:creationId xmlns:a16="http://schemas.microsoft.com/office/drawing/2014/main" id="{EEB0D738-5304-6D14-5E6A-F15CA93C2147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/>
              <a:t>REDACTED_00054</a:t>
            </a:r>
          </a:p>
        </p:txBody>
      </p:sp>
      <p:sp>
        <p:nvSpPr>
          <p:cNvPr id="66" name="Text 194">
            <a:extLst>
              <a:ext uri="{FF2B5EF4-FFF2-40B4-BE49-F238E27FC236}">
                <a16:creationId xmlns:a16="http://schemas.microsoft.com/office/drawing/2014/main" id="{5532AA60-A87C-8E32-923A-BCE19FA724BB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1"/>
                </a:solidFill>
              </a:rPr>
              <a:t>REDACTED_00052</a:t>
            </a:r>
          </a:p>
        </p:txBody>
      </p:sp>
      <p:sp>
        <p:nvSpPr>
          <p:cNvPr id="83" name="Shape 198">
            <a:extLst>
              <a:ext uri="{FF2B5EF4-FFF2-40B4-BE49-F238E27FC236}">
                <a16:creationId xmlns:a16="http://schemas.microsoft.com/office/drawing/2014/main" id="{3BA23A08-A42F-0CA6-755B-26E3E545486F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3" name="Text 199">
            <a:extLst>
              <a:ext uri="{FF2B5EF4-FFF2-40B4-BE49-F238E27FC236}">
                <a16:creationId xmlns:a16="http://schemas.microsoft.com/office/drawing/2014/main" id="{A3A7E703-97E3-5727-3B2B-16B1BD0EE155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/>
              <a:t>REDACTED_00053</a:t>
            </a: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233EBC33-04BD-04B2-9938-E475A895A6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89">
            <a:extLst>
              <a:ext uri="{FF2B5EF4-FFF2-40B4-BE49-F238E27FC236}">
                <a16:creationId xmlns:a16="http://schemas.microsoft.com/office/drawing/2014/main" id="{1B104972-50BF-8A71-2CE3-17D4DA150B3F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14764" b="-14764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1" name="Shape 9">
            <a:extLst>
              <a:ext uri="{FF2B5EF4-FFF2-40B4-BE49-F238E27FC236}">
                <a16:creationId xmlns:a16="http://schemas.microsoft.com/office/drawing/2014/main" id="{B2B798FC-B8BA-1B43-C091-A9638353C7E9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0" name="Shape 46">
            <a:extLst>
              <a:ext uri="{FF2B5EF4-FFF2-40B4-BE49-F238E27FC236}">
                <a16:creationId xmlns:a16="http://schemas.microsoft.com/office/drawing/2014/main" id="{055F1156-2323-E17F-5827-44D57E669897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6" name="Shape 46">
            <a:extLst>
              <a:ext uri="{FF2B5EF4-FFF2-40B4-BE49-F238E27FC236}">
                <a16:creationId xmlns:a16="http://schemas.microsoft.com/office/drawing/2014/main" id="{8CFF5A51-CF78-93BB-9D39-6FA34633BBA1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0" name="Shape 105">
            <a:extLst>
              <a:ext uri="{FF2B5EF4-FFF2-40B4-BE49-F238E27FC236}">
                <a16:creationId xmlns:a16="http://schemas.microsoft.com/office/drawing/2014/main" id="{141070CC-5331-0D35-EFFB-50C363B5D10B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3" name="Shape 13">
            <a:extLst>
              <a:ext uri="{FF2B5EF4-FFF2-40B4-BE49-F238E27FC236}">
                <a16:creationId xmlns:a16="http://schemas.microsoft.com/office/drawing/2014/main" id="{5C3AD8B9-040E-9A20-140C-E61FEFA2D4F1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7" name="Shape 13">
            <a:extLst>
              <a:ext uri="{FF2B5EF4-FFF2-40B4-BE49-F238E27FC236}">
                <a16:creationId xmlns:a16="http://schemas.microsoft.com/office/drawing/2014/main" id="{73F09CE2-49A4-7AFC-AD2F-F66BF135CDBB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2" name="Shape 229">
            <a:extLst>
              <a:ext uri="{FF2B5EF4-FFF2-40B4-BE49-F238E27FC236}">
                <a16:creationId xmlns:a16="http://schemas.microsoft.com/office/drawing/2014/main" id="{718C9DC7-83C9-5D00-0967-ECBDD90AA1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1" name="Shape 229">
            <a:extLst>
              <a:ext uri="{FF2B5EF4-FFF2-40B4-BE49-F238E27FC236}">
                <a16:creationId xmlns:a16="http://schemas.microsoft.com/office/drawing/2014/main" id="{8593C380-C93F-35BA-2E91-52AEFBD1FB12}"/>
              </a:ext>
            </a:extLst>
          </p:cNvPr>
          <p:cNvSpPr/>
          <p:nvPr/>
        </p:nvSpPr>
        <p:spPr>
          <a:xfrm>
            <a:off x="6978153" y="8115200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Shape 46">
            <a:extLst>
              <a:ext uri="{FF2B5EF4-FFF2-40B4-BE49-F238E27FC236}">
                <a16:creationId xmlns:a16="http://schemas.microsoft.com/office/drawing/2014/main" id="{DA24CA24-AFD8-9FE0-34DA-7DED93ABE04C}"/>
              </a:ext>
            </a:extLst>
          </p:cNvPr>
          <p:cNvSpPr/>
          <p:nvPr/>
        </p:nvSpPr>
        <p:spPr>
          <a:xfrm>
            <a:off x="3939202" y="8115200"/>
            <a:ext cx="298716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CF8B8DB-8DD2-8FBB-8842-080DA6B8EF97}"/>
              </a:ext>
            </a:extLst>
          </p:cNvPr>
          <p:cNvSpPr txBox="1"/>
          <p:nvPr/>
        </p:nvSpPr>
        <p:spPr>
          <a:xfrm>
            <a:off x="7078153" y="8215200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57FFAD2-7B5E-2A15-B945-5BE93A662065}"/>
              </a:ext>
            </a:extLst>
          </p:cNvPr>
          <p:cNvSpPr txBox="1"/>
          <p:nvPr/>
        </p:nvSpPr>
        <p:spPr>
          <a:xfrm>
            <a:off x="4039202" y="8215200"/>
            <a:ext cx="2781132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REDACTED_00938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REDACTED_00939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REDACTED_00940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81AF59E-57E6-E019-517D-48721A6809D5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0" name="Text 2">
            <a:extLst>
              <a:ext uri="{FF2B5EF4-FFF2-40B4-BE49-F238E27FC236}">
                <a16:creationId xmlns:a16="http://schemas.microsoft.com/office/drawing/2014/main" id="{0E58FE16-A948-D11D-3ACB-E222D360F807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REDACTED_00941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09857A3-3C8F-E38E-7BDC-632FA3AF1FEE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350B04D-0703-00C4-1F15-FF39DE134119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>
                  <a:solidFill>
                    <a:schemeClr val="accent1"/>
                  </a:solidFill>
                </a:rPr>
                <a:t>REDACTED_00942</a:t>
              </a:r>
            </a:p>
          </p:txBody>
        </p:sp>
        <p:sp>
          <p:nvSpPr>
            <p:cNvPr id="93" name="Text 4">
              <a:extLst>
                <a:ext uri="{FF2B5EF4-FFF2-40B4-BE49-F238E27FC236}">
                  <a16:creationId xmlns:a16="http://schemas.microsoft.com/office/drawing/2014/main" id="{EE869D87-8998-30D9-4A10-E693B247BFFE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REDACTED_00943</a:t>
              </a:r>
            </a:p>
          </p:txBody>
        </p:sp>
      </p:grpSp>
      <p:sp>
        <p:nvSpPr>
          <p:cNvPr id="95" name="Shape 5">
            <a:extLst>
              <a:ext uri="{FF2B5EF4-FFF2-40B4-BE49-F238E27FC236}">
                <a16:creationId xmlns:a16="http://schemas.microsoft.com/office/drawing/2014/main" id="{F64A7153-E3CD-A669-A071-252432B2DCE3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1"/>
              </a:solidFill>
            </a:endParaRPr>
          </a:p>
        </p:txBody>
      </p:sp>
      <p:sp>
        <p:nvSpPr>
          <p:cNvPr id="96" name="Text 6">
            <a:extLst>
              <a:ext uri="{FF2B5EF4-FFF2-40B4-BE49-F238E27FC236}">
                <a16:creationId xmlns:a16="http://schemas.microsoft.com/office/drawing/2014/main" id="{FB2205CA-BDD9-65E1-F077-C2F347F70F43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C0A2F2"/>
                </a:solidFill>
              </a:rPr>
              <a:t>REDACTED_00944</a:t>
            </a:r>
          </a:p>
        </p:txBody>
      </p:sp>
      <p:sp>
        <p:nvSpPr>
          <p:cNvPr id="97" name="Shape 7">
            <a:extLst>
              <a:ext uri="{FF2B5EF4-FFF2-40B4-BE49-F238E27FC236}">
                <a16:creationId xmlns:a16="http://schemas.microsoft.com/office/drawing/2014/main" id="{3EFA6B49-4B83-D3BA-DEAE-3035A703A99B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1"/>
              </a:solidFill>
            </a:endParaRPr>
          </a:p>
        </p:txBody>
      </p:sp>
      <p:sp>
        <p:nvSpPr>
          <p:cNvPr id="98" name="Text 8">
            <a:extLst>
              <a:ext uri="{FF2B5EF4-FFF2-40B4-BE49-F238E27FC236}">
                <a16:creationId xmlns:a16="http://schemas.microsoft.com/office/drawing/2014/main" id="{FF0B3A63-C669-D795-F6FD-AC9FA69A8103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REDACTED_00097</a:t>
            </a:r>
          </a:p>
        </p:txBody>
      </p:sp>
      <p:sp>
        <p:nvSpPr>
          <p:cNvPr id="115" name="Shape 10">
            <a:extLst>
              <a:ext uri="{FF2B5EF4-FFF2-40B4-BE49-F238E27FC236}">
                <a16:creationId xmlns:a16="http://schemas.microsoft.com/office/drawing/2014/main" id="{65654677-D9DD-8941-3B95-0EC7270C1C3A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7" name="Text 11">
            <a:extLst>
              <a:ext uri="{FF2B5EF4-FFF2-40B4-BE49-F238E27FC236}">
                <a16:creationId xmlns:a16="http://schemas.microsoft.com/office/drawing/2014/main" id="{F3044267-2D5A-B819-DBCD-F714ADBC096E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19" name="Text 12">
            <a:extLst>
              <a:ext uri="{FF2B5EF4-FFF2-40B4-BE49-F238E27FC236}">
                <a16:creationId xmlns:a16="http://schemas.microsoft.com/office/drawing/2014/main" id="{D9722059-5B3F-2EC7-7BA5-26B7A9E35734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REDACTED_00945</a:t>
            </a:r>
          </a:p>
          <a:p>
            <a:r>
              <a:rPr lang="en-US" sz="800">
                <a:solidFill>
                  <a:srgbClr val="1A1A1A"/>
                </a:solidFill>
              </a:rPr>
              <a:t>REDACTED_00946</a:t>
            </a:r>
            <a:endParaRPr lang="en-US" sz="800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B70CDF2-889A-E794-99D8-B380690D7E9B}"/>
              </a:ext>
            </a:extLst>
          </p:cNvPr>
          <p:cNvGrpSpPr/>
          <p:nvPr/>
        </p:nvGrpSpPr>
        <p:grpSpPr>
          <a:xfrm>
            <a:off x="9770789" y="1533598"/>
            <a:ext cx="2333207" cy="635929"/>
            <a:chOff x="9693896" y="1603989"/>
            <a:chExt cx="2333207" cy="635929"/>
          </a:xfrm>
        </p:grpSpPr>
        <p:grpSp>
          <p:nvGrpSpPr>
            <p:cNvPr id="241" name="Group 240"/>
            <p:cNvGrpSpPr/>
            <p:nvPr/>
          </p:nvGrpSpPr>
          <p:grpSpPr>
            <a:xfrm>
              <a:off x="9693896" y="1603989"/>
              <a:ext cx="2333207" cy="635929"/>
              <a:chOff x="10112273" y="2891965"/>
              <a:chExt cx="1920240" cy="580548"/>
            </a:xfrm>
          </p:grpSpPr>
          <p:sp>
            <p:nvSpPr>
              <p:cNvPr id="245" name="Shape 243"/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3" name="Text 241a"/>
              <p:cNvSpPr/>
              <p:nvPr/>
            </p:nvSpPr>
            <p:spPr>
              <a:xfrm>
                <a:off x="10870434" y="2891965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REDACTED_00947</a:t>
                </a:r>
              </a:p>
            </p:txBody>
          </p:sp>
          <p:sp>
            <p:nvSpPr>
              <p:cNvPr id="247" name="Text 245a"/>
              <p:cNvSpPr/>
              <p:nvPr/>
            </p:nvSpPr>
            <p:spPr>
              <a:xfrm>
                <a:off x="10870434" y="3026714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REDACTED_00948</a:t>
                </a:r>
              </a:p>
            </p:txBody>
          </p:sp>
          <p:sp>
            <p:nvSpPr>
              <p:cNvPr id="49" name="Shape 245a"/>
              <p:cNvSpPr/>
              <p:nvPr/>
            </p:nvSpPr>
            <p:spPr>
              <a:xfrm>
                <a:off x="10848890" y="3237891"/>
                <a:ext cx="829589" cy="64008"/>
              </a:xfrm>
              <a:prstGeom prst="rect">
                <a:avLst/>
              </a:prstGeom>
              <a:solidFill>
                <a:srgbClr val="E0E0E0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9" name="Text 247a"/>
              <p:cNvSpPr/>
              <p:nvPr/>
            </p:nvSpPr>
            <p:spPr>
              <a:xfrm>
                <a:off x="11700022" y="3289633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REDACTED_00161</a:t>
                </a:r>
              </a:p>
            </p:txBody>
          </p:sp>
        </p:grpSp>
        <p:sp>
          <p:nvSpPr>
            <p:cNvPr id="100" name="Shape 246a">
              <a:extLst>
                <a:ext uri="{FF2B5EF4-FFF2-40B4-BE49-F238E27FC236}">
                  <a16:creationId xmlns:a16="http://schemas.microsoft.com/office/drawing/2014/main" id="{8AABD598-6C2E-963F-0BFD-F8D870D7EA9E}"/>
                </a:ext>
              </a:extLst>
            </p:cNvPr>
            <p:cNvSpPr/>
            <p:nvPr/>
          </p:nvSpPr>
          <p:spPr>
            <a:xfrm>
              <a:off x="9782545" y="1979844"/>
              <a:ext cx="792000" cy="73186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53" name="Text 6">
            <a:extLst>
              <a:ext uri="{FF2B5EF4-FFF2-40B4-BE49-F238E27FC236}">
                <a16:creationId xmlns:a16="http://schemas.microsoft.com/office/drawing/2014/main" id="{B1EFBFDE-A113-7F3D-B710-76A0B337454B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59" name="Shape 130">
            <a:extLst>
              <a:ext uri="{FF2B5EF4-FFF2-40B4-BE49-F238E27FC236}">
                <a16:creationId xmlns:a16="http://schemas.microsoft.com/office/drawing/2014/main" id="{F85BC59A-E68A-41DD-C40F-786774C23C13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6C8A5E94-FCBF-5137-D985-B3519253926C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63" name="Picture 162" descr="A black and blue logo  AI-generated content may be incorrect.">
            <a:extLst>
              <a:ext uri="{FF2B5EF4-FFF2-40B4-BE49-F238E27FC236}">
                <a16:creationId xmlns:a16="http://schemas.microsoft.com/office/drawing/2014/main" id="{7FB6DE65-4D42-57F1-BB95-92728E754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68" name="Text 211a">
            <a:extLst>
              <a:ext uri="{FF2B5EF4-FFF2-40B4-BE49-F238E27FC236}">
                <a16:creationId xmlns:a16="http://schemas.microsoft.com/office/drawing/2014/main" id="{75F93099-D60E-ABC7-9725-CBCFEAEE7BB5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70" name="Text 213a">
            <a:extLst>
              <a:ext uri="{FF2B5EF4-FFF2-40B4-BE49-F238E27FC236}">
                <a16:creationId xmlns:a16="http://schemas.microsoft.com/office/drawing/2014/main" id="{C32B7526-2791-74A8-F1F6-B6A8F7705FB5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72" name="Text 218a">
            <a:extLst>
              <a:ext uri="{FF2B5EF4-FFF2-40B4-BE49-F238E27FC236}">
                <a16:creationId xmlns:a16="http://schemas.microsoft.com/office/drawing/2014/main" id="{1FA0F5A6-0C44-ED73-55EF-BE012509A442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76" name="Shape 229">
            <a:extLst>
              <a:ext uri="{FF2B5EF4-FFF2-40B4-BE49-F238E27FC236}">
                <a16:creationId xmlns:a16="http://schemas.microsoft.com/office/drawing/2014/main" id="{19BA8791-92CF-53F1-762C-A7FBCFD12627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REDACTED_00949</a:t>
            </a:r>
          </a:p>
        </p:txBody>
      </p:sp>
      <p:sp>
        <p:nvSpPr>
          <p:cNvPr id="183" name="Shape 10">
            <a:extLst>
              <a:ext uri="{FF2B5EF4-FFF2-40B4-BE49-F238E27FC236}">
                <a16:creationId xmlns:a16="http://schemas.microsoft.com/office/drawing/2014/main" id="{668D0943-7ED5-2093-40F2-200AA359EAEB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5" name="Shape 32">
            <a:extLst>
              <a:ext uri="{FF2B5EF4-FFF2-40B4-BE49-F238E27FC236}">
                <a16:creationId xmlns:a16="http://schemas.microsoft.com/office/drawing/2014/main" id="{DDF5107A-92CE-E93D-0DA3-2FE75B2240B2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7" name="Shape 32">
            <a:extLst>
              <a:ext uri="{FF2B5EF4-FFF2-40B4-BE49-F238E27FC236}">
                <a16:creationId xmlns:a16="http://schemas.microsoft.com/office/drawing/2014/main" id="{D2C9C66B-079B-97FD-1CD9-F9006C6B23BC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9" name="Text 31">
            <a:extLst>
              <a:ext uri="{FF2B5EF4-FFF2-40B4-BE49-F238E27FC236}">
                <a16:creationId xmlns:a16="http://schemas.microsoft.com/office/drawing/2014/main" id="{86914115-A86C-52AE-931A-2F3186AF6840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01" name="Shape 32">
            <a:extLst>
              <a:ext uri="{FF2B5EF4-FFF2-40B4-BE49-F238E27FC236}">
                <a16:creationId xmlns:a16="http://schemas.microsoft.com/office/drawing/2014/main" id="{40A6EB2C-222D-924A-F923-650EAC09A251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3" name="Text 33">
            <a:extLst>
              <a:ext uri="{FF2B5EF4-FFF2-40B4-BE49-F238E27FC236}">
                <a16:creationId xmlns:a16="http://schemas.microsoft.com/office/drawing/2014/main" id="{3E24B4E6-B198-A8F4-37B1-76F8C37F433D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REDACTED_00950</a:t>
            </a:r>
            <a:r>
              <a:rPr lang="en-US" sz="800" err="1">
                <a:solidFill>
                  <a:srgbClr val="444444"/>
                </a:solidFill>
              </a:rPr>
              <a:t>REDACTED_00951</a:t>
            </a:r>
            <a:r>
              <a:rPr lang="en-US" sz="800">
                <a:solidFill>
                  <a:srgbClr val="444444"/>
                </a:solidFill>
              </a:rPr>
              <a:t>REDACTED_00952</a:t>
            </a:r>
          </a:p>
        </p:txBody>
      </p:sp>
      <p:sp>
        <p:nvSpPr>
          <p:cNvPr id="205" name="Text 33">
            <a:extLst>
              <a:ext uri="{FF2B5EF4-FFF2-40B4-BE49-F238E27FC236}">
                <a16:creationId xmlns:a16="http://schemas.microsoft.com/office/drawing/2014/main" id="{BB557554-F50A-36E3-AFE5-2950CE522943}"/>
              </a:ext>
            </a:extLst>
          </p:cNvPr>
          <p:cNvSpPr/>
          <p:nvPr/>
        </p:nvSpPr>
        <p:spPr>
          <a:xfrm>
            <a:off x="180001" y="2726435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REDACTED_00953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REDACTED_00954</a:t>
            </a:r>
            <a:endParaRPr lang="en-US" sz="800"/>
          </a:p>
        </p:txBody>
      </p:sp>
      <p:sp>
        <p:nvSpPr>
          <p:cNvPr id="207" name="Text 31">
            <a:extLst>
              <a:ext uri="{FF2B5EF4-FFF2-40B4-BE49-F238E27FC236}">
                <a16:creationId xmlns:a16="http://schemas.microsoft.com/office/drawing/2014/main" id="{D7C05223-5267-4182-D71A-2BA0380EB986}"/>
              </a:ext>
            </a:extLst>
          </p:cNvPr>
          <p:cNvSpPr/>
          <p:nvPr/>
        </p:nvSpPr>
        <p:spPr>
          <a:xfrm>
            <a:off x="180000" y="2559182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09" name="Shape 32">
            <a:extLst>
              <a:ext uri="{FF2B5EF4-FFF2-40B4-BE49-F238E27FC236}">
                <a16:creationId xmlns:a16="http://schemas.microsoft.com/office/drawing/2014/main" id="{0ABE01AB-AFD3-2A72-A65F-E84D36B88247}"/>
              </a:ext>
            </a:extLst>
          </p:cNvPr>
          <p:cNvSpPr/>
          <p:nvPr/>
        </p:nvSpPr>
        <p:spPr>
          <a:xfrm>
            <a:off x="144000" y="2678054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1" name="Shape 10">
            <a:extLst>
              <a:ext uri="{FF2B5EF4-FFF2-40B4-BE49-F238E27FC236}">
                <a16:creationId xmlns:a16="http://schemas.microsoft.com/office/drawing/2014/main" id="{6109508C-D17D-8433-8FE4-5A37C129E1BA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5" name="Shape 16">
            <a:extLst>
              <a:ext uri="{FF2B5EF4-FFF2-40B4-BE49-F238E27FC236}">
                <a16:creationId xmlns:a16="http://schemas.microsoft.com/office/drawing/2014/main" id="{789FD233-F0AB-BC7C-C377-BE7FA4497601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REDACTED_00727</a:t>
            </a:r>
          </a:p>
        </p:txBody>
      </p:sp>
      <p:sp>
        <p:nvSpPr>
          <p:cNvPr id="217" name="Shape 16">
            <a:extLst>
              <a:ext uri="{FF2B5EF4-FFF2-40B4-BE49-F238E27FC236}">
                <a16:creationId xmlns:a16="http://schemas.microsoft.com/office/drawing/2014/main" id="{22FC231E-9D70-C3B1-71BB-44A3BF748BEC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REDACTED_00515</a:t>
            </a:r>
          </a:p>
        </p:txBody>
      </p:sp>
      <p:sp>
        <p:nvSpPr>
          <p:cNvPr id="219" name="Shape 16">
            <a:extLst>
              <a:ext uri="{FF2B5EF4-FFF2-40B4-BE49-F238E27FC236}">
                <a16:creationId xmlns:a16="http://schemas.microsoft.com/office/drawing/2014/main" id="{F33AFF52-5D09-748A-C6D8-7887A67DCF98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REDACTED_00955</a:t>
            </a:r>
          </a:p>
        </p:txBody>
      </p:sp>
      <p:sp>
        <p:nvSpPr>
          <p:cNvPr id="221" name="Shape 16">
            <a:extLst>
              <a:ext uri="{FF2B5EF4-FFF2-40B4-BE49-F238E27FC236}">
                <a16:creationId xmlns:a16="http://schemas.microsoft.com/office/drawing/2014/main" id="{E8536D11-26E0-0992-4829-85B851FD2456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REDACTED_00956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1E08BBF0-EC5E-7CCE-8347-B8584EC04A30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64EFBC05-465A-8FF2-CFA3-B85860DC30D4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6E4AA4E-DDBC-B0DE-3AAE-A823647B4D15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567CACE6-C3EA-F7E1-2817-2EDC5A74EB2D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17CDE07E-8CB4-020C-1D34-F20B61ED03EF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32" name="Shape 37">
              <a:extLst>
                <a:ext uri="{FF2B5EF4-FFF2-40B4-BE49-F238E27FC236}">
                  <a16:creationId xmlns:a16="http://schemas.microsoft.com/office/drawing/2014/main" id="{C0483FAC-ACE3-0228-4CF2-4236B501280B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Shape 38">
              <a:extLst>
                <a:ext uri="{FF2B5EF4-FFF2-40B4-BE49-F238E27FC236}">
                  <a16:creationId xmlns:a16="http://schemas.microsoft.com/office/drawing/2014/main" id="{F96A8EF0-064D-4142-B1EA-A23B93980D13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4" name="Text 39">
              <a:extLst>
                <a:ext uri="{FF2B5EF4-FFF2-40B4-BE49-F238E27FC236}">
                  <a16:creationId xmlns:a16="http://schemas.microsoft.com/office/drawing/2014/main" id="{78ED8CF4-FA88-E1DB-CB3B-627F9376B15F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REDACTED_00957</a:t>
              </a:r>
              <a:endParaRPr lang="en-US" sz="800"/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BD00B158-EB10-9159-7117-DE6FD999D0E2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36" name="Shape 37">
              <a:extLst>
                <a:ext uri="{FF2B5EF4-FFF2-40B4-BE49-F238E27FC236}">
                  <a16:creationId xmlns:a16="http://schemas.microsoft.com/office/drawing/2014/main" id="{D90C138F-5A38-592D-C062-4305DB2921B1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Shape 38">
              <a:extLst>
                <a:ext uri="{FF2B5EF4-FFF2-40B4-BE49-F238E27FC236}">
                  <a16:creationId xmlns:a16="http://schemas.microsoft.com/office/drawing/2014/main" id="{666B9CA2-F684-56AE-F5C1-E2EEDE8CEB83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8" name="Text 39">
              <a:extLst>
                <a:ext uri="{FF2B5EF4-FFF2-40B4-BE49-F238E27FC236}">
                  <a16:creationId xmlns:a16="http://schemas.microsoft.com/office/drawing/2014/main" id="{60F29B65-29E8-5200-DFC7-4C952833AD37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REDACTED_00958</a:t>
              </a:r>
              <a:endParaRPr lang="en-US" sz="800"/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715D328F-4796-6FAB-D076-546A1AAAC4A0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40" name="Shape 37">
              <a:extLst>
                <a:ext uri="{FF2B5EF4-FFF2-40B4-BE49-F238E27FC236}">
                  <a16:creationId xmlns:a16="http://schemas.microsoft.com/office/drawing/2014/main" id="{7763CD04-24EE-BFBE-6ADD-066C602064B5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6" name="Shape 38">
              <a:extLst>
                <a:ext uri="{FF2B5EF4-FFF2-40B4-BE49-F238E27FC236}">
                  <a16:creationId xmlns:a16="http://schemas.microsoft.com/office/drawing/2014/main" id="{442177C2-8A71-5CC9-1165-FD9307F1FB20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3" name="Text 39">
              <a:extLst>
                <a:ext uri="{FF2B5EF4-FFF2-40B4-BE49-F238E27FC236}">
                  <a16:creationId xmlns:a16="http://schemas.microsoft.com/office/drawing/2014/main" id="{69B867DC-8F7D-7F81-A0A2-FE4E24867541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REDACTED_00959</a:t>
              </a:r>
              <a:endParaRPr lang="en-US" sz="800"/>
            </a:p>
          </p:txBody>
        </p:sp>
      </p:grpSp>
      <p:sp>
        <p:nvSpPr>
          <p:cNvPr id="264" name="Shape 229">
            <a:extLst>
              <a:ext uri="{FF2B5EF4-FFF2-40B4-BE49-F238E27FC236}">
                <a16:creationId xmlns:a16="http://schemas.microsoft.com/office/drawing/2014/main" id="{FBF438C9-CDE6-2D89-938A-504363BE0A08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266" name="Shape 46">
            <a:extLst>
              <a:ext uri="{FF2B5EF4-FFF2-40B4-BE49-F238E27FC236}">
                <a16:creationId xmlns:a16="http://schemas.microsoft.com/office/drawing/2014/main" id="{DF889082-514A-22C1-A75A-433E9EC1780C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51D37127-B66F-30A7-A8B2-CE2B14A33191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Text 35">
            <a:extLst>
              <a:ext uri="{FF2B5EF4-FFF2-40B4-BE49-F238E27FC236}">
                <a16:creationId xmlns:a16="http://schemas.microsoft.com/office/drawing/2014/main" id="{A9BD9E44-D4EF-CD47-3DB4-5A2D39F3E2C0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84" name="Shape 36">
            <a:extLst>
              <a:ext uri="{FF2B5EF4-FFF2-40B4-BE49-F238E27FC236}">
                <a16:creationId xmlns:a16="http://schemas.microsoft.com/office/drawing/2014/main" id="{247F90EE-C609-0C29-377A-CBBEE42DCA8D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6" name="Shape 36">
            <a:extLst>
              <a:ext uri="{FF2B5EF4-FFF2-40B4-BE49-F238E27FC236}">
                <a16:creationId xmlns:a16="http://schemas.microsoft.com/office/drawing/2014/main" id="{52451F24-242A-C7B7-82AD-05EAC8BC2B7A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8" name="Text 35">
            <a:extLst>
              <a:ext uri="{FF2B5EF4-FFF2-40B4-BE49-F238E27FC236}">
                <a16:creationId xmlns:a16="http://schemas.microsoft.com/office/drawing/2014/main" id="{10D06EB7-8F2D-DB63-5A9D-D55264E40D3D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06D5AD-64F7-ECA7-FA3F-C3A10EB78A29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/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REDACTED_00960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REDACTED_00961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REDACTED_00962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4D985B-6B43-6FC7-60CA-5DAD4C18CE50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REDACTED_00963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REDACTED_00964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REDACTED_00965</a:t>
            </a: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B4DDDAF1-6378-DEE2-78C3-1C01EEFB9445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C7C8CAC0-C3AC-BCBB-9A6C-7A41F9ECFCA9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8B5DF043-F866-FEE0-CE0C-33CC1379A618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388A1608-A042-1A85-4BE1-260DD011718B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4EEB9C05-B243-5719-69E1-8D89071DBF7A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96C66B2-4019-67E1-A157-E1CE4921E081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65" name="PersonIcon">
              <a:extLst>
                <a:ext uri="{FF2B5EF4-FFF2-40B4-BE49-F238E27FC236}">
                  <a16:creationId xmlns:a16="http://schemas.microsoft.com/office/drawing/2014/main" id="{AE91BC5A-4892-BD65-E746-708F28B7EC4B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6" name="Text 107">
              <a:extLst>
                <a:ext uri="{FF2B5EF4-FFF2-40B4-BE49-F238E27FC236}">
                  <a16:creationId xmlns:a16="http://schemas.microsoft.com/office/drawing/2014/main" id="{8633C85B-41DB-A4BA-CC67-490FD5F0C377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67" name="Text 108">
              <a:extLst>
                <a:ext uri="{FF2B5EF4-FFF2-40B4-BE49-F238E27FC236}">
                  <a16:creationId xmlns:a16="http://schemas.microsoft.com/office/drawing/2014/main" id="{AF794811-947E-F689-30A1-5B0842C1EC17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REDACTED_00004</a:t>
              </a:r>
              <a:endParaRPr lang="en-US" sz="80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FF27283-FEEA-8748-8BEC-9B718186A6A7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69" name="GradCapIcon">
              <a:extLst>
                <a:ext uri="{FF2B5EF4-FFF2-40B4-BE49-F238E27FC236}">
                  <a16:creationId xmlns:a16="http://schemas.microsoft.com/office/drawing/2014/main" id="{5006631A-511B-FE6B-2FA2-2C94ED92E90E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 111">
              <a:extLst>
                <a:ext uri="{FF2B5EF4-FFF2-40B4-BE49-F238E27FC236}">
                  <a16:creationId xmlns:a16="http://schemas.microsoft.com/office/drawing/2014/main" id="{20F3E65B-D60C-DF2B-C515-335A3C0C26EA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75" name="Text 112">
              <a:extLst>
                <a:ext uri="{FF2B5EF4-FFF2-40B4-BE49-F238E27FC236}">
                  <a16:creationId xmlns:a16="http://schemas.microsoft.com/office/drawing/2014/main" id="{0CB65036-72CA-9F75-0482-0642FC51349E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REDACTED_00674</a:t>
              </a:r>
              <a:endParaRPr lang="en-US" sz="80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C29A461-D13D-36B0-4C05-30692439FBA7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77" name="BuildingIcon">
              <a:extLst>
                <a:ext uri="{FF2B5EF4-FFF2-40B4-BE49-F238E27FC236}">
                  <a16:creationId xmlns:a16="http://schemas.microsoft.com/office/drawing/2014/main" id="{8BFC13FE-A412-9F1D-2EEA-9EB9C400AEE6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8" name="Text 109">
              <a:extLst>
                <a:ext uri="{FF2B5EF4-FFF2-40B4-BE49-F238E27FC236}">
                  <a16:creationId xmlns:a16="http://schemas.microsoft.com/office/drawing/2014/main" id="{CA299292-4071-533A-7DBB-AE299C32C4B3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79" name="Text 110">
              <a:extLst>
                <a:ext uri="{FF2B5EF4-FFF2-40B4-BE49-F238E27FC236}">
                  <a16:creationId xmlns:a16="http://schemas.microsoft.com/office/drawing/2014/main" id="{88E889F8-4D4F-A48A-8A8F-82A82FBFA732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REDACTED_00006</a:t>
              </a:r>
              <a:endParaRPr lang="en-US" sz="80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1815927-B035-39AA-88F8-1F13EB2BE423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F67507C9-8140-0DB8-BBFC-DC051BDBA536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83" name="Text 109">
                <a:extLst>
                  <a:ext uri="{FF2B5EF4-FFF2-40B4-BE49-F238E27FC236}">
                    <a16:creationId xmlns:a16="http://schemas.microsoft.com/office/drawing/2014/main" id="{259FDCC0-274D-9068-02D2-7F9B5BBD0380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84" name="Text 110">
                <a:extLst>
                  <a:ext uri="{FF2B5EF4-FFF2-40B4-BE49-F238E27FC236}">
                    <a16:creationId xmlns:a16="http://schemas.microsoft.com/office/drawing/2014/main" id="{97E2ACEB-AACF-A4B5-259C-C75F180B1D9D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REDACTED_00966</a:t>
                </a:r>
                <a:endParaRPr lang="en-US" sz="800"/>
              </a:p>
            </p:txBody>
          </p:sp>
        </p:grpSp>
        <p:pic>
          <p:nvPicPr>
            <p:cNvPr id="82" name="Graphic 81" descr="Management with solid fill">
              <a:extLst>
                <a:ext uri="{FF2B5EF4-FFF2-40B4-BE49-F238E27FC236}">
                  <a16:creationId xmlns:a16="http://schemas.microsoft.com/office/drawing/2014/main" id="{C5BD26E4-0D59-22E4-7CA7-2D79898B8D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E6FB20C-E9FF-98E0-0728-4A6081581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745915" y="1558326"/>
            <a:ext cx="8122067" cy="4591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3D6E2D-EE6F-0B57-5F8C-9BCAD36464B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  <p:sp>
        <p:nvSpPr>
          <p:cNvPr id="155" name="Text 11">
            <a:extLst>
              <a:ext uri="{FF2B5EF4-FFF2-40B4-BE49-F238E27FC236}">
                <a16:creationId xmlns:a16="http://schemas.microsoft.com/office/drawing/2014/main" id="{7C412462-A9F1-6FF3-611B-0BD10B2EC6E8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REDACTED_00967</a:t>
            </a:r>
          </a:p>
          <a:p>
            <a:r>
              <a:rPr lang="en-US" sz="650">
                <a:solidFill>
                  <a:srgbClr val="444444"/>
                </a:solidFill>
              </a:rPr>
              <a:t>REDACTED_00968</a:t>
            </a:r>
          </a:p>
        </p:txBody>
      </p:sp>
      <p:sp>
        <p:nvSpPr>
          <p:cNvPr id="157" name="Text 12">
            <a:extLst>
              <a:ext uri="{FF2B5EF4-FFF2-40B4-BE49-F238E27FC236}">
                <a16:creationId xmlns:a16="http://schemas.microsoft.com/office/drawing/2014/main" id="{21B2F0C9-4962-0E9F-4F64-9FCF2D103A1A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160" name="Text 15">
            <a:extLst>
              <a:ext uri="{FF2B5EF4-FFF2-40B4-BE49-F238E27FC236}">
                <a16:creationId xmlns:a16="http://schemas.microsoft.com/office/drawing/2014/main" id="{3ED7D5B2-023A-B79E-A92D-7870E64946AB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REDACTED_00969</a:t>
            </a:r>
          </a:p>
        </p:txBody>
      </p:sp>
      <p:sp>
        <p:nvSpPr>
          <p:cNvPr id="164" name="Text 19">
            <a:extLst>
              <a:ext uri="{FF2B5EF4-FFF2-40B4-BE49-F238E27FC236}">
                <a16:creationId xmlns:a16="http://schemas.microsoft.com/office/drawing/2014/main" id="{9A4C0F92-C870-C3C3-222F-7864513328B9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REDACTED_00970</a:t>
            </a:r>
          </a:p>
        </p:txBody>
      </p:sp>
      <p:sp>
        <p:nvSpPr>
          <p:cNvPr id="167" name="Text 23">
            <a:extLst>
              <a:ext uri="{FF2B5EF4-FFF2-40B4-BE49-F238E27FC236}">
                <a16:creationId xmlns:a16="http://schemas.microsoft.com/office/drawing/2014/main" id="{C220F420-1D1D-811B-534E-D874C3D31F45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REDACTED_00971</a:t>
            </a:r>
          </a:p>
        </p:txBody>
      </p:sp>
      <p:sp>
        <p:nvSpPr>
          <p:cNvPr id="171" name="Text 28">
            <a:extLst>
              <a:ext uri="{FF2B5EF4-FFF2-40B4-BE49-F238E27FC236}">
                <a16:creationId xmlns:a16="http://schemas.microsoft.com/office/drawing/2014/main" id="{0F59394E-4403-C8BC-BE9A-EEEF38B40885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REDACTED_00970</a:t>
            </a:r>
          </a:p>
        </p:txBody>
      </p:sp>
      <p:sp>
        <p:nvSpPr>
          <p:cNvPr id="174" name="Text 32">
            <a:extLst>
              <a:ext uri="{FF2B5EF4-FFF2-40B4-BE49-F238E27FC236}">
                <a16:creationId xmlns:a16="http://schemas.microsoft.com/office/drawing/2014/main" id="{76BA237D-725B-266A-3C34-D75EADC2D49E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REDACTED_00972</a:t>
            </a:r>
          </a:p>
          <a:p>
            <a:r>
              <a:rPr lang="en-US" sz="650">
                <a:solidFill>
                  <a:srgbClr val="444444"/>
                </a:solidFill>
              </a:rPr>
              <a:t>REDACTED_00973</a:t>
            </a:r>
          </a:p>
        </p:txBody>
      </p:sp>
      <p:sp>
        <p:nvSpPr>
          <p:cNvPr id="177" name="Shape 188">
            <a:extLst>
              <a:ext uri="{FF2B5EF4-FFF2-40B4-BE49-F238E27FC236}">
                <a16:creationId xmlns:a16="http://schemas.microsoft.com/office/drawing/2014/main" id="{97C32604-07FC-7A27-EFAF-DB63FCEF2FB2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1" name="Shape 189">
            <a:extLst>
              <a:ext uri="{FF2B5EF4-FFF2-40B4-BE49-F238E27FC236}">
                <a16:creationId xmlns:a16="http://schemas.microsoft.com/office/drawing/2014/main" id="{80E5EC69-FCE8-9A87-E9CC-7A549AC7448C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1620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4" name="Shape 190">
            <a:extLst>
              <a:ext uri="{FF2B5EF4-FFF2-40B4-BE49-F238E27FC236}">
                <a16:creationId xmlns:a16="http://schemas.microsoft.com/office/drawing/2014/main" id="{299D220C-0211-C846-AF73-2BF639E7FA92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485BAE"/>
          </a:solidFill>
          <a:ln w="9525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186" name="Shape 193">
            <a:extLst>
              <a:ext uri="{FF2B5EF4-FFF2-40B4-BE49-F238E27FC236}">
                <a16:creationId xmlns:a16="http://schemas.microsoft.com/office/drawing/2014/main" id="{CF8FA616-CB45-B920-6240-B90A53C81466}"/>
              </a:ext>
            </a:extLst>
          </p:cNvPr>
          <p:cNvSpPr>
            <a:spLocks/>
          </p:cNvSpPr>
          <p:nvPr/>
        </p:nvSpPr>
        <p:spPr>
          <a:xfrm>
            <a:off x="10022549" y="3399765"/>
            <a:ext cx="324000" cy="324000"/>
          </a:xfrm>
          <a:prstGeom prst="ellipse">
            <a:avLst/>
          </a:prstGeom>
          <a:solidFill>
            <a:srgbClr val="485BAE"/>
          </a:solidFill>
          <a:ln w="9525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188" name="Shape 206">
            <a:extLst>
              <a:ext uri="{FF2B5EF4-FFF2-40B4-BE49-F238E27FC236}">
                <a16:creationId xmlns:a16="http://schemas.microsoft.com/office/drawing/2014/main" id="{C473B326-7ABF-A7CE-2E56-7F627755207E}"/>
              </a:ext>
            </a:extLst>
          </p:cNvPr>
          <p:cNvSpPr>
            <a:spLocks/>
          </p:cNvSpPr>
          <p:nvPr/>
        </p:nvSpPr>
        <p:spPr>
          <a:xfrm>
            <a:off x="9986549" y="3915253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190" name="Shape 210">
            <a:extLst>
              <a:ext uri="{FF2B5EF4-FFF2-40B4-BE49-F238E27FC236}">
                <a16:creationId xmlns:a16="http://schemas.microsoft.com/office/drawing/2014/main" id="{BB352669-D1D7-D8AB-A9AB-1B116C388125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2" name="Text 191">
            <a:extLst>
              <a:ext uri="{FF2B5EF4-FFF2-40B4-BE49-F238E27FC236}">
                <a16:creationId xmlns:a16="http://schemas.microsoft.com/office/drawing/2014/main" id="{A02669B5-3A82-2300-84B4-229F701C37EF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1"/>
                </a:solidFill>
              </a:rPr>
              <a:t>REDACTED_00051</a:t>
            </a:r>
          </a:p>
        </p:txBody>
      </p:sp>
      <p:sp>
        <p:nvSpPr>
          <p:cNvPr id="194" name="Text 194">
            <a:extLst>
              <a:ext uri="{FF2B5EF4-FFF2-40B4-BE49-F238E27FC236}">
                <a16:creationId xmlns:a16="http://schemas.microsoft.com/office/drawing/2014/main" id="{0E72587B-DDD3-E74B-641C-BF2281ED2782}"/>
              </a:ext>
            </a:extLst>
          </p:cNvPr>
          <p:cNvSpPr>
            <a:spLocks/>
          </p:cNvSpPr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1"/>
                </a:solidFill>
              </a:rPr>
              <a:t>REDACTED_00052</a:t>
            </a:r>
          </a:p>
        </p:txBody>
      </p:sp>
      <p:sp>
        <p:nvSpPr>
          <p:cNvPr id="198" name="Shape 202">
            <a:extLst>
              <a:ext uri="{FF2B5EF4-FFF2-40B4-BE49-F238E27FC236}">
                <a16:creationId xmlns:a16="http://schemas.microsoft.com/office/drawing/2014/main" id="{C8CB601E-FE8A-20FE-1DFB-D62491DB7906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2" name="Text 207">
            <a:extLst>
              <a:ext uri="{FF2B5EF4-FFF2-40B4-BE49-F238E27FC236}">
                <a16:creationId xmlns:a16="http://schemas.microsoft.com/office/drawing/2014/main" id="{4EF92A24-CDDC-A9CA-D37B-AABE57D742BE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/>
              <a:t>REDACTED_00055</a:t>
            </a:r>
          </a:p>
        </p:txBody>
      </p:sp>
      <p:sp>
        <p:nvSpPr>
          <p:cNvPr id="206" name="Text 211">
            <a:extLst>
              <a:ext uri="{FF2B5EF4-FFF2-40B4-BE49-F238E27FC236}">
                <a16:creationId xmlns:a16="http://schemas.microsoft.com/office/drawing/2014/main" id="{84F4DBD9-ABC3-331E-12C8-90E1D9BAF9FA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/>
              <a:t>REDACTED_00057</a:t>
            </a:r>
          </a:p>
        </p:txBody>
      </p:sp>
      <p:sp>
        <p:nvSpPr>
          <p:cNvPr id="210" name="Text 203">
            <a:extLst>
              <a:ext uri="{FF2B5EF4-FFF2-40B4-BE49-F238E27FC236}">
                <a16:creationId xmlns:a16="http://schemas.microsoft.com/office/drawing/2014/main" id="{D65B64AA-6B06-017D-2C5C-AA35520997E5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214" name="Shape 202">
            <a:extLst>
              <a:ext uri="{FF2B5EF4-FFF2-40B4-BE49-F238E27FC236}">
                <a16:creationId xmlns:a16="http://schemas.microsoft.com/office/drawing/2014/main" id="{ED2A91ED-B123-5CEC-E148-347FD62FF204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8" name="Text 207">
            <a:extLst>
              <a:ext uri="{FF2B5EF4-FFF2-40B4-BE49-F238E27FC236}">
                <a16:creationId xmlns:a16="http://schemas.microsoft.com/office/drawing/2014/main" id="{3CD45741-BF3D-7D7B-CB6F-748511EDCD63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/>
              <a:t>REDACTED_00054</a:t>
            </a:r>
          </a:p>
        </p:txBody>
      </p:sp>
      <p:sp>
        <p:nvSpPr>
          <p:cNvPr id="222" name="Text 199">
            <a:extLst>
              <a:ext uri="{FF2B5EF4-FFF2-40B4-BE49-F238E27FC236}">
                <a16:creationId xmlns:a16="http://schemas.microsoft.com/office/drawing/2014/main" id="{7EE9C200-5B3D-58AE-C466-DF3120630432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1"/>
                </a:solidFill>
              </a:rPr>
              <a:t>REDACTED_00053</a:t>
            </a:r>
          </a:p>
        </p:txBody>
      </p:sp>
      <p:sp>
        <p:nvSpPr>
          <p:cNvPr id="242" name="Text 12">
            <a:extLst>
              <a:ext uri="{FF2B5EF4-FFF2-40B4-BE49-F238E27FC236}">
                <a16:creationId xmlns:a16="http://schemas.microsoft.com/office/drawing/2014/main" id="{57005B17-2637-8CFF-5249-F2270FB378F4}"/>
              </a:ext>
            </a:extLst>
          </p:cNvPr>
          <p:cNvSpPr/>
          <p:nvPr/>
        </p:nvSpPr>
        <p:spPr>
          <a:xfrm>
            <a:off x="13630447" y="98981"/>
            <a:ext cx="1601159" cy="132297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AAD65F-2B9D-8DC7-8891-091E8B146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89">
            <a:extLst>
              <a:ext uri="{FF2B5EF4-FFF2-40B4-BE49-F238E27FC236}">
                <a16:creationId xmlns:a16="http://schemas.microsoft.com/office/drawing/2014/main" id="{4AACF59C-4BDF-C7F4-BADC-A439B2AA3F9C}"/>
              </a:ext>
            </a:extLst>
          </p:cNvPr>
          <p:cNvSpPr>
            <a:spLocks/>
          </p:cNvSpPr>
          <p:nvPr/>
        </p:nvSpPr>
        <p:spPr>
          <a:xfrm>
            <a:off x="6840000" y="1472978"/>
            <a:ext cx="2826000" cy="1371600"/>
          </a:xfrm>
          <a:prstGeom prst="rect">
            <a:avLst/>
          </a:prstGeom>
          <a:blipFill>
            <a:blip r:embed="rId3"/>
            <a:srcRect/>
            <a:stretch>
              <a:fillRect t="-25547" b="-25547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3" name="Shape 9">
            <a:extLst>
              <a:ext uri="{FF2B5EF4-FFF2-40B4-BE49-F238E27FC236}">
                <a16:creationId xmlns:a16="http://schemas.microsoft.com/office/drawing/2014/main" id="{B6991E33-BBD8-AE23-0716-7EF2C22CE9B8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0" name="Shape 46">
            <a:extLst>
              <a:ext uri="{FF2B5EF4-FFF2-40B4-BE49-F238E27FC236}">
                <a16:creationId xmlns:a16="http://schemas.microsoft.com/office/drawing/2014/main" id="{6B5E334D-5231-D93A-AAF8-480553C0136C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6" name="Shape 46">
            <a:extLst>
              <a:ext uri="{FF2B5EF4-FFF2-40B4-BE49-F238E27FC236}">
                <a16:creationId xmlns:a16="http://schemas.microsoft.com/office/drawing/2014/main" id="{F378E3B1-F276-CDB6-356A-9B98898F0600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2F12FE8-6A61-6880-6AEC-F24DC7C32C8F}"/>
              </a:ext>
            </a:extLst>
          </p:cNvPr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0" name="Shape 105">
            <a:extLst>
              <a:ext uri="{FF2B5EF4-FFF2-40B4-BE49-F238E27FC236}">
                <a16:creationId xmlns:a16="http://schemas.microsoft.com/office/drawing/2014/main" id="{0EF6510D-FDBE-26A8-1EC7-301F3582B6E3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3" name="Shape 13">
            <a:extLst>
              <a:ext uri="{FF2B5EF4-FFF2-40B4-BE49-F238E27FC236}">
                <a16:creationId xmlns:a16="http://schemas.microsoft.com/office/drawing/2014/main" id="{014B7A13-0EA4-1BA4-657E-EBA2953AE472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3" name="Shape 13">
            <a:extLst>
              <a:ext uri="{FF2B5EF4-FFF2-40B4-BE49-F238E27FC236}">
                <a16:creationId xmlns:a16="http://schemas.microsoft.com/office/drawing/2014/main" id="{20255562-D49B-8DB5-A924-992CFAF11E22}"/>
              </a:ext>
            </a:extLst>
          </p:cNvPr>
          <p:cNvSpPr/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7" name="Shape 229">
            <a:extLst>
              <a:ext uri="{FF2B5EF4-FFF2-40B4-BE49-F238E27FC236}">
                <a16:creationId xmlns:a16="http://schemas.microsoft.com/office/drawing/2014/main" id="{EE544CB7-E03A-9D5B-A5EB-FBD6997475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1" name="Shape 229">
            <a:extLst>
              <a:ext uri="{FF2B5EF4-FFF2-40B4-BE49-F238E27FC236}">
                <a16:creationId xmlns:a16="http://schemas.microsoft.com/office/drawing/2014/main" id="{8F649E4D-1DD5-939F-8A7D-DC72CF71203D}"/>
              </a:ext>
            </a:extLst>
          </p:cNvPr>
          <p:cNvSpPr/>
          <p:nvPr/>
        </p:nvSpPr>
        <p:spPr>
          <a:xfrm>
            <a:off x="7149636" y="8115200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2" name="Shape 46">
            <a:extLst>
              <a:ext uri="{FF2B5EF4-FFF2-40B4-BE49-F238E27FC236}">
                <a16:creationId xmlns:a16="http://schemas.microsoft.com/office/drawing/2014/main" id="{F4FE5CD8-BB59-3C94-9DAF-E0C88F279036}"/>
              </a:ext>
            </a:extLst>
          </p:cNvPr>
          <p:cNvSpPr/>
          <p:nvPr/>
        </p:nvSpPr>
        <p:spPr>
          <a:xfrm>
            <a:off x="4124703" y="8115200"/>
            <a:ext cx="2973147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ADFF7D6-327B-FCA1-768B-BFA90ADEA286}"/>
              </a:ext>
            </a:extLst>
          </p:cNvPr>
          <p:cNvSpPr txBox="1"/>
          <p:nvPr/>
        </p:nvSpPr>
        <p:spPr>
          <a:xfrm>
            <a:off x="7249636" y="8215200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7232170-3907-AFB5-E36E-073AF44BC488}"/>
              </a:ext>
            </a:extLst>
          </p:cNvPr>
          <p:cNvSpPr txBox="1"/>
          <p:nvPr/>
        </p:nvSpPr>
        <p:spPr>
          <a:xfrm>
            <a:off x="4224703" y="8215200"/>
            <a:ext cx="2768081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REDACTED_00974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REDACTED_00975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REDACTED_00976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702C49D-B9FB-1643-F8E9-01E96FC887DF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1" name="Text 2">
            <a:extLst>
              <a:ext uri="{FF2B5EF4-FFF2-40B4-BE49-F238E27FC236}">
                <a16:creationId xmlns:a16="http://schemas.microsoft.com/office/drawing/2014/main" id="{0862EEB6-626B-80E3-FEBE-4CF68EDFAAE0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REDACTED_00977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212246C-153E-59B0-DADC-6046247A554E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FCBD19C-6AE3-0DFC-6AB7-AAD868C3792D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>
                  <a:solidFill>
                    <a:schemeClr val="accent1"/>
                  </a:solidFill>
                </a:rPr>
                <a:t>REDACTED_00978</a:t>
              </a:r>
            </a:p>
          </p:txBody>
        </p:sp>
        <p:sp>
          <p:nvSpPr>
            <p:cNvPr id="84" name="Text 4">
              <a:extLst>
                <a:ext uri="{FF2B5EF4-FFF2-40B4-BE49-F238E27FC236}">
                  <a16:creationId xmlns:a16="http://schemas.microsoft.com/office/drawing/2014/main" id="{39005912-43E9-B0A2-3A13-4565A68BF082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REDACTED_00979</a:t>
              </a:r>
            </a:p>
          </p:txBody>
        </p:sp>
      </p:grpSp>
      <p:sp>
        <p:nvSpPr>
          <p:cNvPr id="90" name="Shape 7">
            <a:extLst>
              <a:ext uri="{FF2B5EF4-FFF2-40B4-BE49-F238E27FC236}">
                <a16:creationId xmlns:a16="http://schemas.microsoft.com/office/drawing/2014/main" id="{900B5167-AE14-9E39-E5EF-E3526FA67E32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5" name="Shape 10">
            <a:extLst>
              <a:ext uri="{FF2B5EF4-FFF2-40B4-BE49-F238E27FC236}">
                <a16:creationId xmlns:a16="http://schemas.microsoft.com/office/drawing/2014/main" id="{9365A552-3BB4-EAD3-0F2E-C49B4F491F2D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7" name="Text 11">
            <a:extLst>
              <a:ext uri="{FF2B5EF4-FFF2-40B4-BE49-F238E27FC236}">
                <a16:creationId xmlns:a16="http://schemas.microsoft.com/office/drawing/2014/main" id="{6D0D22C1-91B6-3992-4154-4269CB74AF8B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11" name="Text 12">
            <a:extLst>
              <a:ext uri="{FF2B5EF4-FFF2-40B4-BE49-F238E27FC236}">
                <a16:creationId xmlns:a16="http://schemas.microsoft.com/office/drawing/2014/main" id="{129D068E-71E5-B797-BFB5-701A39A4E232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REDACTED_00980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REDACTED_00981</a:t>
            </a:r>
            <a:endParaRPr lang="en-US" sz="800"/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30F8B21-1FEF-75CF-39A5-C68B3B08D0EF}"/>
              </a:ext>
            </a:extLst>
          </p:cNvPr>
          <p:cNvGrpSpPr/>
          <p:nvPr/>
        </p:nvGrpSpPr>
        <p:grpSpPr>
          <a:xfrm>
            <a:off x="9770789" y="1533598"/>
            <a:ext cx="2333207" cy="635929"/>
            <a:chOff x="9693896" y="1603989"/>
            <a:chExt cx="2333207" cy="635929"/>
          </a:xfrm>
        </p:grpSpPr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6794C0B0-50A3-CE50-91CA-506CC788F94C}"/>
                </a:ext>
              </a:extLst>
            </p:cNvPr>
            <p:cNvGrpSpPr/>
            <p:nvPr/>
          </p:nvGrpSpPr>
          <p:grpSpPr>
            <a:xfrm>
              <a:off x="9693896" y="1603989"/>
              <a:ext cx="2333207" cy="635929"/>
              <a:chOff x="10112273" y="2891965"/>
              <a:chExt cx="1920240" cy="580548"/>
            </a:xfrm>
          </p:grpSpPr>
          <p:sp>
            <p:nvSpPr>
              <p:cNvPr id="245" name="Shape 243">
                <a:extLst>
                  <a:ext uri="{FF2B5EF4-FFF2-40B4-BE49-F238E27FC236}">
                    <a16:creationId xmlns:a16="http://schemas.microsoft.com/office/drawing/2014/main" id="{7A01C348-833E-A201-F8E9-21714E4872B6}"/>
                  </a:ext>
                </a:extLst>
              </p:cNvPr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3" name="Text 241a">
                <a:extLst>
                  <a:ext uri="{FF2B5EF4-FFF2-40B4-BE49-F238E27FC236}">
                    <a16:creationId xmlns:a16="http://schemas.microsoft.com/office/drawing/2014/main" id="{635FB557-D24E-047A-F8E2-C37A0156EBDB}"/>
                  </a:ext>
                </a:extLst>
              </p:cNvPr>
              <p:cNvSpPr/>
              <p:nvPr/>
            </p:nvSpPr>
            <p:spPr>
              <a:xfrm>
                <a:off x="10870434" y="2891965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REDACTED_00982</a:t>
                </a:r>
              </a:p>
            </p:txBody>
          </p:sp>
          <p:sp>
            <p:nvSpPr>
              <p:cNvPr id="247" name="Text 245a">
                <a:extLst>
                  <a:ext uri="{FF2B5EF4-FFF2-40B4-BE49-F238E27FC236}">
                    <a16:creationId xmlns:a16="http://schemas.microsoft.com/office/drawing/2014/main" id="{700DE6DF-8727-319F-E3FC-7B2CD44A3B3D}"/>
                  </a:ext>
                </a:extLst>
              </p:cNvPr>
              <p:cNvSpPr/>
              <p:nvPr/>
            </p:nvSpPr>
            <p:spPr>
              <a:xfrm>
                <a:off x="10870434" y="3026714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REDACTED_00983</a:t>
                </a:r>
              </a:p>
            </p:txBody>
          </p:sp>
          <p:sp>
            <p:nvSpPr>
              <p:cNvPr id="46" name="Shape 245a">
                <a:extLst>
                  <a:ext uri="{FF2B5EF4-FFF2-40B4-BE49-F238E27FC236}">
                    <a16:creationId xmlns:a16="http://schemas.microsoft.com/office/drawing/2014/main" id="{287DA756-164C-12B3-2269-906536D29039}"/>
                  </a:ext>
                </a:extLst>
              </p:cNvPr>
              <p:cNvSpPr/>
              <p:nvPr/>
            </p:nvSpPr>
            <p:spPr>
              <a:xfrm>
                <a:off x="10992878" y="3237891"/>
                <a:ext cx="675522" cy="64008"/>
              </a:xfrm>
              <a:prstGeom prst="rect">
                <a:avLst/>
              </a:prstGeom>
              <a:solidFill>
                <a:srgbClr val="E0E0E0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9" name="Text 247a">
                <a:extLst>
                  <a:ext uri="{FF2B5EF4-FFF2-40B4-BE49-F238E27FC236}">
                    <a16:creationId xmlns:a16="http://schemas.microsoft.com/office/drawing/2014/main" id="{0B839554-D9C5-ABCD-C927-3F3AFF644A9F}"/>
                  </a:ext>
                </a:extLst>
              </p:cNvPr>
              <p:cNvSpPr/>
              <p:nvPr/>
            </p:nvSpPr>
            <p:spPr>
              <a:xfrm>
                <a:off x="11700022" y="3289633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003C23"/>
                    </a:solidFill>
                    <a:latin typeface="Calibri"/>
                  </a:rPr>
                  <a:t>REDACTED_00469</a:t>
                </a:r>
              </a:p>
            </p:txBody>
          </p:sp>
        </p:grpSp>
        <p:sp>
          <p:nvSpPr>
            <p:cNvPr id="97" name="Shape 246a">
              <a:extLst>
                <a:ext uri="{FF2B5EF4-FFF2-40B4-BE49-F238E27FC236}">
                  <a16:creationId xmlns:a16="http://schemas.microsoft.com/office/drawing/2014/main" id="{4B5275C6-9131-ED95-A757-984852B77D30}"/>
                </a:ext>
              </a:extLst>
            </p:cNvPr>
            <p:cNvSpPr/>
            <p:nvPr/>
          </p:nvSpPr>
          <p:spPr>
            <a:xfrm>
              <a:off x="9782546" y="1979844"/>
              <a:ext cx="979200" cy="73186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43" name="Text 6">
            <a:extLst>
              <a:ext uri="{FF2B5EF4-FFF2-40B4-BE49-F238E27FC236}">
                <a16:creationId xmlns:a16="http://schemas.microsoft.com/office/drawing/2014/main" id="{B9C58D51-40EF-9E3F-0794-BEF0DE91E41E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49" name="Shape 130">
            <a:extLst>
              <a:ext uri="{FF2B5EF4-FFF2-40B4-BE49-F238E27FC236}">
                <a16:creationId xmlns:a16="http://schemas.microsoft.com/office/drawing/2014/main" id="{28B757D7-9959-68DB-7D5E-D98434F10FBC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4370C77-0493-1B18-7119-157EA9BF5DF0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3" name="Picture 152" descr="A black and blue logo  AI-generated content may be incorrect.">
            <a:extLst>
              <a:ext uri="{FF2B5EF4-FFF2-40B4-BE49-F238E27FC236}">
                <a16:creationId xmlns:a16="http://schemas.microsoft.com/office/drawing/2014/main" id="{63983B6F-3818-2D7B-CDB2-3DABE7479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58" name="Text 211a">
            <a:extLst>
              <a:ext uri="{FF2B5EF4-FFF2-40B4-BE49-F238E27FC236}">
                <a16:creationId xmlns:a16="http://schemas.microsoft.com/office/drawing/2014/main" id="{BEBFA815-4E30-4434-EB57-218B551AB0F5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60" name="Text 213a">
            <a:extLst>
              <a:ext uri="{FF2B5EF4-FFF2-40B4-BE49-F238E27FC236}">
                <a16:creationId xmlns:a16="http://schemas.microsoft.com/office/drawing/2014/main" id="{3A27C6A4-65DE-450F-17D7-B90399D25EA1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2" name="Text 218a">
            <a:extLst>
              <a:ext uri="{FF2B5EF4-FFF2-40B4-BE49-F238E27FC236}">
                <a16:creationId xmlns:a16="http://schemas.microsoft.com/office/drawing/2014/main" id="{FFE6E778-8EDA-C40B-7BCD-CD75C68379F2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6" name="Shape 229">
            <a:extLst>
              <a:ext uri="{FF2B5EF4-FFF2-40B4-BE49-F238E27FC236}">
                <a16:creationId xmlns:a16="http://schemas.microsoft.com/office/drawing/2014/main" id="{0E6A57E7-EDC7-B772-2359-CFAFEF0D26A1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REDACTED_00984</a:t>
            </a:r>
          </a:p>
        </p:txBody>
      </p:sp>
      <p:sp>
        <p:nvSpPr>
          <p:cNvPr id="173" name="Shape 10">
            <a:extLst>
              <a:ext uri="{FF2B5EF4-FFF2-40B4-BE49-F238E27FC236}">
                <a16:creationId xmlns:a16="http://schemas.microsoft.com/office/drawing/2014/main" id="{D530445E-84A0-B83C-2522-02C9EA6008AF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5" name="Shape 32">
            <a:extLst>
              <a:ext uri="{FF2B5EF4-FFF2-40B4-BE49-F238E27FC236}">
                <a16:creationId xmlns:a16="http://schemas.microsoft.com/office/drawing/2014/main" id="{49118BCB-51CE-F4D4-3C40-D5879BAB25E6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7" name="Shape 32">
            <a:extLst>
              <a:ext uri="{FF2B5EF4-FFF2-40B4-BE49-F238E27FC236}">
                <a16:creationId xmlns:a16="http://schemas.microsoft.com/office/drawing/2014/main" id="{A96429B3-9049-7100-5F09-5F75872F1412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9" name="Text 31">
            <a:extLst>
              <a:ext uri="{FF2B5EF4-FFF2-40B4-BE49-F238E27FC236}">
                <a16:creationId xmlns:a16="http://schemas.microsoft.com/office/drawing/2014/main" id="{4F08466B-E0A0-F33F-DE95-A23195FFDD81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91" name="Shape 32">
            <a:extLst>
              <a:ext uri="{FF2B5EF4-FFF2-40B4-BE49-F238E27FC236}">
                <a16:creationId xmlns:a16="http://schemas.microsoft.com/office/drawing/2014/main" id="{8084B271-696C-5A3B-1CCE-0C8AC13ACDEB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3" name="Text 33">
            <a:extLst>
              <a:ext uri="{FF2B5EF4-FFF2-40B4-BE49-F238E27FC236}">
                <a16:creationId xmlns:a16="http://schemas.microsoft.com/office/drawing/2014/main" id="{7065952C-89B6-18FB-2049-FA6CE2A00CDC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REDACTED_00985</a:t>
            </a:r>
          </a:p>
        </p:txBody>
      </p:sp>
      <p:sp>
        <p:nvSpPr>
          <p:cNvPr id="195" name="Text 33">
            <a:extLst>
              <a:ext uri="{FF2B5EF4-FFF2-40B4-BE49-F238E27FC236}">
                <a16:creationId xmlns:a16="http://schemas.microsoft.com/office/drawing/2014/main" id="{BAC9EFC3-1420-CBC2-DD0C-0D3D8B8C375A}"/>
              </a:ext>
            </a:extLst>
          </p:cNvPr>
          <p:cNvSpPr/>
          <p:nvPr/>
        </p:nvSpPr>
        <p:spPr>
          <a:xfrm>
            <a:off x="180001" y="2515479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REDACTED_00986</a:t>
            </a:r>
            <a:r>
              <a:rPr lang="en-US" sz="800" err="1">
                <a:solidFill>
                  <a:srgbClr val="444444"/>
                </a:solidFill>
              </a:rPr>
              <a:t>REDACTED_00421</a:t>
            </a:r>
            <a:r>
              <a:rPr lang="en-US" sz="800">
                <a:solidFill>
                  <a:srgbClr val="444444"/>
                </a:solidFill>
              </a:rPr>
              <a:t>REDACTED_00318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REDACTED_00987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REDACTED_00988</a:t>
            </a:r>
            <a:endParaRPr lang="en-US" sz="800"/>
          </a:p>
        </p:txBody>
      </p:sp>
      <p:sp>
        <p:nvSpPr>
          <p:cNvPr id="197" name="Text 31">
            <a:extLst>
              <a:ext uri="{FF2B5EF4-FFF2-40B4-BE49-F238E27FC236}">
                <a16:creationId xmlns:a16="http://schemas.microsoft.com/office/drawing/2014/main" id="{67E28975-F0CB-DF76-0CD5-1740905EFC8D}"/>
              </a:ext>
            </a:extLst>
          </p:cNvPr>
          <p:cNvSpPr/>
          <p:nvPr/>
        </p:nvSpPr>
        <p:spPr>
          <a:xfrm>
            <a:off x="180000" y="2348226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199" name="Shape 32">
            <a:extLst>
              <a:ext uri="{FF2B5EF4-FFF2-40B4-BE49-F238E27FC236}">
                <a16:creationId xmlns:a16="http://schemas.microsoft.com/office/drawing/2014/main" id="{6F273D64-A2E6-7C82-0D24-D5A8E6176699}"/>
              </a:ext>
            </a:extLst>
          </p:cNvPr>
          <p:cNvSpPr/>
          <p:nvPr/>
        </p:nvSpPr>
        <p:spPr>
          <a:xfrm>
            <a:off x="144000" y="2467098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1" name="Shape 10">
            <a:extLst>
              <a:ext uri="{FF2B5EF4-FFF2-40B4-BE49-F238E27FC236}">
                <a16:creationId xmlns:a16="http://schemas.microsoft.com/office/drawing/2014/main" id="{02C468C0-4129-EC37-0ABD-836771B22FB4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5" name="Shape 16">
            <a:extLst>
              <a:ext uri="{FF2B5EF4-FFF2-40B4-BE49-F238E27FC236}">
                <a16:creationId xmlns:a16="http://schemas.microsoft.com/office/drawing/2014/main" id="{24753B43-50C9-F54F-0FB5-1BF258DE21ED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REDACTED_00989</a:t>
            </a:r>
          </a:p>
        </p:txBody>
      </p:sp>
      <p:sp>
        <p:nvSpPr>
          <p:cNvPr id="207" name="Shape 16">
            <a:extLst>
              <a:ext uri="{FF2B5EF4-FFF2-40B4-BE49-F238E27FC236}">
                <a16:creationId xmlns:a16="http://schemas.microsoft.com/office/drawing/2014/main" id="{2BBC53CB-046E-125F-0504-944F64E61849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REDACTED_00990</a:t>
            </a:r>
          </a:p>
        </p:txBody>
      </p:sp>
      <p:sp>
        <p:nvSpPr>
          <p:cNvPr id="209" name="Shape 16">
            <a:extLst>
              <a:ext uri="{FF2B5EF4-FFF2-40B4-BE49-F238E27FC236}">
                <a16:creationId xmlns:a16="http://schemas.microsoft.com/office/drawing/2014/main" id="{B3EDA820-EC3F-F2BA-7F46-7FE6E39A37FB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REDACTED_00799</a:t>
            </a:r>
          </a:p>
        </p:txBody>
      </p:sp>
      <p:sp>
        <p:nvSpPr>
          <p:cNvPr id="211" name="Shape 16">
            <a:extLst>
              <a:ext uri="{FF2B5EF4-FFF2-40B4-BE49-F238E27FC236}">
                <a16:creationId xmlns:a16="http://schemas.microsoft.com/office/drawing/2014/main" id="{7EBA4E83-7E52-3AAC-E523-848FACA4BE0A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REDACTED_00991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97A86A65-D96C-AC3A-214C-A5AFAD121A50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29F1DB4B-7CFE-8BB9-66DE-934BEAEF7E82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6DDABFDC-320B-FC27-9C75-D4A9A992F654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EA89D596-F3CB-6903-D6E9-9949A3559DD7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C9759B3B-D757-1B24-4B70-7B4E574FA718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22" name="Shape 37">
              <a:extLst>
                <a:ext uri="{FF2B5EF4-FFF2-40B4-BE49-F238E27FC236}">
                  <a16:creationId xmlns:a16="http://schemas.microsoft.com/office/drawing/2014/main" id="{07DADF98-7FB0-4BFE-69AA-E0126E1B5674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3" name="Shape 38">
              <a:extLst>
                <a:ext uri="{FF2B5EF4-FFF2-40B4-BE49-F238E27FC236}">
                  <a16:creationId xmlns:a16="http://schemas.microsoft.com/office/drawing/2014/main" id="{2DA97575-C6AD-73FB-3519-1B218CA9C907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4" name="Text 39">
              <a:extLst>
                <a:ext uri="{FF2B5EF4-FFF2-40B4-BE49-F238E27FC236}">
                  <a16:creationId xmlns:a16="http://schemas.microsoft.com/office/drawing/2014/main" id="{07C513C0-0C57-C01D-8466-FFA6FD7456CD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REDACTED_00992</a:t>
              </a:r>
              <a:r>
                <a:rPr lang="en-US" sz="800" err="1">
                  <a:solidFill>
                    <a:srgbClr val="1A3A36"/>
                  </a:solidFill>
                </a:rPr>
                <a:t>REDACTED_00421</a:t>
              </a:r>
              <a:r>
                <a:rPr lang="en-US" sz="800">
                  <a:solidFill>
                    <a:srgbClr val="1A3A36"/>
                  </a:solidFill>
                </a:rPr>
                <a:t>REDACTED_00993</a:t>
              </a:r>
              <a:endParaRPr lang="en-US" sz="800"/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242BFBDF-1422-BFE8-9333-BEFE7E268E2B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26" name="Shape 37">
              <a:extLst>
                <a:ext uri="{FF2B5EF4-FFF2-40B4-BE49-F238E27FC236}">
                  <a16:creationId xmlns:a16="http://schemas.microsoft.com/office/drawing/2014/main" id="{AFB0951D-656F-30B7-8DE3-519A337BEBD9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7" name="Shape 38">
              <a:extLst>
                <a:ext uri="{FF2B5EF4-FFF2-40B4-BE49-F238E27FC236}">
                  <a16:creationId xmlns:a16="http://schemas.microsoft.com/office/drawing/2014/main" id="{C9316367-9BAA-0B68-952F-203BE8619AC4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8" name="Text 39">
              <a:extLst>
                <a:ext uri="{FF2B5EF4-FFF2-40B4-BE49-F238E27FC236}">
                  <a16:creationId xmlns:a16="http://schemas.microsoft.com/office/drawing/2014/main" id="{986AAEB5-D79F-1F8C-6E8B-3FFD3F7E9A71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REDACTED_00994</a:t>
              </a:r>
              <a:endParaRPr lang="en-US" sz="800"/>
            </a:p>
          </p:txBody>
        </p:sp>
      </p:grpSp>
      <p:sp>
        <p:nvSpPr>
          <p:cNvPr id="233" name="Shape 229">
            <a:extLst>
              <a:ext uri="{FF2B5EF4-FFF2-40B4-BE49-F238E27FC236}">
                <a16:creationId xmlns:a16="http://schemas.microsoft.com/office/drawing/2014/main" id="{23086A5D-8B2D-E04F-DA86-0E8533C22150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235" name="Shape 46">
            <a:extLst>
              <a:ext uri="{FF2B5EF4-FFF2-40B4-BE49-F238E27FC236}">
                <a16:creationId xmlns:a16="http://schemas.microsoft.com/office/drawing/2014/main" id="{48F4E643-C3B1-AF35-F937-DC61B5E32059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F9716468-3D51-F123-0FE8-6D5439DCC8DF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272" name="Text 35">
            <a:extLst>
              <a:ext uri="{FF2B5EF4-FFF2-40B4-BE49-F238E27FC236}">
                <a16:creationId xmlns:a16="http://schemas.microsoft.com/office/drawing/2014/main" id="{D56C52F7-DF25-6E09-C56A-085BE6FAA820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74" name="Shape 36">
            <a:extLst>
              <a:ext uri="{FF2B5EF4-FFF2-40B4-BE49-F238E27FC236}">
                <a16:creationId xmlns:a16="http://schemas.microsoft.com/office/drawing/2014/main" id="{6676A764-5950-1478-26AE-18E1F4F5554C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6" name="Shape 36">
            <a:extLst>
              <a:ext uri="{FF2B5EF4-FFF2-40B4-BE49-F238E27FC236}">
                <a16:creationId xmlns:a16="http://schemas.microsoft.com/office/drawing/2014/main" id="{9FB5C8B8-807E-DA61-A171-4A55B459BC0E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8" name="Text 35">
            <a:extLst>
              <a:ext uri="{FF2B5EF4-FFF2-40B4-BE49-F238E27FC236}">
                <a16:creationId xmlns:a16="http://schemas.microsoft.com/office/drawing/2014/main" id="{623AA7AB-628F-1368-4996-108B44C86347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73000A-DAF5-A481-E980-0F9FBB06A12A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/>
              <a:t>REDACTED_00126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REDACTED_00995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REDACTED_00996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REDACTED_00997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821B83-B945-5D36-3DEA-31FD7DF56D5F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REDACTED_00998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REDACTED_00999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REDACTED_01000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00198DCC-7C49-6A53-0D36-06E07E1DA212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94EB870-5DF1-B6A9-AA28-D38D8713E273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40" name="Shape 37">
              <a:extLst>
                <a:ext uri="{FF2B5EF4-FFF2-40B4-BE49-F238E27FC236}">
                  <a16:creationId xmlns:a16="http://schemas.microsoft.com/office/drawing/2014/main" id="{40DCE7E4-2C42-2950-D0F1-734EA3E961F7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Shape 38">
              <a:extLst>
                <a:ext uri="{FF2B5EF4-FFF2-40B4-BE49-F238E27FC236}">
                  <a16:creationId xmlns:a16="http://schemas.microsoft.com/office/drawing/2014/main" id="{A7647CA2-EE48-2062-E450-5DF04E4368CF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 39">
              <a:extLst>
                <a:ext uri="{FF2B5EF4-FFF2-40B4-BE49-F238E27FC236}">
                  <a16:creationId xmlns:a16="http://schemas.microsoft.com/office/drawing/2014/main" id="{9E4636FA-51AA-6E6D-BABA-6E7D049D7A29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REDACTED_01001</a:t>
              </a:r>
              <a:endParaRPr lang="en-US" sz="800"/>
            </a:p>
          </p:txBody>
        </p:sp>
      </p:grpSp>
      <p:sp>
        <p:nvSpPr>
          <p:cNvPr id="44" name="Text 35">
            <a:extLst>
              <a:ext uri="{FF2B5EF4-FFF2-40B4-BE49-F238E27FC236}">
                <a16:creationId xmlns:a16="http://schemas.microsoft.com/office/drawing/2014/main" id="{43635595-5640-2EC2-86C0-9D17A9ACD0D4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56" name="Shape 36">
            <a:extLst>
              <a:ext uri="{FF2B5EF4-FFF2-40B4-BE49-F238E27FC236}">
                <a16:creationId xmlns:a16="http://schemas.microsoft.com/office/drawing/2014/main" id="{71AF9FAC-4BAE-2D6B-680F-F1A20F7448BE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4" name="Text 35">
            <a:extLst>
              <a:ext uri="{FF2B5EF4-FFF2-40B4-BE49-F238E27FC236}">
                <a16:creationId xmlns:a16="http://schemas.microsoft.com/office/drawing/2014/main" id="{ED01682E-09DF-9144-5295-5B384AC49AC3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36408B59-1EFB-1493-4F47-E314995BB3BA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FDEA7ED-6C94-9ACE-8911-9C401A06ACD2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68" name="PersonIcon">
              <a:extLst>
                <a:ext uri="{FF2B5EF4-FFF2-40B4-BE49-F238E27FC236}">
                  <a16:creationId xmlns:a16="http://schemas.microsoft.com/office/drawing/2014/main" id="{141C34A4-1DF3-6299-D267-714214ADDD12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9" name="Text 107">
              <a:extLst>
                <a:ext uri="{FF2B5EF4-FFF2-40B4-BE49-F238E27FC236}">
                  <a16:creationId xmlns:a16="http://schemas.microsoft.com/office/drawing/2014/main" id="{29FE37DF-7CDA-B474-19E1-A7A3ABE91605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70" name="Text 108">
              <a:extLst>
                <a:ext uri="{FF2B5EF4-FFF2-40B4-BE49-F238E27FC236}">
                  <a16:creationId xmlns:a16="http://schemas.microsoft.com/office/drawing/2014/main" id="{754432FC-CE13-3E8E-E30A-C25C2222C2DA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REDACTED_00004</a:t>
              </a:r>
              <a:endParaRPr lang="en-US" sz="80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CB33A67-C85C-5F6E-6EC0-ED3BD3B45C44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72" name="GradCapIcon">
              <a:extLst>
                <a:ext uri="{FF2B5EF4-FFF2-40B4-BE49-F238E27FC236}">
                  <a16:creationId xmlns:a16="http://schemas.microsoft.com/office/drawing/2014/main" id="{945E2F47-EC7B-1FDA-906C-70EFC426BB8A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Text 111">
              <a:extLst>
                <a:ext uri="{FF2B5EF4-FFF2-40B4-BE49-F238E27FC236}">
                  <a16:creationId xmlns:a16="http://schemas.microsoft.com/office/drawing/2014/main" id="{39DBB49B-A645-D2A2-8C1D-CB3E0797AE79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74" name="Text 112">
              <a:extLst>
                <a:ext uri="{FF2B5EF4-FFF2-40B4-BE49-F238E27FC236}">
                  <a16:creationId xmlns:a16="http://schemas.microsoft.com/office/drawing/2014/main" id="{5E9D0FBB-8AD8-4C14-FB39-CDB8091A9A89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REDACTED_00674</a:t>
              </a:r>
              <a:endParaRPr lang="en-US" sz="80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BDA933D-1027-AD49-F942-08BC95160CD1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76" name="BuildingIcon">
              <a:extLst>
                <a:ext uri="{FF2B5EF4-FFF2-40B4-BE49-F238E27FC236}">
                  <a16:creationId xmlns:a16="http://schemas.microsoft.com/office/drawing/2014/main" id="{2CB8C6D5-82F6-F868-B899-43EA77D74B86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7" name="Text 109">
              <a:extLst>
                <a:ext uri="{FF2B5EF4-FFF2-40B4-BE49-F238E27FC236}">
                  <a16:creationId xmlns:a16="http://schemas.microsoft.com/office/drawing/2014/main" id="{C9FCA6ED-D94E-9178-6C9D-394EC871E190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78" name="Text 110">
              <a:extLst>
                <a:ext uri="{FF2B5EF4-FFF2-40B4-BE49-F238E27FC236}">
                  <a16:creationId xmlns:a16="http://schemas.microsoft.com/office/drawing/2014/main" id="{CB9ADEF5-409A-2A9D-ED28-AE0F9FFEB192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REDACTED_00006</a:t>
              </a:r>
              <a:endParaRPr lang="en-US" sz="80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8103007-6200-BF15-6ACF-5F0A910C1C5F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C882427-D714-D139-7ACA-5108520E66D6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96" name="Text 109">
                <a:extLst>
                  <a:ext uri="{FF2B5EF4-FFF2-40B4-BE49-F238E27FC236}">
                    <a16:creationId xmlns:a16="http://schemas.microsoft.com/office/drawing/2014/main" id="{9D7D3423-4B61-EB2C-5D87-7D6120B1AB11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98" name="Text 110">
                <a:extLst>
                  <a:ext uri="{FF2B5EF4-FFF2-40B4-BE49-F238E27FC236}">
                    <a16:creationId xmlns:a16="http://schemas.microsoft.com/office/drawing/2014/main" id="{C274A855-EF0C-A878-EB83-36252D1AA0E7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REDACTED_00966</a:t>
                </a:r>
                <a:endParaRPr lang="en-US" sz="800"/>
              </a:p>
            </p:txBody>
          </p:sp>
        </p:grpSp>
        <p:pic>
          <p:nvPicPr>
            <p:cNvPr id="89" name="Graphic 88" descr="Management with solid fill">
              <a:extLst>
                <a:ext uri="{FF2B5EF4-FFF2-40B4-BE49-F238E27FC236}">
                  <a16:creationId xmlns:a16="http://schemas.microsoft.com/office/drawing/2014/main" id="{2DE0ACE2-C338-11E2-51DD-623AE92A21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sp>
        <p:nvSpPr>
          <p:cNvPr id="3" name="Shape 5">
            <a:extLst>
              <a:ext uri="{FF2B5EF4-FFF2-40B4-BE49-F238E27FC236}">
                <a16:creationId xmlns:a16="http://schemas.microsoft.com/office/drawing/2014/main" id="{8F57C2CC-B175-0B7B-94FF-A66540791A98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rgbClr val="C0A2F2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A5B08112-9DD4-9512-E45C-7F5646B4082A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C0A2F2"/>
                </a:solidFill>
              </a:rPr>
              <a:t>REDACTED_00203</a:t>
            </a:r>
            <a:endParaRPr lang="en-US" sz="900">
              <a:solidFill>
                <a:srgbClr val="C0A2F2"/>
              </a:solidFill>
            </a:endParaRPr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E46C08EB-3337-F10F-E230-878266FB1A61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6E817CF-2317-F567-C9BB-3285E945B2C9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REDACTED_00097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090180-B351-2564-6601-36DCE7CEBB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  <p:sp>
        <p:nvSpPr>
          <p:cNvPr id="204" name="Text 11">
            <a:extLst>
              <a:ext uri="{FF2B5EF4-FFF2-40B4-BE49-F238E27FC236}">
                <a16:creationId xmlns:a16="http://schemas.microsoft.com/office/drawing/2014/main" id="{BC458877-7D2E-BFC8-4BD1-6CDFBF9D8086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REDACTED_00967</a:t>
            </a:r>
          </a:p>
          <a:p>
            <a:r>
              <a:rPr lang="en-US" sz="650">
                <a:solidFill>
                  <a:srgbClr val="444444"/>
                </a:solidFill>
              </a:rPr>
              <a:t>REDACTED_00298</a:t>
            </a:r>
          </a:p>
        </p:txBody>
      </p:sp>
      <p:sp>
        <p:nvSpPr>
          <p:cNvPr id="208" name="Text 12">
            <a:extLst>
              <a:ext uri="{FF2B5EF4-FFF2-40B4-BE49-F238E27FC236}">
                <a16:creationId xmlns:a16="http://schemas.microsoft.com/office/drawing/2014/main" id="{C0CCD699-3162-C538-0930-8A19ABFF2EE1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212" name="Text 15">
            <a:extLst>
              <a:ext uri="{FF2B5EF4-FFF2-40B4-BE49-F238E27FC236}">
                <a16:creationId xmlns:a16="http://schemas.microsoft.com/office/drawing/2014/main" id="{4036C292-C113-D8D1-2311-DE2061634BFA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REDACTED_00969</a:t>
            </a:r>
          </a:p>
        </p:txBody>
      </p:sp>
      <p:sp>
        <p:nvSpPr>
          <p:cNvPr id="216" name="Text 19">
            <a:extLst>
              <a:ext uri="{FF2B5EF4-FFF2-40B4-BE49-F238E27FC236}">
                <a16:creationId xmlns:a16="http://schemas.microsoft.com/office/drawing/2014/main" id="{A3476171-A25A-247F-BDDF-F0B3D3418DAB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REDACTED_00970</a:t>
            </a:r>
          </a:p>
        </p:txBody>
      </p:sp>
      <p:sp>
        <p:nvSpPr>
          <p:cNvPr id="229" name="Text 23">
            <a:extLst>
              <a:ext uri="{FF2B5EF4-FFF2-40B4-BE49-F238E27FC236}">
                <a16:creationId xmlns:a16="http://schemas.microsoft.com/office/drawing/2014/main" id="{701A7C0D-D775-907F-5E21-23C62C7BE4E6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REDACTED_01002</a:t>
            </a:r>
          </a:p>
        </p:txBody>
      </p:sp>
      <p:sp>
        <p:nvSpPr>
          <p:cNvPr id="231" name="Text 28">
            <a:extLst>
              <a:ext uri="{FF2B5EF4-FFF2-40B4-BE49-F238E27FC236}">
                <a16:creationId xmlns:a16="http://schemas.microsoft.com/office/drawing/2014/main" id="{517386B6-BC0F-1734-EDDF-6392AFD51514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REDACTED_00970</a:t>
            </a:r>
          </a:p>
        </p:txBody>
      </p:sp>
      <p:sp>
        <p:nvSpPr>
          <p:cNvPr id="234" name="Text 32">
            <a:extLst>
              <a:ext uri="{FF2B5EF4-FFF2-40B4-BE49-F238E27FC236}">
                <a16:creationId xmlns:a16="http://schemas.microsoft.com/office/drawing/2014/main" id="{3194E5D7-0FA5-B60B-4DE3-FD0B8AF05D0D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REDACTED_01003</a:t>
            </a:r>
          </a:p>
          <a:p>
            <a:r>
              <a:rPr lang="en-US" sz="650">
                <a:solidFill>
                  <a:srgbClr val="444444"/>
                </a:solidFill>
              </a:rPr>
              <a:t>REDACTED_01004</a:t>
            </a:r>
          </a:p>
        </p:txBody>
      </p:sp>
      <p:sp>
        <p:nvSpPr>
          <p:cNvPr id="238" name="Shape 188">
            <a:extLst>
              <a:ext uri="{FF2B5EF4-FFF2-40B4-BE49-F238E27FC236}">
                <a16:creationId xmlns:a16="http://schemas.microsoft.com/office/drawing/2014/main" id="{8EC836C7-5594-9018-C497-76F2CB2CA16D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0" name="Shape 189">
            <a:extLst>
              <a:ext uri="{FF2B5EF4-FFF2-40B4-BE49-F238E27FC236}">
                <a16:creationId xmlns:a16="http://schemas.microsoft.com/office/drawing/2014/main" id="{7DEBDF48-D4CE-5E3B-8C03-46056FB73C80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1620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4" name="Shape 190">
            <a:extLst>
              <a:ext uri="{FF2B5EF4-FFF2-40B4-BE49-F238E27FC236}">
                <a16:creationId xmlns:a16="http://schemas.microsoft.com/office/drawing/2014/main" id="{E659FD40-1EF3-11B3-F20C-4AFE05C2F723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485BAE"/>
          </a:solidFill>
          <a:ln w="9525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50" name="Shape 193">
            <a:extLst>
              <a:ext uri="{FF2B5EF4-FFF2-40B4-BE49-F238E27FC236}">
                <a16:creationId xmlns:a16="http://schemas.microsoft.com/office/drawing/2014/main" id="{9501E8A6-BDCD-0887-8990-6A7874224F03}"/>
              </a:ext>
            </a:extLst>
          </p:cNvPr>
          <p:cNvSpPr>
            <a:spLocks/>
          </p:cNvSpPr>
          <p:nvPr/>
        </p:nvSpPr>
        <p:spPr>
          <a:xfrm>
            <a:off x="10022549" y="3399765"/>
            <a:ext cx="324000" cy="324000"/>
          </a:xfrm>
          <a:prstGeom prst="ellipse">
            <a:avLst/>
          </a:prstGeom>
          <a:solidFill>
            <a:srgbClr val="485BAE"/>
          </a:solidFill>
          <a:ln w="9525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54" name="Shape 206">
            <a:extLst>
              <a:ext uri="{FF2B5EF4-FFF2-40B4-BE49-F238E27FC236}">
                <a16:creationId xmlns:a16="http://schemas.microsoft.com/office/drawing/2014/main" id="{3317F4F2-083E-2AE6-0B0A-5BCDEA384E6B}"/>
              </a:ext>
            </a:extLst>
          </p:cNvPr>
          <p:cNvSpPr>
            <a:spLocks/>
          </p:cNvSpPr>
          <p:nvPr/>
        </p:nvSpPr>
        <p:spPr>
          <a:xfrm>
            <a:off x="9986549" y="3915253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258" name="Shape 210">
            <a:extLst>
              <a:ext uri="{FF2B5EF4-FFF2-40B4-BE49-F238E27FC236}">
                <a16:creationId xmlns:a16="http://schemas.microsoft.com/office/drawing/2014/main" id="{3C21AB5E-2B0B-34F0-617A-DED1686582B9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2" name="Text 191">
            <a:extLst>
              <a:ext uri="{FF2B5EF4-FFF2-40B4-BE49-F238E27FC236}">
                <a16:creationId xmlns:a16="http://schemas.microsoft.com/office/drawing/2014/main" id="{B5B5DA03-72D8-7580-AADA-B24F7E653CF4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1"/>
                </a:solidFill>
              </a:rPr>
              <a:t>REDACTED_00051</a:t>
            </a:r>
          </a:p>
        </p:txBody>
      </p:sp>
      <p:sp>
        <p:nvSpPr>
          <p:cNvPr id="267" name="Text 194">
            <a:extLst>
              <a:ext uri="{FF2B5EF4-FFF2-40B4-BE49-F238E27FC236}">
                <a16:creationId xmlns:a16="http://schemas.microsoft.com/office/drawing/2014/main" id="{2C473BBE-453C-A9BC-5ED4-B50C45759429}"/>
              </a:ext>
            </a:extLst>
          </p:cNvPr>
          <p:cNvSpPr>
            <a:spLocks/>
          </p:cNvSpPr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1"/>
                </a:solidFill>
              </a:rPr>
              <a:t>REDACTED_00052</a:t>
            </a:r>
          </a:p>
        </p:txBody>
      </p:sp>
      <p:sp>
        <p:nvSpPr>
          <p:cNvPr id="270" name="Shape 202">
            <a:extLst>
              <a:ext uri="{FF2B5EF4-FFF2-40B4-BE49-F238E27FC236}">
                <a16:creationId xmlns:a16="http://schemas.microsoft.com/office/drawing/2014/main" id="{458256DF-E579-1512-CDA0-CABB1E1934F0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0" name="Text 207">
            <a:extLst>
              <a:ext uri="{FF2B5EF4-FFF2-40B4-BE49-F238E27FC236}">
                <a16:creationId xmlns:a16="http://schemas.microsoft.com/office/drawing/2014/main" id="{FE10E2BF-6B81-AFC4-7062-206F6003F0C6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/>
              <a:t>REDACTED_00055</a:t>
            </a:r>
          </a:p>
        </p:txBody>
      </p:sp>
      <p:sp>
        <p:nvSpPr>
          <p:cNvPr id="283" name="Text 211">
            <a:extLst>
              <a:ext uri="{FF2B5EF4-FFF2-40B4-BE49-F238E27FC236}">
                <a16:creationId xmlns:a16="http://schemas.microsoft.com/office/drawing/2014/main" id="{7B4CEBCD-F2A7-3072-3A5B-35E31EDABD53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/>
              <a:t>REDACTED_00057</a:t>
            </a:r>
          </a:p>
        </p:txBody>
      </p:sp>
      <p:sp>
        <p:nvSpPr>
          <p:cNvPr id="286" name="Text 203">
            <a:extLst>
              <a:ext uri="{FF2B5EF4-FFF2-40B4-BE49-F238E27FC236}">
                <a16:creationId xmlns:a16="http://schemas.microsoft.com/office/drawing/2014/main" id="{D4C44324-B5B6-4D55-ED8A-51A6CF63D3D4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288" name="Shape 202">
            <a:extLst>
              <a:ext uri="{FF2B5EF4-FFF2-40B4-BE49-F238E27FC236}">
                <a16:creationId xmlns:a16="http://schemas.microsoft.com/office/drawing/2014/main" id="{6279B0B0-BAF2-409F-E02D-632CE4CC7412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2" name="Text 207">
            <a:extLst>
              <a:ext uri="{FF2B5EF4-FFF2-40B4-BE49-F238E27FC236}">
                <a16:creationId xmlns:a16="http://schemas.microsoft.com/office/drawing/2014/main" id="{9704C4F3-BE51-96DA-23E0-CA68FC6736D4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/>
              <a:t>REDACTED_00054</a:t>
            </a:r>
          </a:p>
        </p:txBody>
      </p:sp>
      <p:sp>
        <p:nvSpPr>
          <p:cNvPr id="296" name="Text 199">
            <a:extLst>
              <a:ext uri="{FF2B5EF4-FFF2-40B4-BE49-F238E27FC236}">
                <a16:creationId xmlns:a16="http://schemas.microsoft.com/office/drawing/2014/main" id="{B01DE64D-308B-FBD3-E79D-B51D6E5124BE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1"/>
                </a:solidFill>
              </a:rPr>
              <a:t>REDACTED_00053</a:t>
            </a:r>
          </a:p>
        </p:txBody>
      </p:sp>
    </p:spTree>
    <p:extLst>
      <p:ext uri="{BB962C8B-B14F-4D97-AF65-F5344CB8AC3E}">
        <p14:creationId xmlns:p14="http://schemas.microsoft.com/office/powerpoint/2010/main" val="1438973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89">
            <a:extLst>
              <a:ext uri="{FF2B5EF4-FFF2-40B4-BE49-F238E27FC236}">
                <a16:creationId xmlns:a16="http://schemas.microsoft.com/office/drawing/2014/main" id="{99DBE080-2B1B-0D87-0A5E-580AE383D21F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blipFill>
            <a:blip r:embed="rId3"/>
            <a:stretch>
              <a:fillRect t="-25547" b="-25547"/>
            </a:stretch>
          </a:blip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9" name="Shape 9">
            <a:extLst>
              <a:ext uri="{FF2B5EF4-FFF2-40B4-BE49-F238E27FC236}">
                <a16:creationId xmlns:a16="http://schemas.microsoft.com/office/drawing/2014/main" id="{863F9CF9-843D-0C67-0D7B-9EB4923AA0F0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4" name="Shape 46">
            <a:extLst>
              <a:ext uri="{FF2B5EF4-FFF2-40B4-BE49-F238E27FC236}">
                <a16:creationId xmlns:a16="http://schemas.microsoft.com/office/drawing/2014/main" id="{38DBC0D0-A828-34F6-8249-F9F2C203CB80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7" name="Shape 46">
            <a:extLst>
              <a:ext uri="{FF2B5EF4-FFF2-40B4-BE49-F238E27FC236}">
                <a16:creationId xmlns:a16="http://schemas.microsoft.com/office/drawing/2014/main" id="{C634FC4E-0AAB-CD5A-3A54-C9C0B63E9A81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4" name="Shape 105">
            <a:extLst>
              <a:ext uri="{FF2B5EF4-FFF2-40B4-BE49-F238E27FC236}">
                <a16:creationId xmlns:a16="http://schemas.microsoft.com/office/drawing/2014/main" id="{A3AC9E5A-278E-D2A6-77FF-9476516F14D4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7" name="Shape 13">
            <a:extLst>
              <a:ext uri="{FF2B5EF4-FFF2-40B4-BE49-F238E27FC236}">
                <a16:creationId xmlns:a16="http://schemas.microsoft.com/office/drawing/2014/main" id="{E9994DE0-AD55-30D4-DFD3-40D0E37E8437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1" name="Shape 13">
            <a:extLst>
              <a:ext uri="{FF2B5EF4-FFF2-40B4-BE49-F238E27FC236}">
                <a16:creationId xmlns:a16="http://schemas.microsoft.com/office/drawing/2014/main" id="{3F52940F-62B6-3FAD-F208-7106C4096C3C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6" name="Shape 229">
            <a:extLst>
              <a:ext uri="{FF2B5EF4-FFF2-40B4-BE49-F238E27FC236}">
                <a16:creationId xmlns:a16="http://schemas.microsoft.com/office/drawing/2014/main" id="{D3DB392F-1CE7-2926-CD4D-BC423ABF5B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5" name="Shape 229">
            <a:extLst>
              <a:ext uri="{FF2B5EF4-FFF2-40B4-BE49-F238E27FC236}">
                <a16:creationId xmlns:a16="http://schemas.microsoft.com/office/drawing/2014/main" id="{7D85406E-A05D-2F9E-A458-C83F442BD2F6}"/>
              </a:ext>
            </a:extLst>
          </p:cNvPr>
          <p:cNvSpPr/>
          <p:nvPr/>
        </p:nvSpPr>
        <p:spPr>
          <a:xfrm>
            <a:off x="6914954" y="8541192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6" name="Shape 46">
            <a:extLst>
              <a:ext uri="{FF2B5EF4-FFF2-40B4-BE49-F238E27FC236}">
                <a16:creationId xmlns:a16="http://schemas.microsoft.com/office/drawing/2014/main" id="{4BD9F25C-D7B6-0D22-5755-8630F353AAC9}"/>
              </a:ext>
            </a:extLst>
          </p:cNvPr>
          <p:cNvSpPr/>
          <p:nvPr/>
        </p:nvSpPr>
        <p:spPr>
          <a:xfrm>
            <a:off x="3892849" y="8541192"/>
            <a:ext cx="2970319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02E65F2-BA9E-1057-1737-6D420C1A8FEF}"/>
              </a:ext>
            </a:extLst>
          </p:cNvPr>
          <p:cNvSpPr txBox="1"/>
          <p:nvPr/>
        </p:nvSpPr>
        <p:spPr>
          <a:xfrm>
            <a:off x="7014954" y="8641192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93BD441-7DD7-0E92-DD29-6211D56805C6}"/>
              </a:ext>
            </a:extLst>
          </p:cNvPr>
          <p:cNvSpPr txBox="1"/>
          <p:nvPr/>
        </p:nvSpPr>
        <p:spPr>
          <a:xfrm>
            <a:off x="3992849" y="8641192"/>
            <a:ext cx="2765448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800" err="1">
                <a:solidFill>
                  <a:srgbClr val="444444"/>
                </a:solidFill>
              </a:rPr>
              <a:t>REDACTED_01005</a:t>
            </a:r>
            <a:r>
              <a:rPr lang="en-US" sz="800">
                <a:solidFill>
                  <a:srgbClr val="444444"/>
                </a:solidFill>
              </a:rPr>
              <a:t>REDACTED_01006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</a:rPr>
              <a:t>REDACTED_01007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</a:rPr>
              <a:t>REDACTED_01008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F5B7FF5-F32D-E6D3-9B5D-56C63DA80A9C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1" name="Text 2">
            <a:extLst>
              <a:ext uri="{FF2B5EF4-FFF2-40B4-BE49-F238E27FC236}">
                <a16:creationId xmlns:a16="http://schemas.microsoft.com/office/drawing/2014/main" id="{D3147974-90D6-7F3A-6A93-47AE5FB35D24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REDACTED_01009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C12D9A4-6294-524E-4E35-EB57D9A5EF20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1D81998-85DC-8AF5-F877-BFB5E6E5365E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 sz="1050">
                  <a:solidFill>
                    <a:schemeClr val="accent1"/>
                  </a:solidFill>
                </a:rPr>
                <a:t>REDACTED_01010</a:t>
              </a:r>
            </a:p>
          </p:txBody>
        </p:sp>
        <p:sp>
          <p:nvSpPr>
            <p:cNvPr id="94" name="Text 4">
              <a:extLst>
                <a:ext uri="{FF2B5EF4-FFF2-40B4-BE49-F238E27FC236}">
                  <a16:creationId xmlns:a16="http://schemas.microsoft.com/office/drawing/2014/main" id="{FB6C0FBD-D4C1-EF72-0010-BCF76E4621F0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REDACTED_01011</a:t>
              </a:r>
            </a:p>
          </p:txBody>
        </p:sp>
      </p:grpSp>
      <p:sp>
        <p:nvSpPr>
          <p:cNvPr id="111" name="Shape 10">
            <a:extLst>
              <a:ext uri="{FF2B5EF4-FFF2-40B4-BE49-F238E27FC236}">
                <a16:creationId xmlns:a16="http://schemas.microsoft.com/office/drawing/2014/main" id="{FDE84756-4515-3B42-CE53-88F2CC7C0A17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3" name="Text 11">
            <a:extLst>
              <a:ext uri="{FF2B5EF4-FFF2-40B4-BE49-F238E27FC236}">
                <a16:creationId xmlns:a16="http://schemas.microsoft.com/office/drawing/2014/main" id="{6D257BAD-15D6-744B-171C-34C7E0AEEB3F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17" name="Text 12">
            <a:extLst>
              <a:ext uri="{FF2B5EF4-FFF2-40B4-BE49-F238E27FC236}">
                <a16:creationId xmlns:a16="http://schemas.microsoft.com/office/drawing/2014/main" id="{ED03B2C9-0C09-33CC-35E8-969A9C1669E6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REDACTED_01012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REDACTED_01013</a:t>
            </a:r>
            <a:endParaRPr lang="en-US" sz="800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D537CE2-E3EE-6436-8C28-6F5D1E6E3287}"/>
              </a:ext>
            </a:extLst>
          </p:cNvPr>
          <p:cNvGrpSpPr/>
          <p:nvPr/>
        </p:nvGrpSpPr>
        <p:grpSpPr>
          <a:xfrm>
            <a:off x="9770789" y="1533598"/>
            <a:ext cx="2333207" cy="635929"/>
            <a:chOff x="9693896" y="1603989"/>
            <a:chExt cx="2333207" cy="635929"/>
          </a:xfrm>
        </p:grpSpPr>
        <p:grpSp>
          <p:nvGrpSpPr>
            <p:cNvPr id="241" name="Group 240"/>
            <p:cNvGrpSpPr/>
            <p:nvPr/>
          </p:nvGrpSpPr>
          <p:grpSpPr>
            <a:xfrm>
              <a:off x="9693896" y="1603989"/>
              <a:ext cx="2333207" cy="635929"/>
              <a:chOff x="10112273" y="2891965"/>
              <a:chExt cx="1920240" cy="580548"/>
            </a:xfrm>
          </p:grpSpPr>
          <p:sp>
            <p:nvSpPr>
              <p:cNvPr id="245" name="Shape 243"/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3" name="Text 241a"/>
              <p:cNvSpPr/>
              <p:nvPr/>
            </p:nvSpPr>
            <p:spPr>
              <a:xfrm>
                <a:off x="10870434" y="2891965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REDACTED_01014</a:t>
                </a:r>
              </a:p>
            </p:txBody>
          </p:sp>
          <p:sp>
            <p:nvSpPr>
              <p:cNvPr id="247" name="Text 245a"/>
              <p:cNvSpPr/>
              <p:nvPr/>
            </p:nvSpPr>
            <p:spPr>
              <a:xfrm>
                <a:off x="10870434" y="3026714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REDACTED_01015</a:t>
                </a:r>
              </a:p>
            </p:txBody>
          </p:sp>
          <p:sp>
            <p:nvSpPr>
              <p:cNvPr id="43" name="Shape 245a"/>
              <p:cNvSpPr/>
              <p:nvPr/>
            </p:nvSpPr>
            <p:spPr>
              <a:xfrm>
                <a:off x="10403650" y="3237891"/>
                <a:ext cx="1259197" cy="64008"/>
              </a:xfrm>
              <a:prstGeom prst="rect">
                <a:avLst/>
              </a:prstGeom>
              <a:solidFill>
                <a:srgbClr val="E0E0E0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9" name="Text 247a"/>
              <p:cNvSpPr/>
              <p:nvPr/>
            </p:nvSpPr>
            <p:spPr>
              <a:xfrm>
                <a:off x="11700022" y="3289633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REDACTED_01016</a:t>
                </a:r>
              </a:p>
            </p:txBody>
          </p:sp>
        </p:grpSp>
        <p:sp>
          <p:nvSpPr>
            <p:cNvPr id="101" name="Shape 246a">
              <a:extLst>
                <a:ext uri="{FF2B5EF4-FFF2-40B4-BE49-F238E27FC236}">
                  <a16:creationId xmlns:a16="http://schemas.microsoft.com/office/drawing/2014/main" id="{D0B72DDB-D54A-0349-EEBC-2E3A78C3426A}"/>
                </a:ext>
              </a:extLst>
            </p:cNvPr>
            <p:cNvSpPr/>
            <p:nvPr/>
          </p:nvSpPr>
          <p:spPr>
            <a:xfrm>
              <a:off x="9782546" y="1979844"/>
              <a:ext cx="270000" cy="73186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47" name="Text 6">
            <a:extLst>
              <a:ext uri="{FF2B5EF4-FFF2-40B4-BE49-F238E27FC236}">
                <a16:creationId xmlns:a16="http://schemas.microsoft.com/office/drawing/2014/main" id="{AC8F4E19-1975-A284-0C89-FBEFA823F725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53" name="Shape 130">
            <a:extLst>
              <a:ext uri="{FF2B5EF4-FFF2-40B4-BE49-F238E27FC236}">
                <a16:creationId xmlns:a16="http://schemas.microsoft.com/office/drawing/2014/main" id="{ED680295-05B9-C848-B763-EFB68CDAF48E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8417E07-1CC5-B4C2-B52A-C35FC0CC02E7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7" name="Picture 156" descr="A black and blue logo  AI-generated content may be incorrect.">
            <a:extLst>
              <a:ext uri="{FF2B5EF4-FFF2-40B4-BE49-F238E27FC236}">
                <a16:creationId xmlns:a16="http://schemas.microsoft.com/office/drawing/2014/main" id="{5EA72780-E0BE-B159-38E1-C9C23D92F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62" name="Text 211a">
            <a:extLst>
              <a:ext uri="{FF2B5EF4-FFF2-40B4-BE49-F238E27FC236}">
                <a16:creationId xmlns:a16="http://schemas.microsoft.com/office/drawing/2014/main" id="{8866E9B4-BE5A-0581-990C-BB5CC83E4A97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64" name="Text 213a">
            <a:extLst>
              <a:ext uri="{FF2B5EF4-FFF2-40B4-BE49-F238E27FC236}">
                <a16:creationId xmlns:a16="http://schemas.microsoft.com/office/drawing/2014/main" id="{0A485F50-0AEA-EC98-B828-A1673E87185A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6" name="Text 218a">
            <a:extLst>
              <a:ext uri="{FF2B5EF4-FFF2-40B4-BE49-F238E27FC236}">
                <a16:creationId xmlns:a16="http://schemas.microsoft.com/office/drawing/2014/main" id="{AE1E4BE9-DA9B-F7B7-2F75-E69072D923C8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72" name="Shape 229">
            <a:extLst>
              <a:ext uri="{FF2B5EF4-FFF2-40B4-BE49-F238E27FC236}">
                <a16:creationId xmlns:a16="http://schemas.microsoft.com/office/drawing/2014/main" id="{88B370F6-A571-C20E-2698-9BDFCA5EDEF7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REDACTED_01017</a:t>
            </a:r>
          </a:p>
        </p:txBody>
      </p:sp>
      <p:sp>
        <p:nvSpPr>
          <p:cNvPr id="177" name="Shape 105">
            <a:extLst>
              <a:ext uri="{FF2B5EF4-FFF2-40B4-BE49-F238E27FC236}">
                <a16:creationId xmlns:a16="http://schemas.microsoft.com/office/drawing/2014/main" id="{29C5DA0B-4C63-7DBB-A73D-750B5C2AEA74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3" name="Shape 10">
            <a:extLst>
              <a:ext uri="{FF2B5EF4-FFF2-40B4-BE49-F238E27FC236}">
                <a16:creationId xmlns:a16="http://schemas.microsoft.com/office/drawing/2014/main" id="{228AE403-FDE9-AC65-E83B-68D8587617ED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7" name="Shape 10">
            <a:extLst>
              <a:ext uri="{FF2B5EF4-FFF2-40B4-BE49-F238E27FC236}">
                <a16:creationId xmlns:a16="http://schemas.microsoft.com/office/drawing/2014/main" id="{11D6DF5A-6E07-B0F2-AE7B-8A9764F65263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9" name="Shape 32">
            <a:extLst>
              <a:ext uri="{FF2B5EF4-FFF2-40B4-BE49-F238E27FC236}">
                <a16:creationId xmlns:a16="http://schemas.microsoft.com/office/drawing/2014/main" id="{11B55C11-A9B2-1079-65B8-D38DF47405B5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1" name="Shape 32">
            <a:extLst>
              <a:ext uri="{FF2B5EF4-FFF2-40B4-BE49-F238E27FC236}">
                <a16:creationId xmlns:a16="http://schemas.microsoft.com/office/drawing/2014/main" id="{DF44876D-E3DA-026A-6C80-0DFD8AFFCF3A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3" name="Text 31">
            <a:extLst>
              <a:ext uri="{FF2B5EF4-FFF2-40B4-BE49-F238E27FC236}">
                <a16:creationId xmlns:a16="http://schemas.microsoft.com/office/drawing/2014/main" id="{96E96A00-3FF4-D7F4-33DE-2CFE887469F8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05" name="Shape 32">
            <a:extLst>
              <a:ext uri="{FF2B5EF4-FFF2-40B4-BE49-F238E27FC236}">
                <a16:creationId xmlns:a16="http://schemas.microsoft.com/office/drawing/2014/main" id="{294357DA-BE42-CDE7-2CFF-84C2A6BEA40B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7" name="Text 33">
            <a:extLst>
              <a:ext uri="{FF2B5EF4-FFF2-40B4-BE49-F238E27FC236}">
                <a16:creationId xmlns:a16="http://schemas.microsoft.com/office/drawing/2014/main" id="{F1F5C306-A5D6-CFE9-3959-9CE0402A8DA2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 err="1">
                <a:solidFill>
                  <a:srgbClr val="444444"/>
                </a:solidFill>
              </a:rPr>
              <a:t>REDACTED_01018</a:t>
            </a:r>
            <a:r>
              <a:rPr lang="en-US" sz="800">
                <a:solidFill>
                  <a:srgbClr val="444444"/>
                </a:solidFill>
              </a:rPr>
              <a:t>REDACTED_01019</a:t>
            </a:r>
          </a:p>
        </p:txBody>
      </p:sp>
      <p:sp>
        <p:nvSpPr>
          <p:cNvPr id="209" name="Text 33">
            <a:extLst>
              <a:ext uri="{FF2B5EF4-FFF2-40B4-BE49-F238E27FC236}">
                <a16:creationId xmlns:a16="http://schemas.microsoft.com/office/drawing/2014/main" id="{DCB53353-53DA-46F0-F9AD-A65A1AC29580}"/>
              </a:ext>
            </a:extLst>
          </p:cNvPr>
          <p:cNvSpPr/>
          <p:nvPr/>
        </p:nvSpPr>
        <p:spPr>
          <a:xfrm>
            <a:off x="180001" y="2540879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REDACTED_01020</a:t>
            </a:r>
          </a:p>
          <a:p>
            <a:r>
              <a:rPr lang="en-US" sz="800">
                <a:solidFill>
                  <a:srgbClr val="444444"/>
                </a:solidFill>
              </a:rPr>
              <a:t>REDACTED_01021</a:t>
            </a:r>
          </a:p>
          <a:p>
            <a:r>
              <a:rPr lang="en-US" sz="800">
                <a:solidFill>
                  <a:srgbClr val="444444"/>
                </a:solidFill>
              </a:rPr>
              <a:t>REDACTED_01022</a:t>
            </a:r>
            <a:endParaRPr lang="en-US" sz="800"/>
          </a:p>
        </p:txBody>
      </p:sp>
      <p:sp>
        <p:nvSpPr>
          <p:cNvPr id="211" name="Text 31">
            <a:extLst>
              <a:ext uri="{FF2B5EF4-FFF2-40B4-BE49-F238E27FC236}">
                <a16:creationId xmlns:a16="http://schemas.microsoft.com/office/drawing/2014/main" id="{62E5E091-8EC7-4D8A-A098-E13FC52ABC9C}"/>
              </a:ext>
            </a:extLst>
          </p:cNvPr>
          <p:cNvSpPr/>
          <p:nvPr/>
        </p:nvSpPr>
        <p:spPr>
          <a:xfrm>
            <a:off x="180000" y="2373626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13" name="Shape 32">
            <a:extLst>
              <a:ext uri="{FF2B5EF4-FFF2-40B4-BE49-F238E27FC236}">
                <a16:creationId xmlns:a16="http://schemas.microsoft.com/office/drawing/2014/main" id="{FF8C2142-4190-F650-053F-A941804326BF}"/>
              </a:ext>
            </a:extLst>
          </p:cNvPr>
          <p:cNvSpPr/>
          <p:nvPr/>
        </p:nvSpPr>
        <p:spPr>
          <a:xfrm>
            <a:off x="144000" y="2492498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5" name="Shape 10">
            <a:extLst>
              <a:ext uri="{FF2B5EF4-FFF2-40B4-BE49-F238E27FC236}">
                <a16:creationId xmlns:a16="http://schemas.microsoft.com/office/drawing/2014/main" id="{07E62955-E9C5-1AA4-4F70-9C13CAC3431D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9" name="Shape 16">
            <a:extLst>
              <a:ext uri="{FF2B5EF4-FFF2-40B4-BE49-F238E27FC236}">
                <a16:creationId xmlns:a16="http://schemas.microsoft.com/office/drawing/2014/main" id="{B2B6F479-BF4C-6B50-4D12-11B244AD9925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REDACTED_00408</a:t>
            </a:r>
          </a:p>
        </p:txBody>
      </p:sp>
      <p:sp>
        <p:nvSpPr>
          <p:cNvPr id="221" name="Shape 16">
            <a:extLst>
              <a:ext uri="{FF2B5EF4-FFF2-40B4-BE49-F238E27FC236}">
                <a16:creationId xmlns:a16="http://schemas.microsoft.com/office/drawing/2014/main" id="{C03CF4B2-D1B2-0986-0F6C-209A24E9852F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REDACTED_01023</a:t>
            </a:r>
          </a:p>
        </p:txBody>
      </p:sp>
      <p:sp>
        <p:nvSpPr>
          <p:cNvPr id="223" name="Shape 16">
            <a:extLst>
              <a:ext uri="{FF2B5EF4-FFF2-40B4-BE49-F238E27FC236}">
                <a16:creationId xmlns:a16="http://schemas.microsoft.com/office/drawing/2014/main" id="{A9A3C06E-0E1D-65A0-60BB-EE602C125896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REDACTED_01024</a:t>
            </a:r>
          </a:p>
        </p:txBody>
      </p:sp>
      <p:sp>
        <p:nvSpPr>
          <p:cNvPr id="225" name="Shape 16">
            <a:extLst>
              <a:ext uri="{FF2B5EF4-FFF2-40B4-BE49-F238E27FC236}">
                <a16:creationId xmlns:a16="http://schemas.microsoft.com/office/drawing/2014/main" id="{14A59E90-496D-AA40-083E-BE44E95F2458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REDACTED_01025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C1FFF505-9DA6-418D-F1AE-797CBBA74E1D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1C8CB1BB-7730-5512-3ECE-35B96D85339D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4CAC47F4-3CF5-022C-5970-961FA5B3C313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80177631-CDB7-DEDA-882C-F6D7EBF36FE2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7FC36441-7B21-18A8-AA35-93A24023ECCF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36" name="Shape 37">
              <a:extLst>
                <a:ext uri="{FF2B5EF4-FFF2-40B4-BE49-F238E27FC236}">
                  <a16:creationId xmlns:a16="http://schemas.microsoft.com/office/drawing/2014/main" id="{10045E49-EFED-ABE4-A53D-37A06AC94C9E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Shape 38">
              <a:extLst>
                <a:ext uri="{FF2B5EF4-FFF2-40B4-BE49-F238E27FC236}">
                  <a16:creationId xmlns:a16="http://schemas.microsoft.com/office/drawing/2014/main" id="{67E6C870-C3F5-CB57-3324-7D2B033CD636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8" name="Text 39">
              <a:extLst>
                <a:ext uri="{FF2B5EF4-FFF2-40B4-BE49-F238E27FC236}">
                  <a16:creationId xmlns:a16="http://schemas.microsoft.com/office/drawing/2014/main" id="{168BDE86-0A1F-844E-CBD1-60CCA3D65ACB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/>
                <a:t>REDACTED_00355</a:t>
              </a:r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8AF9B3D7-3ACC-CC09-10F0-12A31E233D03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40" name="Shape 37">
              <a:extLst>
                <a:ext uri="{FF2B5EF4-FFF2-40B4-BE49-F238E27FC236}">
                  <a16:creationId xmlns:a16="http://schemas.microsoft.com/office/drawing/2014/main" id="{6453D5FA-AC72-BB81-C91B-6930C2E004D8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6" name="Shape 38">
              <a:extLst>
                <a:ext uri="{FF2B5EF4-FFF2-40B4-BE49-F238E27FC236}">
                  <a16:creationId xmlns:a16="http://schemas.microsoft.com/office/drawing/2014/main" id="{E2506E5D-1D61-756A-1346-32AC517D8320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2" name="Text 39">
              <a:extLst>
                <a:ext uri="{FF2B5EF4-FFF2-40B4-BE49-F238E27FC236}">
                  <a16:creationId xmlns:a16="http://schemas.microsoft.com/office/drawing/2014/main" id="{0D22E53D-2B21-FA22-AA04-0C41441E130F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/>
                <a:t>REDACTED_00355</a:t>
              </a:r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AA5C1C2A-4E72-7285-1AFE-B699F12016AD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64" name="Shape 37">
              <a:extLst>
                <a:ext uri="{FF2B5EF4-FFF2-40B4-BE49-F238E27FC236}">
                  <a16:creationId xmlns:a16="http://schemas.microsoft.com/office/drawing/2014/main" id="{0934D20A-929E-EFF6-9F54-65C6083E1396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5" name="Shape 38">
              <a:extLst>
                <a:ext uri="{FF2B5EF4-FFF2-40B4-BE49-F238E27FC236}">
                  <a16:creationId xmlns:a16="http://schemas.microsoft.com/office/drawing/2014/main" id="{04FF21A1-14E8-3A0E-1A59-CC8BC07EBEDF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6" name="Text 39">
              <a:extLst>
                <a:ext uri="{FF2B5EF4-FFF2-40B4-BE49-F238E27FC236}">
                  <a16:creationId xmlns:a16="http://schemas.microsoft.com/office/drawing/2014/main" id="{1EED6A36-71C1-FD58-44E4-A6CA5FEDD6B7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REDACTED_00355</a:t>
              </a:r>
              <a:endParaRPr lang="en-US" sz="800"/>
            </a:p>
          </p:txBody>
        </p:sp>
      </p:grpSp>
      <p:sp>
        <p:nvSpPr>
          <p:cNvPr id="267" name="Shape 229">
            <a:extLst>
              <a:ext uri="{FF2B5EF4-FFF2-40B4-BE49-F238E27FC236}">
                <a16:creationId xmlns:a16="http://schemas.microsoft.com/office/drawing/2014/main" id="{96F08799-D92A-E57D-D511-02E94F59BF29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269" name="Shape 46">
            <a:extLst>
              <a:ext uri="{FF2B5EF4-FFF2-40B4-BE49-F238E27FC236}">
                <a16:creationId xmlns:a16="http://schemas.microsoft.com/office/drawing/2014/main" id="{CB995169-9F1A-B980-6EDA-01D269A03A15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423A35FF-7415-2104-1857-7071ECE5A747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59" name="Text 35">
            <a:extLst>
              <a:ext uri="{FF2B5EF4-FFF2-40B4-BE49-F238E27FC236}">
                <a16:creationId xmlns:a16="http://schemas.microsoft.com/office/drawing/2014/main" id="{2A9D945D-04B4-3801-40A9-7426FFABC2A1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61" name="Shape 36">
            <a:extLst>
              <a:ext uri="{FF2B5EF4-FFF2-40B4-BE49-F238E27FC236}">
                <a16:creationId xmlns:a16="http://schemas.microsoft.com/office/drawing/2014/main" id="{8F3EFA65-D87E-531B-8728-6CD695866CD5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Shape 36">
            <a:extLst>
              <a:ext uri="{FF2B5EF4-FFF2-40B4-BE49-F238E27FC236}">
                <a16:creationId xmlns:a16="http://schemas.microsoft.com/office/drawing/2014/main" id="{6FD093CB-0F0D-E019-E2BF-7D399A10B9A7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Text 35">
            <a:extLst>
              <a:ext uri="{FF2B5EF4-FFF2-40B4-BE49-F238E27FC236}">
                <a16:creationId xmlns:a16="http://schemas.microsoft.com/office/drawing/2014/main" id="{2CF0EB9F-4790-FFF3-6F55-B4C78EBA8007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B4EE5D-0BC9-EE59-8534-3747EFC6A660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en-US" sz="800" b="1" kern="0" spc="40"/>
              <a:t>REDACTED_01026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800">
                <a:solidFill>
                  <a:srgbClr val="444444"/>
                </a:solidFill>
                <a:latin typeface="Calibri" panose="020F0502020204030204"/>
              </a:rPr>
              <a:t>REDACTED_01027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D329AC-B578-0121-9F14-29D6260966A0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REDACTED_00355</a:t>
            </a:r>
          </a:p>
        </p:txBody>
      </p:sp>
      <p:sp>
        <p:nvSpPr>
          <p:cNvPr id="39" name="Shape 32">
            <a:extLst>
              <a:ext uri="{FF2B5EF4-FFF2-40B4-BE49-F238E27FC236}">
                <a16:creationId xmlns:a16="http://schemas.microsoft.com/office/drawing/2014/main" id="{1A5A6D4C-66E8-77AA-1F59-CE99CBC357CB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3705944D-4D66-1877-90D3-53CDC032CCF4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60" name="Shape 36">
            <a:extLst>
              <a:ext uri="{FF2B5EF4-FFF2-40B4-BE49-F238E27FC236}">
                <a16:creationId xmlns:a16="http://schemas.microsoft.com/office/drawing/2014/main" id="{250ACD95-22A2-6D0D-8181-F841D899224E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4" name="Text 35">
            <a:extLst>
              <a:ext uri="{FF2B5EF4-FFF2-40B4-BE49-F238E27FC236}">
                <a16:creationId xmlns:a16="http://schemas.microsoft.com/office/drawing/2014/main" id="{62658F04-9F5A-26AB-6D41-57F2B2C9BED1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71" name="Shape 36">
            <a:extLst>
              <a:ext uri="{FF2B5EF4-FFF2-40B4-BE49-F238E27FC236}">
                <a16:creationId xmlns:a16="http://schemas.microsoft.com/office/drawing/2014/main" id="{2E429276-4A5E-781F-E708-04407031641E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D31ECB3-B05F-0EBA-F221-4EF8D8B81E59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73" name="PersonIcon">
              <a:extLst>
                <a:ext uri="{FF2B5EF4-FFF2-40B4-BE49-F238E27FC236}">
                  <a16:creationId xmlns:a16="http://schemas.microsoft.com/office/drawing/2014/main" id="{84FD5CCC-8C4C-D86D-B936-8B6E9D430B38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4" name="Text 107">
              <a:extLst>
                <a:ext uri="{FF2B5EF4-FFF2-40B4-BE49-F238E27FC236}">
                  <a16:creationId xmlns:a16="http://schemas.microsoft.com/office/drawing/2014/main" id="{A84939DB-EFE3-B50B-0B0D-796E114565B6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75" name="Text 108">
              <a:extLst>
                <a:ext uri="{FF2B5EF4-FFF2-40B4-BE49-F238E27FC236}">
                  <a16:creationId xmlns:a16="http://schemas.microsoft.com/office/drawing/2014/main" id="{32BA7DD1-B9F1-1D77-6D0C-D2AD6C9316A7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REDACTED_00004</a:t>
              </a:r>
              <a:endParaRPr lang="en-US" sz="80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CA38109-D16A-DE9F-0DC9-4D61FF60DF31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77" name="GradCapIcon">
              <a:extLst>
                <a:ext uri="{FF2B5EF4-FFF2-40B4-BE49-F238E27FC236}">
                  <a16:creationId xmlns:a16="http://schemas.microsoft.com/office/drawing/2014/main" id="{85D1F270-24F2-7471-FAC6-D6990D683852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8" name="Text 111">
              <a:extLst>
                <a:ext uri="{FF2B5EF4-FFF2-40B4-BE49-F238E27FC236}">
                  <a16:creationId xmlns:a16="http://schemas.microsoft.com/office/drawing/2014/main" id="{156A6260-B992-7161-32B1-672BCF30E0FE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79" name="Text 112">
              <a:extLst>
                <a:ext uri="{FF2B5EF4-FFF2-40B4-BE49-F238E27FC236}">
                  <a16:creationId xmlns:a16="http://schemas.microsoft.com/office/drawing/2014/main" id="{C30B2320-59AB-10D1-6EC2-2D07E903718E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REDACTED_00258</a:t>
              </a:r>
              <a:endParaRPr lang="en-US" sz="80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721E3DA-B547-74AD-0071-B23491C1799D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81" name="BuildingIcon">
              <a:extLst>
                <a:ext uri="{FF2B5EF4-FFF2-40B4-BE49-F238E27FC236}">
                  <a16:creationId xmlns:a16="http://schemas.microsoft.com/office/drawing/2014/main" id="{605CCBAB-8A4B-8272-8344-B758C728DE47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82" name="Text 109">
              <a:extLst>
                <a:ext uri="{FF2B5EF4-FFF2-40B4-BE49-F238E27FC236}">
                  <a16:creationId xmlns:a16="http://schemas.microsoft.com/office/drawing/2014/main" id="{131D4F45-5F2A-06D7-23BD-EBB9435D5ABE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83" name="Text 110">
              <a:extLst>
                <a:ext uri="{FF2B5EF4-FFF2-40B4-BE49-F238E27FC236}">
                  <a16:creationId xmlns:a16="http://schemas.microsoft.com/office/drawing/2014/main" id="{1363820B-B6E2-8CE8-2CAD-DEDA7AFE9346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REDACTED_00006</a:t>
              </a:r>
              <a:endParaRPr lang="en-US" sz="800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7D8D05C-7C82-BBAA-1B8F-B2D12D5B0605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34E83918-B100-A943-2A56-3B8D2548DE85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87" name="Text 109">
                <a:extLst>
                  <a:ext uri="{FF2B5EF4-FFF2-40B4-BE49-F238E27FC236}">
                    <a16:creationId xmlns:a16="http://schemas.microsoft.com/office/drawing/2014/main" id="{2967E005-40F1-562B-882C-C0AF21B6B50C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88" name="Text 110">
                <a:extLst>
                  <a:ext uri="{FF2B5EF4-FFF2-40B4-BE49-F238E27FC236}">
                    <a16:creationId xmlns:a16="http://schemas.microsoft.com/office/drawing/2014/main" id="{D30E3E38-D3D0-8090-155D-3E8B5F75533C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REDACTED_01028</a:t>
                </a:r>
                <a:endParaRPr lang="en-US" sz="800"/>
              </a:p>
            </p:txBody>
          </p:sp>
        </p:grpSp>
        <p:pic>
          <p:nvPicPr>
            <p:cNvPr id="86" name="Graphic 85" descr="Management with solid fill">
              <a:extLst>
                <a:ext uri="{FF2B5EF4-FFF2-40B4-BE49-F238E27FC236}">
                  <a16:creationId xmlns:a16="http://schemas.microsoft.com/office/drawing/2014/main" id="{F7EB13A4-892E-E6A2-7CC4-136622B512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sp>
        <p:nvSpPr>
          <p:cNvPr id="3" name="Shape 5">
            <a:extLst>
              <a:ext uri="{FF2B5EF4-FFF2-40B4-BE49-F238E27FC236}">
                <a16:creationId xmlns:a16="http://schemas.microsoft.com/office/drawing/2014/main" id="{8399FA4D-0D17-B7DD-A6F8-A009C6C00DBF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rgbClr val="C0A2F2"/>
              </a:solidFill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0FC8A243-8450-CD4B-42F1-6CCA97099526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1"/>
                </a:solidFill>
              </a:rPr>
              <a:t>REDACTED_00348</a:t>
            </a:r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729D3532-15B5-AC0B-09E9-5CA4C41F8E61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955A0E06-CC36-1218-5C63-8AD5C573FDD1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REDACTED_01029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793840-25AE-636B-70E1-EA964E6F0AA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  <p:sp>
        <p:nvSpPr>
          <p:cNvPr id="12" name="Text 11">
            <a:extLst>
              <a:ext uri="{FF2B5EF4-FFF2-40B4-BE49-F238E27FC236}">
                <a16:creationId xmlns:a16="http://schemas.microsoft.com/office/drawing/2014/main" id="{F9D03935-025F-5C3D-C6C6-FDEA0A95270E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REDACTED_00967</a:t>
            </a:r>
          </a:p>
          <a:p>
            <a:r>
              <a:rPr lang="en-US" sz="650" b="1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92933E3-E49F-E271-D5FD-8B88FFA9B7AD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C1590517-A7C2-3B2B-7CA3-A8A5802F1D55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REDACTED_01030</a:t>
            </a: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5D5A2D04-01F2-C817-2677-B553C36EB41B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REDACTED_01031</a:t>
            </a:r>
          </a:p>
        </p:txBody>
      </p:sp>
      <p:sp>
        <p:nvSpPr>
          <p:cNvPr id="20" name="Text 23">
            <a:extLst>
              <a:ext uri="{FF2B5EF4-FFF2-40B4-BE49-F238E27FC236}">
                <a16:creationId xmlns:a16="http://schemas.microsoft.com/office/drawing/2014/main" id="{B64E3849-BAA8-38D0-580D-2D01C30D738F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22" name="Text 28">
            <a:extLst>
              <a:ext uri="{FF2B5EF4-FFF2-40B4-BE49-F238E27FC236}">
                <a16:creationId xmlns:a16="http://schemas.microsoft.com/office/drawing/2014/main" id="{DED3EF59-9D64-FC2D-D051-113BD11E03D4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24" name="Text 32">
            <a:extLst>
              <a:ext uri="{FF2B5EF4-FFF2-40B4-BE49-F238E27FC236}">
                <a16:creationId xmlns:a16="http://schemas.microsoft.com/office/drawing/2014/main" id="{EA5CF1EE-D1CE-6804-A813-BC5D76DC9BBC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REDACTED_01033</a:t>
            </a:r>
          </a:p>
          <a:p>
            <a:r>
              <a:rPr lang="en-US" sz="650">
                <a:solidFill>
                  <a:srgbClr val="444444"/>
                </a:solidFill>
              </a:rPr>
              <a:t>REDACTED_01034</a:t>
            </a:r>
          </a:p>
        </p:txBody>
      </p:sp>
      <p:sp>
        <p:nvSpPr>
          <p:cNvPr id="26" name="Shape 188">
            <a:extLst>
              <a:ext uri="{FF2B5EF4-FFF2-40B4-BE49-F238E27FC236}">
                <a16:creationId xmlns:a16="http://schemas.microsoft.com/office/drawing/2014/main" id="{31B924A0-308B-B246-8873-0D3585C375C9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Shape 189">
            <a:extLst>
              <a:ext uri="{FF2B5EF4-FFF2-40B4-BE49-F238E27FC236}">
                <a16:creationId xmlns:a16="http://schemas.microsoft.com/office/drawing/2014/main" id="{F7A32DD2-F872-714A-4C88-CF42A383E5D8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576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Shape 190">
            <a:extLst>
              <a:ext uri="{FF2B5EF4-FFF2-40B4-BE49-F238E27FC236}">
                <a16:creationId xmlns:a16="http://schemas.microsoft.com/office/drawing/2014/main" id="{6B0F9FF5-6419-3F4D-CDF7-7FDCDDB708D1}"/>
              </a:ext>
            </a:extLst>
          </p:cNvPr>
          <p:cNvSpPr>
            <a:spLocks/>
          </p:cNvSpPr>
          <p:nvPr/>
        </p:nvSpPr>
        <p:spPr>
          <a:xfrm>
            <a:off x="10022549" y="3413005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Shape 206">
            <a:extLst>
              <a:ext uri="{FF2B5EF4-FFF2-40B4-BE49-F238E27FC236}">
                <a16:creationId xmlns:a16="http://schemas.microsoft.com/office/drawing/2014/main" id="{D8B4E3FC-700A-B4B5-FED4-A1C0CF8B95D5}"/>
              </a:ext>
            </a:extLst>
          </p:cNvPr>
          <p:cNvSpPr>
            <a:spLocks/>
          </p:cNvSpPr>
          <p:nvPr/>
        </p:nvSpPr>
        <p:spPr>
          <a:xfrm>
            <a:off x="9986549" y="2802563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35" name="Shape 210">
            <a:extLst>
              <a:ext uri="{FF2B5EF4-FFF2-40B4-BE49-F238E27FC236}">
                <a16:creationId xmlns:a16="http://schemas.microsoft.com/office/drawing/2014/main" id="{66786FF7-E76F-E3B3-A58E-56906B4ED279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1" name="Text 191">
            <a:extLst>
              <a:ext uri="{FF2B5EF4-FFF2-40B4-BE49-F238E27FC236}">
                <a16:creationId xmlns:a16="http://schemas.microsoft.com/office/drawing/2014/main" id="{950AD174-17B3-88AD-3D12-7772E93EC182}"/>
              </a:ext>
            </a:extLst>
          </p:cNvPr>
          <p:cNvSpPr/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650" b="1">
                <a:solidFill>
                  <a:schemeClr val="accent1"/>
                </a:solidFill>
              </a:rPr>
              <a:t>REDACTED_00051</a:t>
            </a:r>
          </a:p>
        </p:txBody>
      </p:sp>
      <p:sp>
        <p:nvSpPr>
          <p:cNvPr id="70" name="Shape 202">
            <a:extLst>
              <a:ext uri="{FF2B5EF4-FFF2-40B4-BE49-F238E27FC236}">
                <a16:creationId xmlns:a16="http://schemas.microsoft.com/office/drawing/2014/main" id="{3012BFD9-E705-2EFE-2092-73305DB116C8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0" name="Text 207">
            <a:extLst>
              <a:ext uri="{FF2B5EF4-FFF2-40B4-BE49-F238E27FC236}">
                <a16:creationId xmlns:a16="http://schemas.microsoft.com/office/drawing/2014/main" id="{EE6EBC99-1B82-CC59-0155-AE5445F1F5EB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REDACTED_00055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104" name="Text 211">
            <a:extLst>
              <a:ext uri="{FF2B5EF4-FFF2-40B4-BE49-F238E27FC236}">
                <a16:creationId xmlns:a16="http://schemas.microsoft.com/office/drawing/2014/main" id="{05BC395F-CAD9-1714-07B3-4735D1C1D781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REDACTED_00057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107" name="Text 203">
            <a:extLst>
              <a:ext uri="{FF2B5EF4-FFF2-40B4-BE49-F238E27FC236}">
                <a16:creationId xmlns:a16="http://schemas.microsoft.com/office/drawing/2014/main" id="{C6570A07-3F2C-CF9A-1F4C-BF37D2F5ECD2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110" name="Shape 202">
            <a:extLst>
              <a:ext uri="{FF2B5EF4-FFF2-40B4-BE49-F238E27FC236}">
                <a16:creationId xmlns:a16="http://schemas.microsoft.com/office/drawing/2014/main" id="{45BF63F4-1D2D-645B-19A1-5EDE9DA24855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4" name="Text 207">
            <a:extLst>
              <a:ext uri="{FF2B5EF4-FFF2-40B4-BE49-F238E27FC236}">
                <a16:creationId xmlns:a16="http://schemas.microsoft.com/office/drawing/2014/main" id="{6CF57758-1D10-C214-E371-EC76C8720301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REDACTED_00054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121" name="Text 194">
            <a:extLst>
              <a:ext uri="{FF2B5EF4-FFF2-40B4-BE49-F238E27FC236}">
                <a16:creationId xmlns:a16="http://schemas.microsoft.com/office/drawing/2014/main" id="{A8702224-B366-EC78-4157-2E67042AB7F9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REDACTED_00052</a:t>
            </a:r>
          </a:p>
        </p:txBody>
      </p:sp>
      <p:sp>
        <p:nvSpPr>
          <p:cNvPr id="125" name="Shape 198">
            <a:extLst>
              <a:ext uri="{FF2B5EF4-FFF2-40B4-BE49-F238E27FC236}">
                <a16:creationId xmlns:a16="http://schemas.microsoft.com/office/drawing/2014/main" id="{9837CC74-59E7-11FA-5A7B-8CFB7C7E1D26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9" name="Text 199">
            <a:extLst>
              <a:ext uri="{FF2B5EF4-FFF2-40B4-BE49-F238E27FC236}">
                <a16:creationId xmlns:a16="http://schemas.microsoft.com/office/drawing/2014/main" id="{0EEE6184-04D6-5B53-CF78-B4CD7C8CCA53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89">
            <a:extLst>
              <a:ext uri="{FF2B5EF4-FFF2-40B4-BE49-F238E27FC236}">
                <a16:creationId xmlns:a16="http://schemas.microsoft.com/office/drawing/2014/main" id="{EA926311-FC2F-199D-8C0D-A9E2493F8682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solidFill>
            <a:srgbClr val="B8CCCC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5" name="Shape 9">
            <a:extLst>
              <a:ext uri="{FF2B5EF4-FFF2-40B4-BE49-F238E27FC236}">
                <a16:creationId xmlns:a16="http://schemas.microsoft.com/office/drawing/2014/main" id="{34BB84B7-5DC2-979C-1D04-DC2D5426C5B1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5" name="Shape 46">
            <a:extLst>
              <a:ext uri="{FF2B5EF4-FFF2-40B4-BE49-F238E27FC236}">
                <a16:creationId xmlns:a16="http://schemas.microsoft.com/office/drawing/2014/main" id="{C3F953F8-5FA9-11F4-0CA2-69E93B4AEBE9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0" name="Shape 46">
            <a:extLst>
              <a:ext uri="{FF2B5EF4-FFF2-40B4-BE49-F238E27FC236}">
                <a16:creationId xmlns:a16="http://schemas.microsoft.com/office/drawing/2014/main" id="{E05CCEAF-D046-2C0F-A863-68C9D12572E8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4" name="Shape 105">
            <a:extLst>
              <a:ext uri="{FF2B5EF4-FFF2-40B4-BE49-F238E27FC236}">
                <a16:creationId xmlns:a16="http://schemas.microsoft.com/office/drawing/2014/main" id="{EDF0DCD2-0FCC-AF66-C572-1943843DBAEA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8" name="Shape 13">
            <a:extLst>
              <a:ext uri="{FF2B5EF4-FFF2-40B4-BE49-F238E27FC236}">
                <a16:creationId xmlns:a16="http://schemas.microsoft.com/office/drawing/2014/main" id="{EF0B3D3F-FA5A-55BC-0F33-953B6CA054AA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4" name="Shape 13">
            <a:extLst>
              <a:ext uri="{FF2B5EF4-FFF2-40B4-BE49-F238E27FC236}">
                <a16:creationId xmlns:a16="http://schemas.microsoft.com/office/drawing/2014/main" id="{2CEB6620-D4A0-8FFD-1F4A-3627A0D324A1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3" name="Shape 229">
            <a:extLst>
              <a:ext uri="{FF2B5EF4-FFF2-40B4-BE49-F238E27FC236}">
                <a16:creationId xmlns:a16="http://schemas.microsoft.com/office/drawing/2014/main" id="{13D16F36-8705-B836-3C97-6A9F397698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1" name="Shape 229">
            <a:extLst>
              <a:ext uri="{FF2B5EF4-FFF2-40B4-BE49-F238E27FC236}">
                <a16:creationId xmlns:a16="http://schemas.microsoft.com/office/drawing/2014/main" id="{AFC8CF70-8F09-3A97-2A8A-01474C198F03}"/>
              </a:ext>
            </a:extLst>
          </p:cNvPr>
          <p:cNvSpPr/>
          <p:nvPr/>
        </p:nvSpPr>
        <p:spPr>
          <a:xfrm>
            <a:off x="6965409" y="7903930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Shape 46">
            <a:extLst>
              <a:ext uri="{FF2B5EF4-FFF2-40B4-BE49-F238E27FC236}">
                <a16:creationId xmlns:a16="http://schemas.microsoft.com/office/drawing/2014/main" id="{B41BE9CB-BE87-2B3D-0658-80D3AFD2EFCF}"/>
              </a:ext>
            </a:extLst>
          </p:cNvPr>
          <p:cNvSpPr/>
          <p:nvPr/>
        </p:nvSpPr>
        <p:spPr>
          <a:xfrm>
            <a:off x="3939331" y="7896322"/>
            <a:ext cx="2974292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8024C35-C748-756B-01C2-1BBD42095F7E}"/>
              </a:ext>
            </a:extLst>
          </p:cNvPr>
          <p:cNvSpPr txBox="1"/>
          <p:nvPr/>
        </p:nvSpPr>
        <p:spPr>
          <a:xfrm>
            <a:off x="7065409" y="8003930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  <a:b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lang="en-US" altLang="en-US" sz="700">
                <a:solidFill>
                  <a:srgbClr val="444444"/>
                </a:solidFill>
              </a:rPr>
              <a:t>REDACTED_01035</a:t>
            </a:r>
          </a:p>
          <a:p>
            <a:pPr eaLnBrk="0" fontAlgn="base" hangingPunct="0">
              <a:spcBef>
                <a:spcPct val="0"/>
              </a:spcBef>
              <a:spcAft>
                <a:spcPts val="400"/>
              </a:spcAft>
              <a:defRPr/>
            </a:pPr>
            <a:r>
              <a:rPr lang="en-US" sz="800"/>
              <a:t>REDACTED_01036</a:t>
            </a:r>
            <a:r>
              <a:rPr lang="en-US" sz="800" err="1"/>
              <a:t>REDACTED_00119</a:t>
            </a:r>
            <a:r>
              <a:rPr lang="en-US" sz="800"/>
              <a:t>REDACTED_01037</a:t>
            </a:r>
            <a:r>
              <a:rPr lang="en-US" sz="800" err="1"/>
              <a:t>REDACTED_00706</a:t>
            </a:r>
            <a:r>
              <a:rPr lang="en-US" sz="800"/>
              <a:t>REDACTED_01038</a:t>
            </a:r>
          </a:p>
          <a:p>
            <a:pPr eaLnBrk="0" fontAlgn="base" hangingPunct="0">
              <a:spcBef>
                <a:spcPct val="0"/>
              </a:spcBef>
              <a:spcAft>
                <a:spcPts val="400"/>
              </a:spcAft>
              <a:defRPr/>
            </a:pPr>
            <a:r>
              <a:rPr lang="en-US" sz="800"/>
              <a:t>REDACTED_01039</a:t>
            </a:r>
            <a:endParaRPr lang="en-US" altLang="en-US" sz="700">
              <a:solidFill>
                <a:srgbClr val="444444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2FC78D-0562-4581-1108-33079ADDF0C4}"/>
              </a:ext>
            </a:extLst>
          </p:cNvPr>
          <p:cNvSpPr txBox="1"/>
          <p:nvPr/>
        </p:nvSpPr>
        <p:spPr>
          <a:xfrm>
            <a:off x="4039331" y="7996322"/>
            <a:ext cx="2769147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REDACTED_01040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REDACTED_01041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REDACTED_01042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0746498-A73A-E760-AF0D-3D5C08B38B92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0" name="Text 2">
            <a:extLst>
              <a:ext uri="{FF2B5EF4-FFF2-40B4-BE49-F238E27FC236}">
                <a16:creationId xmlns:a16="http://schemas.microsoft.com/office/drawing/2014/main" id="{7ECAF091-C8C3-9120-4756-1DFCC94D6B17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REDACTED_01043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2BE4414-03CD-315A-1046-E361AA36760B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2ABBD2C-5A47-7FCB-DD4F-290D335357F7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>
                  <a:solidFill>
                    <a:schemeClr val="accent1"/>
                  </a:solidFill>
                </a:rPr>
                <a:t>REDACTED_01044</a:t>
              </a:r>
            </a:p>
          </p:txBody>
        </p:sp>
        <p:sp>
          <p:nvSpPr>
            <p:cNvPr id="93" name="Text 4">
              <a:extLst>
                <a:ext uri="{FF2B5EF4-FFF2-40B4-BE49-F238E27FC236}">
                  <a16:creationId xmlns:a16="http://schemas.microsoft.com/office/drawing/2014/main" id="{2E63D220-A997-5C4F-4D84-67B0AD6CAC9E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REDACTED_01045</a:t>
              </a:r>
            </a:p>
          </p:txBody>
        </p:sp>
      </p:grpSp>
      <p:sp>
        <p:nvSpPr>
          <p:cNvPr id="147" name="Shape 10">
            <a:extLst>
              <a:ext uri="{FF2B5EF4-FFF2-40B4-BE49-F238E27FC236}">
                <a16:creationId xmlns:a16="http://schemas.microsoft.com/office/drawing/2014/main" id="{28C51EA5-2313-579A-07A4-0135C4E001D3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9" name="Text 11">
            <a:extLst>
              <a:ext uri="{FF2B5EF4-FFF2-40B4-BE49-F238E27FC236}">
                <a16:creationId xmlns:a16="http://schemas.microsoft.com/office/drawing/2014/main" id="{9D4AC24E-C646-0F30-C627-F0AAAF42FC2A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51" name="Text 12">
            <a:extLst>
              <a:ext uri="{FF2B5EF4-FFF2-40B4-BE49-F238E27FC236}">
                <a16:creationId xmlns:a16="http://schemas.microsoft.com/office/drawing/2014/main" id="{20AE375B-A41F-7028-E23B-4316075CAF57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REDACTED_01046</a:t>
            </a:r>
            <a:r>
              <a:rPr lang="en-US" sz="800" err="1">
                <a:solidFill>
                  <a:srgbClr val="1A1A1A"/>
                </a:solidFill>
              </a:rPr>
              <a:t>REDACTED_01047</a:t>
            </a:r>
            <a:r>
              <a:rPr lang="en-US" sz="800">
                <a:solidFill>
                  <a:srgbClr val="1A1A1A"/>
                </a:solidFill>
              </a:rPr>
              <a:t>REDACTED_00326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REDACTED_01048</a:t>
            </a:r>
            <a:endParaRPr lang="en-US" sz="80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6119019-ABE8-AD2A-45D1-092A72103C8B}"/>
              </a:ext>
            </a:extLst>
          </p:cNvPr>
          <p:cNvGrpSpPr/>
          <p:nvPr/>
        </p:nvGrpSpPr>
        <p:grpSpPr>
          <a:xfrm>
            <a:off x="9770789" y="1533598"/>
            <a:ext cx="2333207" cy="635929"/>
            <a:chOff x="10112273" y="2891965"/>
            <a:chExt cx="1920240" cy="580548"/>
          </a:xfrm>
        </p:grpSpPr>
        <p:sp>
          <p:nvSpPr>
            <p:cNvPr id="166" name="Shape 243">
              <a:extLst>
                <a:ext uri="{FF2B5EF4-FFF2-40B4-BE49-F238E27FC236}">
                  <a16:creationId xmlns:a16="http://schemas.microsoft.com/office/drawing/2014/main" id="{3DCD3986-07C0-1BA0-7E38-16960B4D4974}"/>
                </a:ext>
              </a:extLst>
            </p:cNvPr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68" name="Text 241a">
              <a:extLst>
                <a:ext uri="{FF2B5EF4-FFF2-40B4-BE49-F238E27FC236}">
                  <a16:creationId xmlns:a16="http://schemas.microsoft.com/office/drawing/2014/main" id="{216FE2CC-9522-D996-1059-2E4CE9612C3F}"/>
                </a:ext>
              </a:extLst>
            </p:cNvPr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170" name="Text 245a">
              <a:extLst>
                <a:ext uri="{FF2B5EF4-FFF2-40B4-BE49-F238E27FC236}">
                  <a16:creationId xmlns:a16="http://schemas.microsoft.com/office/drawing/2014/main" id="{37CA4014-316B-6A89-E969-4A8BE4F4265B}"/>
                </a:ext>
              </a:extLst>
            </p:cNvPr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171" name="Shape 245a">
              <a:extLst>
                <a:ext uri="{FF2B5EF4-FFF2-40B4-BE49-F238E27FC236}">
                  <a16:creationId xmlns:a16="http://schemas.microsoft.com/office/drawing/2014/main" id="{72237A46-DEB6-099A-05F1-295110FDA69D}"/>
                </a:ext>
              </a:extLst>
            </p:cNvPr>
            <p:cNvSpPr/>
            <p:nvPr/>
          </p:nvSpPr>
          <p:spPr>
            <a:xfrm>
              <a:off x="10198303" y="3237891"/>
              <a:ext cx="139000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73" name="Text 247a">
              <a:extLst>
                <a:ext uri="{FF2B5EF4-FFF2-40B4-BE49-F238E27FC236}">
                  <a16:creationId xmlns:a16="http://schemas.microsoft.com/office/drawing/2014/main" id="{4F9EBB5B-0793-CDF2-7549-51BC73A60E50}"/>
                </a:ext>
              </a:extLst>
            </p:cNvPr>
            <p:cNvSpPr/>
            <p:nvPr/>
          </p:nvSpPr>
          <p:spPr>
            <a:xfrm>
              <a:off x="11700022" y="3289633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REDACTED_00351</a:t>
              </a:r>
            </a:p>
          </p:txBody>
        </p:sp>
      </p:grpSp>
      <p:sp>
        <p:nvSpPr>
          <p:cNvPr id="179" name="Text 6">
            <a:extLst>
              <a:ext uri="{FF2B5EF4-FFF2-40B4-BE49-F238E27FC236}">
                <a16:creationId xmlns:a16="http://schemas.microsoft.com/office/drawing/2014/main" id="{1FCCE49B-8B99-8BF0-6D38-9B600CC99E58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85" name="Shape 130">
            <a:extLst>
              <a:ext uri="{FF2B5EF4-FFF2-40B4-BE49-F238E27FC236}">
                <a16:creationId xmlns:a16="http://schemas.microsoft.com/office/drawing/2014/main" id="{67FF35D6-F184-46AD-E8E1-991F0185FA36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6C0345A7-0DEB-8010-A307-DEAF05C24325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89" name="Picture 188" descr="A black and blue logo  AI-generated content may be incorrect.">
            <a:extLst>
              <a:ext uri="{FF2B5EF4-FFF2-40B4-BE49-F238E27FC236}">
                <a16:creationId xmlns:a16="http://schemas.microsoft.com/office/drawing/2014/main" id="{A4C7EE3F-D230-366B-E93A-F0C3F0F9F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94" name="Text 211a">
            <a:extLst>
              <a:ext uri="{FF2B5EF4-FFF2-40B4-BE49-F238E27FC236}">
                <a16:creationId xmlns:a16="http://schemas.microsoft.com/office/drawing/2014/main" id="{5B196DCF-583D-FAA2-2C44-A3E86BF7C321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96" name="Text 213a">
            <a:extLst>
              <a:ext uri="{FF2B5EF4-FFF2-40B4-BE49-F238E27FC236}">
                <a16:creationId xmlns:a16="http://schemas.microsoft.com/office/drawing/2014/main" id="{0835AFA7-EC58-3EEE-CB66-EFBF38E67851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98" name="Text 218a">
            <a:extLst>
              <a:ext uri="{FF2B5EF4-FFF2-40B4-BE49-F238E27FC236}">
                <a16:creationId xmlns:a16="http://schemas.microsoft.com/office/drawing/2014/main" id="{B8846EF2-0940-865E-4B05-5EDAFA680EC6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202" name="Shape 229">
            <a:extLst>
              <a:ext uri="{FF2B5EF4-FFF2-40B4-BE49-F238E27FC236}">
                <a16:creationId xmlns:a16="http://schemas.microsoft.com/office/drawing/2014/main" id="{C2C9A442-6D6E-E3F4-BFFD-DCC514C19FD2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REDACTED_01049</a:t>
            </a:r>
          </a:p>
        </p:txBody>
      </p:sp>
      <p:sp>
        <p:nvSpPr>
          <p:cNvPr id="207" name="Shape 105">
            <a:extLst>
              <a:ext uri="{FF2B5EF4-FFF2-40B4-BE49-F238E27FC236}">
                <a16:creationId xmlns:a16="http://schemas.microsoft.com/office/drawing/2014/main" id="{09E69A43-2A0A-AD67-40FA-C5396FC0552F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3" name="Shape 10">
            <a:extLst>
              <a:ext uri="{FF2B5EF4-FFF2-40B4-BE49-F238E27FC236}">
                <a16:creationId xmlns:a16="http://schemas.microsoft.com/office/drawing/2014/main" id="{10A6F85D-38CD-4BB4-3CDC-6E5A5D21429F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7" name="Shape 10">
            <a:extLst>
              <a:ext uri="{FF2B5EF4-FFF2-40B4-BE49-F238E27FC236}">
                <a16:creationId xmlns:a16="http://schemas.microsoft.com/office/drawing/2014/main" id="{723C1071-CDBC-7FC6-4595-5AC1A51A2CB0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9" name="Shape 32">
            <a:extLst>
              <a:ext uri="{FF2B5EF4-FFF2-40B4-BE49-F238E27FC236}">
                <a16:creationId xmlns:a16="http://schemas.microsoft.com/office/drawing/2014/main" id="{DC1728BF-FACB-E0D3-C897-9F1D6D81C467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1" name="Shape 32">
            <a:extLst>
              <a:ext uri="{FF2B5EF4-FFF2-40B4-BE49-F238E27FC236}">
                <a16:creationId xmlns:a16="http://schemas.microsoft.com/office/drawing/2014/main" id="{D72940CE-5D98-CC10-F8A9-5DBD340636BE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3" name="Text 31">
            <a:extLst>
              <a:ext uri="{FF2B5EF4-FFF2-40B4-BE49-F238E27FC236}">
                <a16:creationId xmlns:a16="http://schemas.microsoft.com/office/drawing/2014/main" id="{DCD5087E-08AB-766F-C865-EA809BD1D7FF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35" name="Shape 32">
            <a:extLst>
              <a:ext uri="{FF2B5EF4-FFF2-40B4-BE49-F238E27FC236}">
                <a16:creationId xmlns:a16="http://schemas.microsoft.com/office/drawing/2014/main" id="{B72D7448-D265-8AAF-A88E-613EF453BC2B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7" name="Text 33">
            <a:extLst>
              <a:ext uri="{FF2B5EF4-FFF2-40B4-BE49-F238E27FC236}">
                <a16:creationId xmlns:a16="http://schemas.microsoft.com/office/drawing/2014/main" id="{6A94EEB3-92CC-82CD-0FFC-62A4E929A464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REDACTED_01050</a:t>
            </a:r>
          </a:p>
        </p:txBody>
      </p:sp>
      <p:sp>
        <p:nvSpPr>
          <p:cNvPr id="239" name="Text 33">
            <a:extLst>
              <a:ext uri="{FF2B5EF4-FFF2-40B4-BE49-F238E27FC236}">
                <a16:creationId xmlns:a16="http://schemas.microsoft.com/office/drawing/2014/main" id="{2F2DA89E-A2B6-C8F9-EFCE-D2519BED9D7E}"/>
              </a:ext>
            </a:extLst>
          </p:cNvPr>
          <p:cNvSpPr/>
          <p:nvPr/>
        </p:nvSpPr>
        <p:spPr>
          <a:xfrm>
            <a:off x="180001" y="25082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REDACTED_01051</a:t>
            </a:r>
            <a:r>
              <a:rPr lang="en-US" sz="800" err="1">
                <a:solidFill>
                  <a:srgbClr val="444444"/>
                </a:solidFill>
              </a:rPr>
              <a:t>REDACTED_00421</a:t>
            </a:r>
            <a:r>
              <a:rPr lang="en-US" sz="800">
                <a:solidFill>
                  <a:srgbClr val="444444"/>
                </a:solidFill>
              </a:rPr>
              <a:t>REDACTED_01052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REDACTED_01053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REDACTED_01054</a:t>
            </a:r>
            <a:endParaRPr lang="en-US" sz="800"/>
          </a:p>
        </p:txBody>
      </p:sp>
      <p:sp>
        <p:nvSpPr>
          <p:cNvPr id="246" name="Text 31">
            <a:extLst>
              <a:ext uri="{FF2B5EF4-FFF2-40B4-BE49-F238E27FC236}">
                <a16:creationId xmlns:a16="http://schemas.microsoft.com/office/drawing/2014/main" id="{B7F4DE20-F334-2B99-E241-6278C5546161}"/>
              </a:ext>
            </a:extLst>
          </p:cNvPr>
          <p:cNvSpPr/>
          <p:nvPr/>
        </p:nvSpPr>
        <p:spPr>
          <a:xfrm>
            <a:off x="180000" y="23409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64" name="Shape 32">
            <a:extLst>
              <a:ext uri="{FF2B5EF4-FFF2-40B4-BE49-F238E27FC236}">
                <a16:creationId xmlns:a16="http://schemas.microsoft.com/office/drawing/2014/main" id="{D64AA229-B2DF-8930-B44E-DA4967D7A00B}"/>
              </a:ext>
            </a:extLst>
          </p:cNvPr>
          <p:cNvSpPr/>
          <p:nvPr/>
        </p:nvSpPr>
        <p:spPr>
          <a:xfrm>
            <a:off x="144000" y="24598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6" name="Shape 10">
            <a:extLst>
              <a:ext uri="{FF2B5EF4-FFF2-40B4-BE49-F238E27FC236}">
                <a16:creationId xmlns:a16="http://schemas.microsoft.com/office/drawing/2014/main" id="{ACE08AE7-AA6F-2610-09E0-9EB066CA6ADA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0" name="Shape 16">
            <a:extLst>
              <a:ext uri="{FF2B5EF4-FFF2-40B4-BE49-F238E27FC236}">
                <a16:creationId xmlns:a16="http://schemas.microsoft.com/office/drawing/2014/main" id="{54008CFE-0BC8-4CF3-E148-F13817AC988A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REDACTED_00408</a:t>
            </a:r>
          </a:p>
        </p:txBody>
      </p:sp>
      <p:sp>
        <p:nvSpPr>
          <p:cNvPr id="272" name="Shape 16">
            <a:extLst>
              <a:ext uri="{FF2B5EF4-FFF2-40B4-BE49-F238E27FC236}">
                <a16:creationId xmlns:a16="http://schemas.microsoft.com/office/drawing/2014/main" id="{33D0BA73-AA39-C758-47B0-6A253F1E694A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REDACTED_00917</a:t>
            </a:r>
          </a:p>
        </p:txBody>
      </p:sp>
      <p:sp>
        <p:nvSpPr>
          <p:cNvPr id="274" name="Shape 16">
            <a:extLst>
              <a:ext uri="{FF2B5EF4-FFF2-40B4-BE49-F238E27FC236}">
                <a16:creationId xmlns:a16="http://schemas.microsoft.com/office/drawing/2014/main" id="{73E59776-6221-816C-3734-47414AB8FA49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REDACTED_01055</a:t>
            </a:r>
          </a:p>
        </p:txBody>
      </p:sp>
      <p:sp>
        <p:nvSpPr>
          <p:cNvPr id="276" name="Shape 16">
            <a:extLst>
              <a:ext uri="{FF2B5EF4-FFF2-40B4-BE49-F238E27FC236}">
                <a16:creationId xmlns:a16="http://schemas.microsoft.com/office/drawing/2014/main" id="{EF3F0753-302D-D8C5-36DA-2456E258DAC7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REDACTED_01056</a:t>
            </a: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91BC35A2-F33A-4E83-29DC-8FB4717628E8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02B30043-FDFD-2A59-4D8D-8261AF69AB35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D655EDC5-CFA4-028B-C612-CD8458D8400E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4E16C94D-8F50-2202-197A-DED4F11F0E95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A42A4705-6C84-930D-6A2F-0A20807FD6A4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87" name="Shape 37">
              <a:extLst>
                <a:ext uri="{FF2B5EF4-FFF2-40B4-BE49-F238E27FC236}">
                  <a16:creationId xmlns:a16="http://schemas.microsoft.com/office/drawing/2014/main" id="{9F135BEF-0C51-AF9E-63C2-0D54FB8EE6BA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8" name="Shape 38">
              <a:extLst>
                <a:ext uri="{FF2B5EF4-FFF2-40B4-BE49-F238E27FC236}">
                  <a16:creationId xmlns:a16="http://schemas.microsoft.com/office/drawing/2014/main" id="{440AD90C-8EC8-4879-079B-892318BA7939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9" name="Text 39">
              <a:extLst>
                <a:ext uri="{FF2B5EF4-FFF2-40B4-BE49-F238E27FC236}">
                  <a16:creationId xmlns:a16="http://schemas.microsoft.com/office/drawing/2014/main" id="{ECD73948-370A-8A98-5E60-4DA4F9BE9C7E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800">
                  <a:solidFill>
                    <a:srgbClr val="1A3A36"/>
                  </a:solidFill>
                </a:rPr>
                <a:t>REDACTED_01057</a:t>
              </a:r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A6E81578-68F8-2370-BE35-EBB87FDF593C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91" name="Shape 37">
              <a:extLst>
                <a:ext uri="{FF2B5EF4-FFF2-40B4-BE49-F238E27FC236}">
                  <a16:creationId xmlns:a16="http://schemas.microsoft.com/office/drawing/2014/main" id="{95D00840-DB4B-0C84-1F36-DAF3FCC03886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2" name="Shape 38">
              <a:extLst>
                <a:ext uri="{FF2B5EF4-FFF2-40B4-BE49-F238E27FC236}">
                  <a16:creationId xmlns:a16="http://schemas.microsoft.com/office/drawing/2014/main" id="{918131CC-42DE-7B1A-A25D-0581F360260D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3" name="Text 39">
              <a:extLst>
                <a:ext uri="{FF2B5EF4-FFF2-40B4-BE49-F238E27FC236}">
                  <a16:creationId xmlns:a16="http://schemas.microsoft.com/office/drawing/2014/main" id="{4ED7C18E-BD0D-C013-6FDC-62315F0A535D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/>
                <a:t>REDACTED_01058</a:t>
              </a:r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18725514-9E45-1031-ED1D-6C8A25EB2682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95" name="Shape 37">
              <a:extLst>
                <a:ext uri="{FF2B5EF4-FFF2-40B4-BE49-F238E27FC236}">
                  <a16:creationId xmlns:a16="http://schemas.microsoft.com/office/drawing/2014/main" id="{14A9071F-228B-5353-AD85-E908B0CD2973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6" name="Shape 38">
              <a:extLst>
                <a:ext uri="{FF2B5EF4-FFF2-40B4-BE49-F238E27FC236}">
                  <a16:creationId xmlns:a16="http://schemas.microsoft.com/office/drawing/2014/main" id="{7DD72444-1EC5-FF31-4C1B-073B86733ABC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7" name="Text 39">
              <a:extLst>
                <a:ext uri="{FF2B5EF4-FFF2-40B4-BE49-F238E27FC236}">
                  <a16:creationId xmlns:a16="http://schemas.microsoft.com/office/drawing/2014/main" id="{E7D8EC4F-ED8B-A05C-869D-934A83143CED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REDACTED_01059</a:t>
              </a:r>
              <a:endParaRPr lang="en-US" sz="800"/>
            </a:p>
          </p:txBody>
        </p:sp>
      </p:grpSp>
      <p:sp>
        <p:nvSpPr>
          <p:cNvPr id="298" name="Shape 229">
            <a:extLst>
              <a:ext uri="{FF2B5EF4-FFF2-40B4-BE49-F238E27FC236}">
                <a16:creationId xmlns:a16="http://schemas.microsoft.com/office/drawing/2014/main" id="{DE272FE0-C57C-47C7-EC7D-1C39802974CA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300" name="Shape 46">
            <a:extLst>
              <a:ext uri="{FF2B5EF4-FFF2-40B4-BE49-F238E27FC236}">
                <a16:creationId xmlns:a16="http://schemas.microsoft.com/office/drawing/2014/main" id="{7758F70A-27E3-E6A0-F088-A5112DBD2013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B91F8264-4C04-DDCB-E647-75924C5A095A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316" name="Text 35">
            <a:extLst>
              <a:ext uri="{FF2B5EF4-FFF2-40B4-BE49-F238E27FC236}">
                <a16:creationId xmlns:a16="http://schemas.microsoft.com/office/drawing/2014/main" id="{5E22C187-8DDF-A2A3-D6D4-23ACC48BA78D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18" name="Shape 36">
            <a:extLst>
              <a:ext uri="{FF2B5EF4-FFF2-40B4-BE49-F238E27FC236}">
                <a16:creationId xmlns:a16="http://schemas.microsoft.com/office/drawing/2014/main" id="{9EAE6733-BC94-BD7B-678A-842F024F0274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0" name="Shape 36">
            <a:extLst>
              <a:ext uri="{FF2B5EF4-FFF2-40B4-BE49-F238E27FC236}">
                <a16:creationId xmlns:a16="http://schemas.microsoft.com/office/drawing/2014/main" id="{7C991AB7-1B88-B1F3-93CD-029D4157B5A8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2" name="Text 35">
            <a:extLst>
              <a:ext uri="{FF2B5EF4-FFF2-40B4-BE49-F238E27FC236}">
                <a16:creationId xmlns:a16="http://schemas.microsoft.com/office/drawing/2014/main" id="{405320A9-7B29-8CA4-AA6C-98B260F5E354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24" name="Text 90">
            <a:extLst>
              <a:ext uri="{FF2B5EF4-FFF2-40B4-BE49-F238E27FC236}">
                <a16:creationId xmlns:a16="http://schemas.microsoft.com/office/drawing/2014/main" id="{6C61E951-C9BA-C02B-8910-5FCFEE9F1423}"/>
              </a:ext>
            </a:extLst>
          </p:cNvPr>
          <p:cNvSpPr/>
          <p:nvPr/>
        </p:nvSpPr>
        <p:spPr>
          <a:xfrm>
            <a:off x="6950752" y="1917812"/>
            <a:ext cx="2439708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REDACTED_01060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E9FBD4-535D-D569-9F1F-594132AE31DA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/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7E1624-4A64-0FB3-6D71-27853468F405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REDACTED_00017</a:t>
            </a: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6F98D014-D0E7-8447-9257-12F9A819D2BF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A960C403-23D2-45D7-50A3-03CC88A9A199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94645014-BB14-944B-92E7-2FA20F0251B9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D7349B42-9B34-9B5E-3A19-89511CC8DBF1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D51A6DE6-42FD-C4BC-8AFF-BE27BD83E3BF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451EF33-17B0-615D-DFD8-4A6ABC2A036E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48" name="PersonIcon">
              <a:extLst>
                <a:ext uri="{FF2B5EF4-FFF2-40B4-BE49-F238E27FC236}">
                  <a16:creationId xmlns:a16="http://schemas.microsoft.com/office/drawing/2014/main" id="{2899782A-973C-144D-F447-7A3CF7A99983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 107">
              <a:extLst>
                <a:ext uri="{FF2B5EF4-FFF2-40B4-BE49-F238E27FC236}">
                  <a16:creationId xmlns:a16="http://schemas.microsoft.com/office/drawing/2014/main" id="{04FACE6A-3586-55CF-1918-923F7E772C9B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50" name="Text 108">
              <a:extLst>
                <a:ext uri="{FF2B5EF4-FFF2-40B4-BE49-F238E27FC236}">
                  <a16:creationId xmlns:a16="http://schemas.microsoft.com/office/drawing/2014/main" id="{D2CA5546-16C8-C113-B209-B6AA562542C5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REDACTED_00004</a:t>
              </a:r>
              <a:endParaRPr lang="en-US" sz="80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27B7902-84DD-146A-969A-0FCF21BE403C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52" name="GradCapIcon">
              <a:extLst>
                <a:ext uri="{FF2B5EF4-FFF2-40B4-BE49-F238E27FC236}">
                  <a16:creationId xmlns:a16="http://schemas.microsoft.com/office/drawing/2014/main" id="{9AC7604B-9682-0E64-E845-34F3AA2EE86B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Text 111">
              <a:extLst>
                <a:ext uri="{FF2B5EF4-FFF2-40B4-BE49-F238E27FC236}">
                  <a16:creationId xmlns:a16="http://schemas.microsoft.com/office/drawing/2014/main" id="{D80813BF-6D67-6C51-A75D-5FC6374D984B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54" name="Text 112">
              <a:extLst>
                <a:ext uri="{FF2B5EF4-FFF2-40B4-BE49-F238E27FC236}">
                  <a16:creationId xmlns:a16="http://schemas.microsoft.com/office/drawing/2014/main" id="{1F1DF70B-BE84-3021-83FB-3E3110E03578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REDACTED_00392</a:t>
              </a:r>
              <a:endParaRPr lang="en-US" sz="80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F7D488A-D7CB-48B0-9FE3-9A9C9FF3FEF3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56" name="BuildingIcon">
              <a:extLst>
                <a:ext uri="{FF2B5EF4-FFF2-40B4-BE49-F238E27FC236}">
                  <a16:creationId xmlns:a16="http://schemas.microsoft.com/office/drawing/2014/main" id="{ADB762DC-BD27-77FB-32D3-BE23C7D95F4E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Text 109">
              <a:extLst>
                <a:ext uri="{FF2B5EF4-FFF2-40B4-BE49-F238E27FC236}">
                  <a16:creationId xmlns:a16="http://schemas.microsoft.com/office/drawing/2014/main" id="{D2CD226B-757E-6C58-294D-0363DB7E1CEF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58" name="Text 110">
              <a:extLst>
                <a:ext uri="{FF2B5EF4-FFF2-40B4-BE49-F238E27FC236}">
                  <a16:creationId xmlns:a16="http://schemas.microsoft.com/office/drawing/2014/main" id="{5D560D9D-8337-9007-15F6-581BD76D423C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REDACTED_00006</a:t>
              </a:r>
              <a:endParaRPr lang="en-US" sz="80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58F48A-E816-7DDE-71FB-FD20D59B2B8D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A20A5BF-9F88-CEDF-E288-7B4D78B8E6C3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62" name="Text 109">
                <a:extLst>
                  <a:ext uri="{FF2B5EF4-FFF2-40B4-BE49-F238E27FC236}">
                    <a16:creationId xmlns:a16="http://schemas.microsoft.com/office/drawing/2014/main" id="{B92E81B9-D783-4998-08E3-87ED311080C8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63" name="Text 110">
                <a:extLst>
                  <a:ext uri="{FF2B5EF4-FFF2-40B4-BE49-F238E27FC236}">
                    <a16:creationId xmlns:a16="http://schemas.microsoft.com/office/drawing/2014/main" id="{714BD988-7AA3-CF0A-149B-42BDF41CA549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REDACTED_01061</a:t>
                </a:r>
                <a:endParaRPr lang="en-US" sz="800"/>
              </a:p>
            </p:txBody>
          </p:sp>
        </p:grpSp>
        <p:pic>
          <p:nvPicPr>
            <p:cNvPr id="61" name="Graphic 60" descr="Management with solid fill">
              <a:extLst>
                <a:ext uri="{FF2B5EF4-FFF2-40B4-BE49-F238E27FC236}">
                  <a16:creationId xmlns:a16="http://schemas.microsoft.com/office/drawing/2014/main" id="{40AE9E0F-8691-4651-80E7-4F17FCF0B1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sp>
        <p:nvSpPr>
          <p:cNvPr id="3" name="Shape 5">
            <a:extLst>
              <a:ext uri="{FF2B5EF4-FFF2-40B4-BE49-F238E27FC236}">
                <a16:creationId xmlns:a16="http://schemas.microsoft.com/office/drawing/2014/main" id="{2810F4AA-6D06-B8A7-DE75-0B2DAE057617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1"/>
              </a:solidFill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435174E6-5301-9F00-6574-5256AFA648E6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1"/>
                </a:solidFill>
              </a:rPr>
              <a:t>REDACTED_00348</a:t>
            </a:r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49E6B4D8-9699-9AE7-8F97-FBFB347490A7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6FDF219F-364F-AE8B-6F78-41EC650AAF1D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REDACTED_00097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69736A-F2CC-A014-B424-B91A344AEF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  <p:sp>
        <p:nvSpPr>
          <p:cNvPr id="10" name="Text 11">
            <a:extLst>
              <a:ext uri="{FF2B5EF4-FFF2-40B4-BE49-F238E27FC236}">
                <a16:creationId xmlns:a16="http://schemas.microsoft.com/office/drawing/2014/main" id="{14F7D713-AE3A-8149-9828-D401EADC4BAB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REDACTED_00967</a:t>
            </a:r>
          </a:p>
          <a:p>
            <a:r>
              <a:rPr lang="en-US" sz="650" b="1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194B153E-2C8E-C225-5E8C-798DDB8AFC34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CE8C37D2-34A5-CBA9-D00A-62F87C48A2CD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REDACTED_01030</a:t>
            </a:r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C85FD9F5-260B-5DFF-6FF2-2D004A6A8B17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REDACTED_01031</a:t>
            </a:r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96ADCE60-7CBF-3D9F-EE39-5093C0F33D37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20" name="Text 28">
            <a:extLst>
              <a:ext uri="{FF2B5EF4-FFF2-40B4-BE49-F238E27FC236}">
                <a16:creationId xmlns:a16="http://schemas.microsoft.com/office/drawing/2014/main" id="{B8663ABA-BB71-4DD8-838A-1457C8D39633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22" name="Text 32">
            <a:extLst>
              <a:ext uri="{FF2B5EF4-FFF2-40B4-BE49-F238E27FC236}">
                <a16:creationId xmlns:a16="http://schemas.microsoft.com/office/drawing/2014/main" id="{A05B33E1-0371-8622-4D03-1F6C6790D75C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REDACTED_01033</a:t>
            </a:r>
          </a:p>
          <a:p>
            <a:r>
              <a:rPr lang="en-US" sz="650">
                <a:solidFill>
                  <a:srgbClr val="444444"/>
                </a:solidFill>
              </a:rPr>
              <a:t>REDACTED_01034</a:t>
            </a:r>
          </a:p>
        </p:txBody>
      </p:sp>
      <p:sp>
        <p:nvSpPr>
          <p:cNvPr id="24" name="Shape 188">
            <a:extLst>
              <a:ext uri="{FF2B5EF4-FFF2-40B4-BE49-F238E27FC236}">
                <a16:creationId xmlns:a16="http://schemas.microsoft.com/office/drawing/2014/main" id="{749C99BE-C231-08A8-90B8-19508D4D2804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189">
            <a:extLst>
              <a:ext uri="{FF2B5EF4-FFF2-40B4-BE49-F238E27FC236}">
                <a16:creationId xmlns:a16="http://schemas.microsoft.com/office/drawing/2014/main" id="{0225F32B-8550-9E16-87E1-21D2DE461129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576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Shape 190">
            <a:extLst>
              <a:ext uri="{FF2B5EF4-FFF2-40B4-BE49-F238E27FC236}">
                <a16:creationId xmlns:a16="http://schemas.microsoft.com/office/drawing/2014/main" id="{1342BCB2-EFEF-FCA1-0A68-B77D4B672415}"/>
              </a:ext>
            </a:extLst>
          </p:cNvPr>
          <p:cNvSpPr>
            <a:spLocks/>
          </p:cNvSpPr>
          <p:nvPr/>
        </p:nvSpPr>
        <p:spPr>
          <a:xfrm>
            <a:off x="10022549" y="3413005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Shape 206">
            <a:extLst>
              <a:ext uri="{FF2B5EF4-FFF2-40B4-BE49-F238E27FC236}">
                <a16:creationId xmlns:a16="http://schemas.microsoft.com/office/drawing/2014/main" id="{1FB99FA0-2EAC-F2AD-73A2-4245917D77B0}"/>
              </a:ext>
            </a:extLst>
          </p:cNvPr>
          <p:cNvSpPr>
            <a:spLocks/>
          </p:cNvSpPr>
          <p:nvPr/>
        </p:nvSpPr>
        <p:spPr>
          <a:xfrm>
            <a:off x="9986549" y="2802563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33" name="Shape 210">
            <a:extLst>
              <a:ext uri="{FF2B5EF4-FFF2-40B4-BE49-F238E27FC236}">
                <a16:creationId xmlns:a16="http://schemas.microsoft.com/office/drawing/2014/main" id="{0C7B64B5-A2D2-52BD-C990-86A58B8CBF18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5" name="Text 191">
            <a:extLst>
              <a:ext uri="{FF2B5EF4-FFF2-40B4-BE49-F238E27FC236}">
                <a16:creationId xmlns:a16="http://schemas.microsoft.com/office/drawing/2014/main" id="{4CC44C5C-AE40-3146-F554-F7F3716F05CF}"/>
              </a:ext>
            </a:extLst>
          </p:cNvPr>
          <p:cNvSpPr/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650" b="1">
                <a:solidFill>
                  <a:schemeClr val="accent1"/>
                </a:solidFill>
              </a:rPr>
              <a:t>REDACTED_00051</a:t>
            </a:r>
          </a:p>
        </p:txBody>
      </p:sp>
      <p:sp>
        <p:nvSpPr>
          <p:cNvPr id="41" name="Shape 202">
            <a:extLst>
              <a:ext uri="{FF2B5EF4-FFF2-40B4-BE49-F238E27FC236}">
                <a16:creationId xmlns:a16="http://schemas.microsoft.com/office/drawing/2014/main" id="{4BBA6138-A739-0AFF-D4ED-A81CB794FEEB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5" name="Text 207">
            <a:extLst>
              <a:ext uri="{FF2B5EF4-FFF2-40B4-BE49-F238E27FC236}">
                <a16:creationId xmlns:a16="http://schemas.microsoft.com/office/drawing/2014/main" id="{C7F47090-9254-5B7F-BCD4-7D83AAA3A856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REDACTED_00055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65" name="Text 211">
            <a:extLst>
              <a:ext uri="{FF2B5EF4-FFF2-40B4-BE49-F238E27FC236}">
                <a16:creationId xmlns:a16="http://schemas.microsoft.com/office/drawing/2014/main" id="{A19025A3-61A2-0FB6-0D78-B178A5EFA7D6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REDACTED_00057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67" name="Text 203">
            <a:extLst>
              <a:ext uri="{FF2B5EF4-FFF2-40B4-BE49-F238E27FC236}">
                <a16:creationId xmlns:a16="http://schemas.microsoft.com/office/drawing/2014/main" id="{137C5D94-3FDB-46C6-912E-CD77646A3C73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69" name="Shape 202">
            <a:extLst>
              <a:ext uri="{FF2B5EF4-FFF2-40B4-BE49-F238E27FC236}">
                <a16:creationId xmlns:a16="http://schemas.microsoft.com/office/drawing/2014/main" id="{88F1F474-2446-406B-33DD-285613803AB8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5" name="Text 207">
            <a:extLst>
              <a:ext uri="{FF2B5EF4-FFF2-40B4-BE49-F238E27FC236}">
                <a16:creationId xmlns:a16="http://schemas.microsoft.com/office/drawing/2014/main" id="{D5224BA0-3198-9530-EBDF-380E5E1AFB1A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REDACTED_00054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77" name="Text 194">
            <a:extLst>
              <a:ext uri="{FF2B5EF4-FFF2-40B4-BE49-F238E27FC236}">
                <a16:creationId xmlns:a16="http://schemas.microsoft.com/office/drawing/2014/main" id="{031CB5B0-62B4-366A-DC65-CB78CBA05781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REDACTED_00052</a:t>
            </a:r>
          </a:p>
        </p:txBody>
      </p:sp>
      <p:sp>
        <p:nvSpPr>
          <p:cNvPr id="79" name="Shape 198">
            <a:extLst>
              <a:ext uri="{FF2B5EF4-FFF2-40B4-BE49-F238E27FC236}">
                <a16:creationId xmlns:a16="http://schemas.microsoft.com/office/drawing/2014/main" id="{47A00B66-069E-803E-8289-A2A4D4BB978F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1" name="Text 199">
            <a:extLst>
              <a:ext uri="{FF2B5EF4-FFF2-40B4-BE49-F238E27FC236}">
                <a16:creationId xmlns:a16="http://schemas.microsoft.com/office/drawing/2014/main" id="{5AF67710-A890-4CEB-D9D2-B7F4C1A43A8F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89">
            <a:extLst>
              <a:ext uri="{FF2B5EF4-FFF2-40B4-BE49-F238E27FC236}">
                <a16:creationId xmlns:a16="http://schemas.microsoft.com/office/drawing/2014/main" id="{781AEE19-89A9-C65F-4F5F-9ED524F863B4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solidFill>
            <a:srgbClr val="B8CCCC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2" name="Shape 9">
            <a:extLst>
              <a:ext uri="{FF2B5EF4-FFF2-40B4-BE49-F238E27FC236}">
                <a16:creationId xmlns:a16="http://schemas.microsoft.com/office/drawing/2014/main" id="{3228AB06-6A0B-097B-AC3A-703C549B1B71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2" name="Shape 46">
            <a:extLst>
              <a:ext uri="{FF2B5EF4-FFF2-40B4-BE49-F238E27FC236}">
                <a16:creationId xmlns:a16="http://schemas.microsoft.com/office/drawing/2014/main" id="{5BF9B44D-79CE-2917-7369-62304BF1239C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7" name="Shape 46">
            <a:extLst>
              <a:ext uri="{FF2B5EF4-FFF2-40B4-BE49-F238E27FC236}">
                <a16:creationId xmlns:a16="http://schemas.microsoft.com/office/drawing/2014/main" id="{4C939030-8DAE-6E03-F7F5-B1E766E8D234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1" name="Shape 105">
            <a:extLst>
              <a:ext uri="{FF2B5EF4-FFF2-40B4-BE49-F238E27FC236}">
                <a16:creationId xmlns:a16="http://schemas.microsoft.com/office/drawing/2014/main" id="{F76F52F9-2CCF-C255-6980-3ABA24EB352A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5" name="Shape 13">
            <a:extLst>
              <a:ext uri="{FF2B5EF4-FFF2-40B4-BE49-F238E27FC236}">
                <a16:creationId xmlns:a16="http://schemas.microsoft.com/office/drawing/2014/main" id="{CE69AAFB-D2FB-F819-1DFA-D23D0EFCAC2E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1" name="Shape 13">
            <a:extLst>
              <a:ext uri="{FF2B5EF4-FFF2-40B4-BE49-F238E27FC236}">
                <a16:creationId xmlns:a16="http://schemas.microsoft.com/office/drawing/2014/main" id="{623F4470-71FB-A32B-5C42-5187D62D74CB}"/>
              </a:ext>
            </a:extLst>
          </p:cNvPr>
          <p:cNvSpPr/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8" name="Shape 229">
            <a:extLst>
              <a:ext uri="{FF2B5EF4-FFF2-40B4-BE49-F238E27FC236}">
                <a16:creationId xmlns:a16="http://schemas.microsoft.com/office/drawing/2014/main" id="{5D59C10A-B15D-7556-0C72-AD689C07D8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8" name="Shape 229">
            <a:extLst>
              <a:ext uri="{FF2B5EF4-FFF2-40B4-BE49-F238E27FC236}">
                <a16:creationId xmlns:a16="http://schemas.microsoft.com/office/drawing/2014/main" id="{547120D5-6B84-6B83-434E-10CA8D49C641}"/>
              </a:ext>
            </a:extLst>
          </p:cNvPr>
          <p:cNvSpPr/>
          <p:nvPr/>
        </p:nvSpPr>
        <p:spPr>
          <a:xfrm>
            <a:off x="6865409" y="8224532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Shape 46">
            <a:extLst>
              <a:ext uri="{FF2B5EF4-FFF2-40B4-BE49-F238E27FC236}">
                <a16:creationId xmlns:a16="http://schemas.microsoft.com/office/drawing/2014/main" id="{9E518427-5182-65C9-CA69-8D05C3F0E7DE}"/>
              </a:ext>
            </a:extLst>
          </p:cNvPr>
          <p:cNvSpPr/>
          <p:nvPr/>
        </p:nvSpPr>
        <p:spPr>
          <a:xfrm>
            <a:off x="3843304" y="8216924"/>
            <a:ext cx="2970319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24D7C6-B9AC-336F-549D-3825CC50BB78}"/>
              </a:ext>
            </a:extLst>
          </p:cNvPr>
          <p:cNvSpPr txBox="1"/>
          <p:nvPr/>
        </p:nvSpPr>
        <p:spPr>
          <a:xfrm>
            <a:off x="6965409" y="8324532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E672D2E-4FC1-AE09-4AD9-FFC0833B1295}"/>
              </a:ext>
            </a:extLst>
          </p:cNvPr>
          <p:cNvSpPr txBox="1"/>
          <p:nvPr/>
        </p:nvSpPr>
        <p:spPr>
          <a:xfrm>
            <a:off x="3943304" y="8316924"/>
            <a:ext cx="2765448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REDACTED_01062</a:t>
            </a:r>
            <a:r>
              <a:rPr lang="en-US" sz="700" err="1">
                <a:solidFill>
                  <a:srgbClr val="444444"/>
                </a:solidFill>
              </a:rPr>
              <a:t>REDACTED_01063</a:t>
            </a:r>
            <a:r>
              <a:rPr lang="en-US" sz="700">
                <a:solidFill>
                  <a:srgbClr val="444444"/>
                </a:solidFill>
              </a:rPr>
              <a:t>REDACTED_01064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REDACTED_01065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REDACTED_01066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257C57-CA32-C80F-2B48-A120EF83ACAC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7" name="Text 2">
            <a:extLst>
              <a:ext uri="{FF2B5EF4-FFF2-40B4-BE49-F238E27FC236}">
                <a16:creationId xmlns:a16="http://schemas.microsoft.com/office/drawing/2014/main" id="{DAFE0712-30DD-38E5-1616-DB1E4C45663E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REDACTED_01067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EA5D6B4-4364-7042-69E6-11AC1987652D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6AEB006-4A8D-974D-7241-5B3E9DCA9F85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>
                  <a:solidFill>
                    <a:schemeClr val="accent1"/>
                  </a:solidFill>
                </a:rPr>
                <a:t>REDACTED_01068</a:t>
              </a:r>
            </a:p>
          </p:txBody>
        </p:sp>
        <p:sp>
          <p:nvSpPr>
            <p:cNvPr id="90" name="Text 4">
              <a:extLst>
                <a:ext uri="{FF2B5EF4-FFF2-40B4-BE49-F238E27FC236}">
                  <a16:creationId xmlns:a16="http://schemas.microsoft.com/office/drawing/2014/main" id="{2DFAEE9E-2A50-36F4-2FB4-5F52FFAF233D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REDACTED_01011</a:t>
              </a:r>
            </a:p>
          </p:txBody>
        </p:sp>
      </p:grpSp>
      <p:sp>
        <p:nvSpPr>
          <p:cNvPr id="144" name="Shape 10">
            <a:extLst>
              <a:ext uri="{FF2B5EF4-FFF2-40B4-BE49-F238E27FC236}">
                <a16:creationId xmlns:a16="http://schemas.microsoft.com/office/drawing/2014/main" id="{E7E08C17-B715-C133-679B-30D97FC03E76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6" name="Text 11">
            <a:extLst>
              <a:ext uri="{FF2B5EF4-FFF2-40B4-BE49-F238E27FC236}">
                <a16:creationId xmlns:a16="http://schemas.microsoft.com/office/drawing/2014/main" id="{6590E79E-F5CA-A3C3-4873-F5093DFCD9F1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48" name="Text 12">
            <a:extLst>
              <a:ext uri="{FF2B5EF4-FFF2-40B4-BE49-F238E27FC236}">
                <a16:creationId xmlns:a16="http://schemas.microsoft.com/office/drawing/2014/main" id="{64CD31EA-1019-C006-186C-07984668094B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REDACTED_01069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REDACTED_01070</a:t>
            </a:r>
            <a:r>
              <a:rPr lang="en-US" sz="800" err="1">
                <a:solidFill>
                  <a:srgbClr val="1A1A1A"/>
                </a:solidFill>
              </a:rPr>
              <a:t>REDACTED_00911</a:t>
            </a:r>
            <a:r>
              <a:rPr lang="en-US" sz="800">
                <a:solidFill>
                  <a:srgbClr val="1A1A1A"/>
                </a:solidFill>
              </a:rPr>
              <a:t>REDACTED_01071</a:t>
            </a:r>
            <a:endParaRPr lang="en-US" sz="80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CC26C89-A5AC-47D9-98E9-7BF10A398DFD}"/>
              </a:ext>
            </a:extLst>
          </p:cNvPr>
          <p:cNvGrpSpPr/>
          <p:nvPr/>
        </p:nvGrpSpPr>
        <p:grpSpPr>
          <a:xfrm>
            <a:off x="9770789" y="1533603"/>
            <a:ext cx="2333207" cy="635924"/>
            <a:chOff x="10112273" y="2891968"/>
            <a:chExt cx="1920240" cy="580543"/>
          </a:xfrm>
        </p:grpSpPr>
        <p:sp>
          <p:nvSpPr>
            <p:cNvPr id="163" name="Shape 243">
              <a:extLst>
                <a:ext uri="{FF2B5EF4-FFF2-40B4-BE49-F238E27FC236}">
                  <a16:creationId xmlns:a16="http://schemas.microsoft.com/office/drawing/2014/main" id="{03AB8664-5417-CB13-C4A4-C39D67872328}"/>
                </a:ext>
              </a:extLst>
            </p:cNvPr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65" name="Text 241a">
              <a:extLst>
                <a:ext uri="{FF2B5EF4-FFF2-40B4-BE49-F238E27FC236}">
                  <a16:creationId xmlns:a16="http://schemas.microsoft.com/office/drawing/2014/main" id="{546389C3-F5C4-87EE-2D92-4492E7AFCBED}"/>
                </a:ext>
              </a:extLst>
            </p:cNvPr>
            <p:cNvSpPr/>
            <p:nvPr/>
          </p:nvSpPr>
          <p:spPr>
            <a:xfrm>
              <a:off x="10870434" y="2891968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167" name="Text 245a">
              <a:extLst>
                <a:ext uri="{FF2B5EF4-FFF2-40B4-BE49-F238E27FC236}">
                  <a16:creationId xmlns:a16="http://schemas.microsoft.com/office/drawing/2014/main" id="{543E6A49-7D53-C649-CEEB-C243DEB9AB31}"/>
                </a:ext>
              </a:extLst>
            </p:cNvPr>
            <p:cNvSpPr/>
            <p:nvPr/>
          </p:nvSpPr>
          <p:spPr>
            <a:xfrm>
              <a:off x="10870434" y="3026712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168" name="Shape 245a">
              <a:extLst>
                <a:ext uri="{FF2B5EF4-FFF2-40B4-BE49-F238E27FC236}">
                  <a16:creationId xmlns:a16="http://schemas.microsoft.com/office/drawing/2014/main" id="{0BC66C8A-07D0-FDD7-FB1B-D94E1E4E71B2}"/>
                </a:ext>
              </a:extLst>
            </p:cNvPr>
            <p:cNvSpPr/>
            <p:nvPr/>
          </p:nvSpPr>
          <p:spPr>
            <a:xfrm>
              <a:off x="10198303" y="3237891"/>
              <a:ext cx="139000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70" name="Text 247a">
              <a:extLst>
                <a:ext uri="{FF2B5EF4-FFF2-40B4-BE49-F238E27FC236}">
                  <a16:creationId xmlns:a16="http://schemas.microsoft.com/office/drawing/2014/main" id="{7DD81806-8395-6394-D82D-F24BC813585D}"/>
                </a:ext>
              </a:extLst>
            </p:cNvPr>
            <p:cNvSpPr/>
            <p:nvPr/>
          </p:nvSpPr>
          <p:spPr>
            <a:xfrm>
              <a:off x="11700022" y="3289631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REDACTED_00351</a:t>
              </a:r>
            </a:p>
          </p:txBody>
        </p:sp>
      </p:grpSp>
      <p:sp>
        <p:nvSpPr>
          <p:cNvPr id="176" name="Text 6">
            <a:extLst>
              <a:ext uri="{FF2B5EF4-FFF2-40B4-BE49-F238E27FC236}">
                <a16:creationId xmlns:a16="http://schemas.microsoft.com/office/drawing/2014/main" id="{403811C5-1D32-7195-7466-4EE8C23E3BD8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rgbClr val="444444"/>
                </a:solidFill>
              </a:rPr>
              <a:t>REDACTED_00038</a:t>
            </a:r>
          </a:p>
        </p:txBody>
      </p:sp>
      <p:sp>
        <p:nvSpPr>
          <p:cNvPr id="182" name="Shape 130">
            <a:extLst>
              <a:ext uri="{FF2B5EF4-FFF2-40B4-BE49-F238E27FC236}">
                <a16:creationId xmlns:a16="http://schemas.microsoft.com/office/drawing/2014/main" id="{17FE9493-34DE-62F1-B005-8009CFB66DBB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32B3D43-DE05-6561-16C8-63D9D110351B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86" name="Picture 185" descr="A black and blue logo  AI-generated content may be incorrect.">
            <a:extLst>
              <a:ext uri="{FF2B5EF4-FFF2-40B4-BE49-F238E27FC236}">
                <a16:creationId xmlns:a16="http://schemas.microsoft.com/office/drawing/2014/main" id="{24168EAC-4055-7C08-BFA7-0E8CF3432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91" name="Text 211a">
            <a:extLst>
              <a:ext uri="{FF2B5EF4-FFF2-40B4-BE49-F238E27FC236}">
                <a16:creationId xmlns:a16="http://schemas.microsoft.com/office/drawing/2014/main" id="{0B1DD4C5-B467-3D89-5CFC-DA2785B7874D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93" name="Text 213a">
            <a:extLst>
              <a:ext uri="{FF2B5EF4-FFF2-40B4-BE49-F238E27FC236}">
                <a16:creationId xmlns:a16="http://schemas.microsoft.com/office/drawing/2014/main" id="{269BA3EC-368C-74F3-6546-E069AD96CF5B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95" name="Text 218a">
            <a:extLst>
              <a:ext uri="{FF2B5EF4-FFF2-40B4-BE49-F238E27FC236}">
                <a16:creationId xmlns:a16="http://schemas.microsoft.com/office/drawing/2014/main" id="{7F7D2757-0B71-AAE4-95B8-0E5200FA3A14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99" name="Shape 229">
            <a:extLst>
              <a:ext uri="{FF2B5EF4-FFF2-40B4-BE49-F238E27FC236}">
                <a16:creationId xmlns:a16="http://schemas.microsoft.com/office/drawing/2014/main" id="{119A7BC7-CABD-E100-31BD-81047328D25F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REDACTED_01072</a:t>
            </a:r>
          </a:p>
        </p:txBody>
      </p:sp>
      <p:sp>
        <p:nvSpPr>
          <p:cNvPr id="204" name="Shape 105">
            <a:extLst>
              <a:ext uri="{FF2B5EF4-FFF2-40B4-BE49-F238E27FC236}">
                <a16:creationId xmlns:a16="http://schemas.microsoft.com/office/drawing/2014/main" id="{6F17E3BB-D8EC-959E-7E9E-663553D26F9A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0" name="Shape 10">
            <a:extLst>
              <a:ext uri="{FF2B5EF4-FFF2-40B4-BE49-F238E27FC236}">
                <a16:creationId xmlns:a16="http://schemas.microsoft.com/office/drawing/2014/main" id="{E831B09D-8E90-23AD-2F2C-AE2591A53ADE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4" name="Shape 10">
            <a:extLst>
              <a:ext uri="{FF2B5EF4-FFF2-40B4-BE49-F238E27FC236}">
                <a16:creationId xmlns:a16="http://schemas.microsoft.com/office/drawing/2014/main" id="{7624FF6A-95BE-B639-43B9-8E58066DF226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6" name="Shape 32">
            <a:extLst>
              <a:ext uri="{FF2B5EF4-FFF2-40B4-BE49-F238E27FC236}">
                <a16:creationId xmlns:a16="http://schemas.microsoft.com/office/drawing/2014/main" id="{0B41E545-37C7-6CCB-D17E-870DB27543BA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8" name="Shape 32">
            <a:extLst>
              <a:ext uri="{FF2B5EF4-FFF2-40B4-BE49-F238E27FC236}">
                <a16:creationId xmlns:a16="http://schemas.microsoft.com/office/drawing/2014/main" id="{DE8D1A7C-7B33-0CDB-1A2A-5838C3134668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0" name="Text 31">
            <a:extLst>
              <a:ext uri="{FF2B5EF4-FFF2-40B4-BE49-F238E27FC236}">
                <a16:creationId xmlns:a16="http://schemas.microsoft.com/office/drawing/2014/main" id="{829C1C2F-8C9B-05AF-3CCE-AF95B3EEA75A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32" name="Shape 32">
            <a:extLst>
              <a:ext uri="{FF2B5EF4-FFF2-40B4-BE49-F238E27FC236}">
                <a16:creationId xmlns:a16="http://schemas.microsoft.com/office/drawing/2014/main" id="{8838250A-0B5A-19FB-B1CD-CFA3AED4ED01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4" name="Text 33">
            <a:extLst>
              <a:ext uri="{FF2B5EF4-FFF2-40B4-BE49-F238E27FC236}">
                <a16:creationId xmlns:a16="http://schemas.microsoft.com/office/drawing/2014/main" id="{12E694A4-4EA4-5F65-181E-D09A1EDE45E5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REDACTED_01073</a:t>
            </a:r>
            <a:r>
              <a:rPr lang="en-US" sz="800" err="1">
                <a:solidFill>
                  <a:srgbClr val="444444"/>
                </a:solidFill>
              </a:rPr>
              <a:t>REDACTED_00951</a:t>
            </a:r>
            <a:r>
              <a:rPr lang="en-US" sz="800">
                <a:solidFill>
                  <a:srgbClr val="444444"/>
                </a:solidFill>
              </a:rPr>
              <a:t>REDACTED_01074</a:t>
            </a:r>
          </a:p>
        </p:txBody>
      </p:sp>
      <p:sp>
        <p:nvSpPr>
          <p:cNvPr id="236" name="Text 33">
            <a:extLst>
              <a:ext uri="{FF2B5EF4-FFF2-40B4-BE49-F238E27FC236}">
                <a16:creationId xmlns:a16="http://schemas.microsoft.com/office/drawing/2014/main" id="{B96C3672-446C-3597-73B2-3715D06D5D39}"/>
              </a:ext>
            </a:extLst>
          </p:cNvPr>
          <p:cNvSpPr/>
          <p:nvPr/>
        </p:nvSpPr>
        <p:spPr>
          <a:xfrm>
            <a:off x="180001" y="25336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REDACTED_01075</a:t>
            </a:r>
          </a:p>
          <a:p>
            <a:r>
              <a:rPr lang="en-US" sz="800">
                <a:solidFill>
                  <a:srgbClr val="444444"/>
                </a:solidFill>
              </a:rPr>
              <a:t>REDACTED_01076</a:t>
            </a:r>
          </a:p>
        </p:txBody>
      </p:sp>
      <p:sp>
        <p:nvSpPr>
          <p:cNvPr id="238" name="Text 31">
            <a:extLst>
              <a:ext uri="{FF2B5EF4-FFF2-40B4-BE49-F238E27FC236}">
                <a16:creationId xmlns:a16="http://schemas.microsoft.com/office/drawing/2014/main" id="{07A52377-1BA3-E123-339A-D9DD25267676}"/>
              </a:ext>
            </a:extLst>
          </p:cNvPr>
          <p:cNvSpPr/>
          <p:nvPr/>
        </p:nvSpPr>
        <p:spPr>
          <a:xfrm>
            <a:off x="180000" y="23663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40" name="Shape 32">
            <a:extLst>
              <a:ext uri="{FF2B5EF4-FFF2-40B4-BE49-F238E27FC236}">
                <a16:creationId xmlns:a16="http://schemas.microsoft.com/office/drawing/2014/main" id="{93926B17-96DE-2A96-DFE2-5AE97702275A}"/>
              </a:ext>
            </a:extLst>
          </p:cNvPr>
          <p:cNvSpPr/>
          <p:nvPr/>
        </p:nvSpPr>
        <p:spPr>
          <a:xfrm>
            <a:off x="144000" y="24852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3" name="Shape 10">
            <a:extLst>
              <a:ext uri="{FF2B5EF4-FFF2-40B4-BE49-F238E27FC236}">
                <a16:creationId xmlns:a16="http://schemas.microsoft.com/office/drawing/2014/main" id="{A108EF21-FA94-1792-8EE7-D3EFB7601401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7" name="Shape 16">
            <a:extLst>
              <a:ext uri="{FF2B5EF4-FFF2-40B4-BE49-F238E27FC236}">
                <a16:creationId xmlns:a16="http://schemas.microsoft.com/office/drawing/2014/main" id="{0A00BC9F-D95D-4ECA-5628-76946656077A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REDACTED_00408</a:t>
            </a:r>
          </a:p>
        </p:txBody>
      </p:sp>
      <p:sp>
        <p:nvSpPr>
          <p:cNvPr id="269" name="Shape 16">
            <a:extLst>
              <a:ext uri="{FF2B5EF4-FFF2-40B4-BE49-F238E27FC236}">
                <a16:creationId xmlns:a16="http://schemas.microsoft.com/office/drawing/2014/main" id="{FD3630D6-E985-B079-DB5D-A872EA63EEB5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REDACTED_00917</a:t>
            </a:r>
          </a:p>
        </p:txBody>
      </p:sp>
      <p:sp>
        <p:nvSpPr>
          <p:cNvPr id="271" name="Shape 16">
            <a:extLst>
              <a:ext uri="{FF2B5EF4-FFF2-40B4-BE49-F238E27FC236}">
                <a16:creationId xmlns:a16="http://schemas.microsoft.com/office/drawing/2014/main" id="{320B43C3-0E8C-A599-6F55-02FE9298530F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REDACTED_01055</a:t>
            </a:r>
          </a:p>
        </p:txBody>
      </p:sp>
      <p:sp>
        <p:nvSpPr>
          <p:cNvPr id="273" name="Shape 16">
            <a:extLst>
              <a:ext uri="{FF2B5EF4-FFF2-40B4-BE49-F238E27FC236}">
                <a16:creationId xmlns:a16="http://schemas.microsoft.com/office/drawing/2014/main" id="{DB065CBC-366C-77E7-71A6-F0B90DD053D0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chemeClr val="accent1"/>
          </a:solidFill>
          <a:ln w="6350">
            <a:solidFill>
              <a:srgbClr val="003C23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REDACTED_01056</a:t>
            </a: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015D6CAB-F65E-111D-8385-3FC4187F27F6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7CCF6879-7524-3AE0-EC97-5D0A176778AC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A69F5645-E834-F0EC-A4B1-A570A7AEA5A2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EEDE61DA-4F1A-BC4A-CC78-6CFD9666D762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BC29C61D-922D-F634-AD0B-CCFEB68CC084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84" name="Shape 37">
              <a:extLst>
                <a:ext uri="{FF2B5EF4-FFF2-40B4-BE49-F238E27FC236}">
                  <a16:creationId xmlns:a16="http://schemas.microsoft.com/office/drawing/2014/main" id="{8FD75067-9998-6267-6589-512DAE9711C6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5" name="Shape 38">
              <a:extLst>
                <a:ext uri="{FF2B5EF4-FFF2-40B4-BE49-F238E27FC236}">
                  <a16:creationId xmlns:a16="http://schemas.microsoft.com/office/drawing/2014/main" id="{6B5D60F9-F05C-21B0-BB7E-52538EA0B498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6" name="Text 39">
              <a:extLst>
                <a:ext uri="{FF2B5EF4-FFF2-40B4-BE49-F238E27FC236}">
                  <a16:creationId xmlns:a16="http://schemas.microsoft.com/office/drawing/2014/main" id="{F898F608-B0B5-E9B6-DFE5-821BFB38D503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REDACTED_01077</a:t>
              </a:r>
              <a:endParaRPr lang="en-US" sz="800"/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A5100E2C-5864-05EE-665C-25E44B3172AA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88" name="Shape 37">
              <a:extLst>
                <a:ext uri="{FF2B5EF4-FFF2-40B4-BE49-F238E27FC236}">
                  <a16:creationId xmlns:a16="http://schemas.microsoft.com/office/drawing/2014/main" id="{6B57996D-D1A1-2078-D134-EB81F2615581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9" name="Shape 38">
              <a:extLst>
                <a:ext uri="{FF2B5EF4-FFF2-40B4-BE49-F238E27FC236}">
                  <a16:creationId xmlns:a16="http://schemas.microsoft.com/office/drawing/2014/main" id="{F9C3389D-A269-C917-BCD1-04E39A3401D1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0" name="Text 39">
              <a:extLst>
                <a:ext uri="{FF2B5EF4-FFF2-40B4-BE49-F238E27FC236}">
                  <a16:creationId xmlns:a16="http://schemas.microsoft.com/office/drawing/2014/main" id="{DE1D25D6-9073-A46A-D593-1DA1D622310E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REDACTED_01078</a:t>
              </a:r>
              <a:endParaRPr lang="en-US" sz="800"/>
            </a:p>
          </p:txBody>
        </p:sp>
      </p:grpSp>
      <p:sp>
        <p:nvSpPr>
          <p:cNvPr id="295" name="Shape 229">
            <a:extLst>
              <a:ext uri="{FF2B5EF4-FFF2-40B4-BE49-F238E27FC236}">
                <a16:creationId xmlns:a16="http://schemas.microsoft.com/office/drawing/2014/main" id="{8C4C72E2-150B-6119-1612-9737BBAE0C72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297" name="Shape 46">
            <a:extLst>
              <a:ext uri="{FF2B5EF4-FFF2-40B4-BE49-F238E27FC236}">
                <a16:creationId xmlns:a16="http://schemas.microsoft.com/office/drawing/2014/main" id="{2066E2B1-C34F-B164-067F-E0989770FD07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F9128783-3E1E-62F7-C726-5F16BDBEED43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313" name="Text 35">
            <a:extLst>
              <a:ext uri="{FF2B5EF4-FFF2-40B4-BE49-F238E27FC236}">
                <a16:creationId xmlns:a16="http://schemas.microsoft.com/office/drawing/2014/main" id="{4E3BE4E2-A996-1AF1-6FDB-B901CE411213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15" name="Shape 36">
            <a:extLst>
              <a:ext uri="{FF2B5EF4-FFF2-40B4-BE49-F238E27FC236}">
                <a16:creationId xmlns:a16="http://schemas.microsoft.com/office/drawing/2014/main" id="{ED46A896-C6EC-C463-2C8D-C8FA7E74F52E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7" name="Shape 36">
            <a:extLst>
              <a:ext uri="{FF2B5EF4-FFF2-40B4-BE49-F238E27FC236}">
                <a16:creationId xmlns:a16="http://schemas.microsoft.com/office/drawing/2014/main" id="{4AF86CD1-5485-C98F-D061-4705CD1BDDB1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9" name="Text 35">
            <a:extLst>
              <a:ext uri="{FF2B5EF4-FFF2-40B4-BE49-F238E27FC236}">
                <a16:creationId xmlns:a16="http://schemas.microsoft.com/office/drawing/2014/main" id="{A5D44F52-608B-4E21-66C4-69B8AEB1DE6A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21" name="Text 90">
            <a:extLst>
              <a:ext uri="{FF2B5EF4-FFF2-40B4-BE49-F238E27FC236}">
                <a16:creationId xmlns:a16="http://schemas.microsoft.com/office/drawing/2014/main" id="{F4553596-0152-7245-4182-11DAC1D01237}"/>
              </a:ext>
            </a:extLst>
          </p:cNvPr>
          <p:cNvSpPr/>
          <p:nvPr/>
        </p:nvSpPr>
        <p:spPr>
          <a:xfrm>
            <a:off x="7010258" y="1917812"/>
            <a:ext cx="2474671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REDACTED_01079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D3C9EE-64B7-E831-DEBC-9DBB0747FBDB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/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6F98B2-1ECC-35A6-A27C-B2BFB0EC7F9F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REDACTED_00017</a:t>
            </a: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313F240F-648B-E86B-4937-2176177EAFAB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9EC5ECF1-5DD0-D0D9-C43F-8F71D418611E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C821A70C-C9E6-1C7C-5438-70254A00CB47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7E92A0DF-40E0-3627-C54F-AF51A8DF4278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FCC3225D-AC72-6A42-DD8A-FBDFEEFCB156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8B6CBC8-3397-9A30-B209-58B0D23FFDAA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48" name="PersonIcon">
              <a:extLst>
                <a:ext uri="{FF2B5EF4-FFF2-40B4-BE49-F238E27FC236}">
                  <a16:creationId xmlns:a16="http://schemas.microsoft.com/office/drawing/2014/main" id="{B83B96B3-3D11-E4BD-0E0D-57E48C9E45CB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 107">
              <a:extLst>
                <a:ext uri="{FF2B5EF4-FFF2-40B4-BE49-F238E27FC236}">
                  <a16:creationId xmlns:a16="http://schemas.microsoft.com/office/drawing/2014/main" id="{9AFD3257-C745-616C-B24D-3A9A27BD2CAF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50" name="Text 108">
              <a:extLst>
                <a:ext uri="{FF2B5EF4-FFF2-40B4-BE49-F238E27FC236}">
                  <a16:creationId xmlns:a16="http://schemas.microsoft.com/office/drawing/2014/main" id="{CAD36362-1C33-CFB2-1387-C494D6E8621C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REDACTED_00004</a:t>
              </a:r>
              <a:endParaRPr lang="en-US" sz="80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CF59F87-F4EF-5E44-DEEA-0B11706751B0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52" name="GradCapIcon">
              <a:extLst>
                <a:ext uri="{FF2B5EF4-FFF2-40B4-BE49-F238E27FC236}">
                  <a16:creationId xmlns:a16="http://schemas.microsoft.com/office/drawing/2014/main" id="{58C48C61-65D6-25CB-9AFC-EEDD7AB8C10B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Text 111">
              <a:extLst>
                <a:ext uri="{FF2B5EF4-FFF2-40B4-BE49-F238E27FC236}">
                  <a16:creationId xmlns:a16="http://schemas.microsoft.com/office/drawing/2014/main" id="{7F3F45FE-BEA8-50B3-4CAF-5A10788D2227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54" name="Text 112">
              <a:extLst>
                <a:ext uri="{FF2B5EF4-FFF2-40B4-BE49-F238E27FC236}">
                  <a16:creationId xmlns:a16="http://schemas.microsoft.com/office/drawing/2014/main" id="{35098DF3-2E8D-3AB0-ABFB-F4B3E3B9361E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REDACTED_01080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C48CEF0-0384-BF16-58FA-F42976A866F0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56" name="BuildingIcon">
              <a:extLst>
                <a:ext uri="{FF2B5EF4-FFF2-40B4-BE49-F238E27FC236}">
                  <a16:creationId xmlns:a16="http://schemas.microsoft.com/office/drawing/2014/main" id="{A7035614-A036-4FB0-5DA0-7994E4944901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Text 109">
              <a:extLst>
                <a:ext uri="{FF2B5EF4-FFF2-40B4-BE49-F238E27FC236}">
                  <a16:creationId xmlns:a16="http://schemas.microsoft.com/office/drawing/2014/main" id="{EE097488-ECD5-DC2C-2825-CD833D843489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58" name="Text 110">
              <a:extLst>
                <a:ext uri="{FF2B5EF4-FFF2-40B4-BE49-F238E27FC236}">
                  <a16:creationId xmlns:a16="http://schemas.microsoft.com/office/drawing/2014/main" id="{AB7DE7A7-5179-57F0-F6F2-534EBD3C1507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REDACTED_00006</a:t>
              </a:r>
              <a:endParaRPr lang="en-US" sz="80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33DDC15-0DBC-1793-12C8-3DE7EC5A3636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160CA26-30CC-2254-B691-77001FA4ECB7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62" name="Text 109">
                <a:extLst>
                  <a:ext uri="{FF2B5EF4-FFF2-40B4-BE49-F238E27FC236}">
                    <a16:creationId xmlns:a16="http://schemas.microsoft.com/office/drawing/2014/main" id="{4C90ECDD-1E64-3C0E-B851-EA60DC9B5126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63" name="Text 110">
                <a:extLst>
                  <a:ext uri="{FF2B5EF4-FFF2-40B4-BE49-F238E27FC236}">
                    <a16:creationId xmlns:a16="http://schemas.microsoft.com/office/drawing/2014/main" id="{B93998EA-BF3A-58C6-D983-3EFB4EE7387C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REDACTED_01081</a:t>
                </a:r>
                <a:endParaRPr lang="en-US" sz="800"/>
              </a:p>
            </p:txBody>
          </p:sp>
        </p:grpSp>
        <p:pic>
          <p:nvPicPr>
            <p:cNvPr id="61" name="Graphic 60" descr="Management with solid fill">
              <a:extLst>
                <a:ext uri="{FF2B5EF4-FFF2-40B4-BE49-F238E27FC236}">
                  <a16:creationId xmlns:a16="http://schemas.microsoft.com/office/drawing/2014/main" id="{9AAEC2FD-0CF0-AE32-1A6F-8CA89CC772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sp>
        <p:nvSpPr>
          <p:cNvPr id="3" name="Shape 5">
            <a:extLst>
              <a:ext uri="{FF2B5EF4-FFF2-40B4-BE49-F238E27FC236}">
                <a16:creationId xmlns:a16="http://schemas.microsoft.com/office/drawing/2014/main" id="{57AE4B92-E9EB-06AA-B4F3-F88E4F6B8C51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1"/>
              </a:solidFill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E9724B06-C0D8-17FF-0935-B8560B380ABD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1"/>
                </a:solidFill>
              </a:rPr>
              <a:t>REDACTED_00348</a:t>
            </a:r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828C8A88-8ABC-D7EB-BA80-4CEDED55463A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FAC94A7C-5679-EAE1-B52F-A1320C441705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REDACTED_01082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D59C37-8D21-C2DC-5BCE-222915B47B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  <p:sp>
        <p:nvSpPr>
          <p:cNvPr id="10" name="Text 11">
            <a:extLst>
              <a:ext uri="{FF2B5EF4-FFF2-40B4-BE49-F238E27FC236}">
                <a16:creationId xmlns:a16="http://schemas.microsoft.com/office/drawing/2014/main" id="{4E50BD41-DB3E-3BE8-0CD5-670DC6414845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REDACTED_00930</a:t>
            </a:r>
          </a:p>
          <a:p>
            <a:r>
              <a:rPr lang="en-US" sz="650" b="1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E636B2E4-4588-4F3E-25FC-18D803396DCD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68D6020E-76B7-4C5B-4565-9C18FA58BB0B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REDACTED_01030</a:t>
            </a:r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CA8995C8-2B72-4C84-64B1-DFA39D366FC5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REDACTED_01031</a:t>
            </a:r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448BC918-17B7-43DB-1059-8D0A04982C42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20" name="Text 28">
            <a:extLst>
              <a:ext uri="{FF2B5EF4-FFF2-40B4-BE49-F238E27FC236}">
                <a16:creationId xmlns:a16="http://schemas.microsoft.com/office/drawing/2014/main" id="{DE17D935-EA52-E5B9-2BE2-D679DF037D60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22" name="Text 32">
            <a:extLst>
              <a:ext uri="{FF2B5EF4-FFF2-40B4-BE49-F238E27FC236}">
                <a16:creationId xmlns:a16="http://schemas.microsoft.com/office/drawing/2014/main" id="{7E7CD9E3-A7CA-9CBA-257F-D8C3C0B9BC2B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REDACTED_01033</a:t>
            </a:r>
          </a:p>
          <a:p>
            <a:r>
              <a:rPr lang="en-US" sz="650">
                <a:solidFill>
                  <a:srgbClr val="444444"/>
                </a:solidFill>
              </a:rPr>
              <a:t>REDACTED_01034</a:t>
            </a:r>
          </a:p>
        </p:txBody>
      </p:sp>
      <p:sp>
        <p:nvSpPr>
          <p:cNvPr id="24" name="Shape 188">
            <a:extLst>
              <a:ext uri="{FF2B5EF4-FFF2-40B4-BE49-F238E27FC236}">
                <a16:creationId xmlns:a16="http://schemas.microsoft.com/office/drawing/2014/main" id="{75EE6A90-E1E9-440F-72D2-09293AEBCDCC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189">
            <a:extLst>
              <a:ext uri="{FF2B5EF4-FFF2-40B4-BE49-F238E27FC236}">
                <a16:creationId xmlns:a16="http://schemas.microsoft.com/office/drawing/2014/main" id="{CA701B82-A80D-86EC-0FB0-6B746E3557D1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576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Shape 190">
            <a:extLst>
              <a:ext uri="{FF2B5EF4-FFF2-40B4-BE49-F238E27FC236}">
                <a16:creationId xmlns:a16="http://schemas.microsoft.com/office/drawing/2014/main" id="{D897E0AD-557E-50F6-F671-26F4F0B960ED}"/>
              </a:ext>
            </a:extLst>
          </p:cNvPr>
          <p:cNvSpPr>
            <a:spLocks/>
          </p:cNvSpPr>
          <p:nvPr/>
        </p:nvSpPr>
        <p:spPr>
          <a:xfrm>
            <a:off x="10022549" y="3413005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Shape 206">
            <a:extLst>
              <a:ext uri="{FF2B5EF4-FFF2-40B4-BE49-F238E27FC236}">
                <a16:creationId xmlns:a16="http://schemas.microsoft.com/office/drawing/2014/main" id="{7528BBA0-13BC-985C-5EFB-E55FB36E4236}"/>
              </a:ext>
            </a:extLst>
          </p:cNvPr>
          <p:cNvSpPr>
            <a:spLocks/>
          </p:cNvSpPr>
          <p:nvPr/>
        </p:nvSpPr>
        <p:spPr>
          <a:xfrm>
            <a:off x="9986549" y="2802563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33" name="Shape 210">
            <a:extLst>
              <a:ext uri="{FF2B5EF4-FFF2-40B4-BE49-F238E27FC236}">
                <a16:creationId xmlns:a16="http://schemas.microsoft.com/office/drawing/2014/main" id="{F03B64E3-075F-FDC3-146F-F5A099928EB3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5" name="Text 191">
            <a:extLst>
              <a:ext uri="{FF2B5EF4-FFF2-40B4-BE49-F238E27FC236}">
                <a16:creationId xmlns:a16="http://schemas.microsoft.com/office/drawing/2014/main" id="{84457030-0C4A-9631-DC6A-31AEA3FBB911}"/>
              </a:ext>
            </a:extLst>
          </p:cNvPr>
          <p:cNvSpPr/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650" b="1">
                <a:solidFill>
                  <a:schemeClr val="accent1"/>
                </a:solidFill>
              </a:rPr>
              <a:t>REDACTED_00051</a:t>
            </a:r>
          </a:p>
        </p:txBody>
      </p:sp>
      <p:sp>
        <p:nvSpPr>
          <p:cNvPr id="41" name="Shape 202">
            <a:extLst>
              <a:ext uri="{FF2B5EF4-FFF2-40B4-BE49-F238E27FC236}">
                <a16:creationId xmlns:a16="http://schemas.microsoft.com/office/drawing/2014/main" id="{FE97B833-80A5-5DB1-E19C-F9CD21CCDF7D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5" name="Text 207">
            <a:extLst>
              <a:ext uri="{FF2B5EF4-FFF2-40B4-BE49-F238E27FC236}">
                <a16:creationId xmlns:a16="http://schemas.microsoft.com/office/drawing/2014/main" id="{0E5D20D4-B38C-A3F2-782A-19F7C265DF25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REDACTED_00055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65" name="Text 211">
            <a:extLst>
              <a:ext uri="{FF2B5EF4-FFF2-40B4-BE49-F238E27FC236}">
                <a16:creationId xmlns:a16="http://schemas.microsoft.com/office/drawing/2014/main" id="{240AD220-D1AC-B45E-4F00-C53749B64DB2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REDACTED_00057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67" name="Text 203">
            <a:extLst>
              <a:ext uri="{FF2B5EF4-FFF2-40B4-BE49-F238E27FC236}">
                <a16:creationId xmlns:a16="http://schemas.microsoft.com/office/drawing/2014/main" id="{73D52B23-9177-0C55-3E3A-B5A1D623F08D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73" name="Shape 202">
            <a:extLst>
              <a:ext uri="{FF2B5EF4-FFF2-40B4-BE49-F238E27FC236}">
                <a16:creationId xmlns:a16="http://schemas.microsoft.com/office/drawing/2014/main" id="{D0923444-4D0D-D911-A3AB-AFF34E9D178D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5" name="Text 207">
            <a:extLst>
              <a:ext uri="{FF2B5EF4-FFF2-40B4-BE49-F238E27FC236}">
                <a16:creationId xmlns:a16="http://schemas.microsoft.com/office/drawing/2014/main" id="{A8FA197E-4A44-3BE1-4BB7-CBB819CB3627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REDACTED_00054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77" name="Text 194">
            <a:extLst>
              <a:ext uri="{FF2B5EF4-FFF2-40B4-BE49-F238E27FC236}">
                <a16:creationId xmlns:a16="http://schemas.microsoft.com/office/drawing/2014/main" id="{2A2D63A0-5BAA-0B26-2703-F998AE85BF98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REDACTED_00052</a:t>
            </a:r>
          </a:p>
        </p:txBody>
      </p:sp>
      <p:sp>
        <p:nvSpPr>
          <p:cNvPr id="79" name="Shape 198">
            <a:extLst>
              <a:ext uri="{FF2B5EF4-FFF2-40B4-BE49-F238E27FC236}">
                <a16:creationId xmlns:a16="http://schemas.microsoft.com/office/drawing/2014/main" id="{D9160085-EC63-2D2E-C8DE-074996FB90DD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1" name="Text 199">
            <a:extLst>
              <a:ext uri="{FF2B5EF4-FFF2-40B4-BE49-F238E27FC236}">
                <a16:creationId xmlns:a16="http://schemas.microsoft.com/office/drawing/2014/main" id="{91DDDEA5-5567-EDFE-AEA1-5E180C6DCB03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89">
            <a:extLst>
              <a:ext uri="{FF2B5EF4-FFF2-40B4-BE49-F238E27FC236}">
                <a16:creationId xmlns:a16="http://schemas.microsoft.com/office/drawing/2014/main" id="{51297F40-F3B8-4870-86EA-8D04A5498866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solidFill>
            <a:srgbClr val="B8CCCC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4" name="Shape 9">
            <a:extLst>
              <a:ext uri="{FF2B5EF4-FFF2-40B4-BE49-F238E27FC236}">
                <a16:creationId xmlns:a16="http://schemas.microsoft.com/office/drawing/2014/main" id="{FF2DAF6B-17CC-174E-2AEC-5BABB1C08E2F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9" name="Shape 46">
            <a:extLst>
              <a:ext uri="{FF2B5EF4-FFF2-40B4-BE49-F238E27FC236}">
                <a16:creationId xmlns:a16="http://schemas.microsoft.com/office/drawing/2014/main" id="{55E706D9-5421-704B-5CF5-14E6BF80A654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5" name="Shape 46">
            <a:extLst>
              <a:ext uri="{FF2B5EF4-FFF2-40B4-BE49-F238E27FC236}">
                <a16:creationId xmlns:a16="http://schemas.microsoft.com/office/drawing/2014/main" id="{AC0B47D5-9F53-2960-EB70-EFB9F635B4FF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9" name="Shape 105">
            <a:extLst>
              <a:ext uri="{FF2B5EF4-FFF2-40B4-BE49-F238E27FC236}">
                <a16:creationId xmlns:a16="http://schemas.microsoft.com/office/drawing/2014/main" id="{AE9699C0-961D-2CAF-9E4B-C45A213DEAE5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2" name="Shape 13">
            <a:extLst>
              <a:ext uri="{FF2B5EF4-FFF2-40B4-BE49-F238E27FC236}">
                <a16:creationId xmlns:a16="http://schemas.microsoft.com/office/drawing/2014/main" id="{23A1178A-065E-7571-C758-0CDF52CD6505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6" name="Shape 13">
            <a:extLst>
              <a:ext uri="{FF2B5EF4-FFF2-40B4-BE49-F238E27FC236}">
                <a16:creationId xmlns:a16="http://schemas.microsoft.com/office/drawing/2014/main" id="{69FF1EEC-525A-B800-8F53-82C2E77A73C0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6" name="Shape 229">
            <a:extLst>
              <a:ext uri="{FF2B5EF4-FFF2-40B4-BE49-F238E27FC236}">
                <a16:creationId xmlns:a16="http://schemas.microsoft.com/office/drawing/2014/main" id="{7B6F8E79-CB6B-8C30-D5CA-03657C1816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8" name="Shape 229">
            <a:extLst>
              <a:ext uri="{FF2B5EF4-FFF2-40B4-BE49-F238E27FC236}">
                <a16:creationId xmlns:a16="http://schemas.microsoft.com/office/drawing/2014/main" id="{2E2A6E34-5C0C-B248-3CCF-3EE46094B76C}"/>
              </a:ext>
            </a:extLst>
          </p:cNvPr>
          <p:cNvSpPr/>
          <p:nvPr/>
        </p:nvSpPr>
        <p:spPr>
          <a:xfrm>
            <a:off x="7290534" y="8451885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Shape 46">
            <a:extLst>
              <a:ext uri="{FF2B5EF4-FFF2-40B4-BE49-F238E27FC236}">
                <a16:creationId xmlns:a16="http://schemas.microsoft.com/office/drawing/2014/main" id="{5B91CDE1-C8CE-D147-F289-61149B55F191}"/>
              </a:ext>
            </a:extLst>
          </p:cNvPr>
          <p:cNvSpPr/>
          <p:nvPr/>
        </p:nvSpPr>
        <p:spPr>
          <a:xfrm>
            <a:off x="4268429" y="8451885"/>
            <a:ext cx="2974518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4A55B5A-11EE-96DD-E30C-0AD91E083582}"/>
              </a:ext>
            </a:extLst>
          </p:cNvPr>
          <p:cNvSpPr txBox="1"/>
          <p:nvPr/>
        </p:nvSpPr>
        <p:spPr>
          <a:xfrm>
            <a:off x="7390534" y="8551885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4E8F834-C57D-73A8-A046-04F9FE246591}"/>
              </a:ext>
            </a:extLst>
          </p:cNvPr>
          <p:cNvSpPr txBox="1"/>
          <p:nvPr/>
        </p:nvSpPr>
        <p:spPr>
          <a:xfrm>
            <a:off x="4368429" y="8551885"/>
            <a:ext cx="2769357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REDACTED_01083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REDACTED_01084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REDACTED_01085</a:t>
            </a:r>
            <a:r>
              <a:rPr lang="en-US" sz="700" err="1">
                <a:solidFill>
                  <a:srgbClr val="444444"/>
                </a:solidFill>
              </a:rPr>
              <a:t>REDACTED_00569</a:t>
            </a:r>
            <a:r>
              <a:rPr lang="en-US" sz="700">
                <a:solidFill>
                  <a:srgbClr val="444444"/>
                </a:solidFill>
              </a:rPr>
              <a:t>REDACTED_01086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1FD8634-874B-81F8-33EC-A00C15F944DC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Text 2">
            <a:extLst>
              <a:ext uri="{FF2B5EF4-FFF2-40B4-BE49-F238E27FC236}">
                <a16:creationId xmlns:a16="http://schemas.microsoft.com/office/drawing/2014/main" id="{83E96DCA-F06A-6AF0-CA70-25FC4F958763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REDACTED_01087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6E29E64-DB83-D810-ED7B-71CA4D97D295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B9142FD-F28E-0568-60D3-05399FDAF3E9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>
                  <a:solidFill>
                    <a:schemeClr val="accent1"/>
                  </a:solidFill>
                </a:rPr>
                <a:t>REDACTED_01088</a:t>
              </a:r>
            </a:p>
          </p:txBody>
        </p:sp>
        <p:sp>
          <p:nvSpPr>
            <p:cNvPr id="91" name="Text 4">
              <a:extLst>
                <a:ext uri="{FF2B5EF4-FFF2-40B4-BE49-F238E27FC236}">
                  <a16:creationId xmlns:a16="http://schemas.microsoft.com/office/drawing/2014/main" id="{349DA235-0AC4-B85B-23F2-A3627A674608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REDACTED_01089</a:t>
              </a:r>
            </a:p>
          </p:txBody>
        </p:sp>
      </p:grpSp>
      <p:sp>
        <p:nvSpPr>
          <p:cNvPr id="106" name="Shape 10">
            <a:extLst>
              <a:ext uri="{FF2B5EF4-FFF2-40B4-BE49-F238E27FC236}">
                <a16:creationId xmlns:a16="http://schemas.microsoft.com/office/drawing/2014/main" id="{73EEB293-658D-7885-DAB7-68B90C7D318A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8" name="Text 11">
            <a:extLst>
              <a:ext uri="{FF2B5EF4-FFF2-40B4-BE49-F238E27FC236}">
                <a16:creationId xmlns:a16="http://schemas.microsoft.com/office/drawing/2014/main" id="{F69AD1B7-2CA0-7517-DC86-7E41B4CC2E47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12" name="Text 12">
            <a:extLst>
              <a:ext uri="{FF2B5EF4-FFF2-40B4-BE49-F238E27FC236}">
                <a16:creationId xmlns:a16="http://schemas.microsoft.com/office/drawing/2014/main" id="{56615D17-FCCC-6D8A-AB3A-50698BB5DC28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REDACTED_01090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REDACTED_01091</a:t>
            </a:r>
            <a:r>
              <a:rPr lang="en-US" sz="800" err="1">
                <a:solidFill>
                  <a:srgbClr val="1A1A1A"/>
                </a:solidFill>
              </a:rPr>
              <a:t>REDACTED_01092</a:t>
            </a:r>
            <a:endParaRPr lang="en-US" sz="800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9D0EC9C-5299-A3B8-C032-413088CF3F6C}"/>
              </a:ext>
            </a:extLst>
          </p:cNvPr>
          <p:cNvGrpSpPr/>
          <p:nvPr/>
        </p:nvGrpSpPr>
        <p:grpSpPr>
          <a:xfrm>
            <a:off x="9770789" y="1533603"/>
            <a:ext cx="2333207" cy="635924"/>
            <a:chOff x="9693896" y="1603994"/>
            <a:chExt cx="2333207" cy="635924"/>
          </a:xfrm>
        </p:grpSpPr>
        <p:grpSp>
          <p:nvGrpSpPr>
            <p:cNvPr id="241" name="Group 240"/>
            <p:cNvGrpSpPr/>
            <p:nvPr/>
          </p:nvGrpSpPr>
          <p:grpSpPr>
            <a:xfrm>
              <a:off x="9693896" y="1603994"/>
              <a:ext cx="2333207" cy="635924"/>
              <a:chOff x="10112273" y="2891968"/>
              <a:chExt cx="1920240" cy="580543"/>
            </a:xfrm>
          </p:grpSpPr>
          <p:sp>
            <p:nvSpPr>
              <p:cNvPr id="245" name="Shape 243"/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3" name="Text 241a"/>
              <p:cNvSpPr/>
              <p:nvPr/>
            </p:nvSpPr>
            <p:spPr>
              <a:xfrm>
                <a:off x="10870434" y="2891968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REDACTED_00827</a:t>
                </a:r>
              </a:p>
            </p:txBody>
          </p:sp>
          <p:sp>
            <p:nvSpPr>
              <p:cNvPr id="247" name="Text 245a"/>
              <p:cNvSpPr/>
              <p:nvPr/>
            </p:nvSpPr>
            <p:spPr>
              <a:xfrm>
                <a:off x="10870434" y="3026712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REDACTED_01093</a:t>
                </a:r>
              </a:p>
            </p:txBody>
          </p:sp>
          <p:sp>
            <p:nvSpPr>
              <p:cNvPr id="46" name="Shape 245a"/>
              <p:cNvSpPr/>
              <p:nvPr/>
            </p:nvSpPr>
            <p:spPr>
              <a:xfrm>
                <a:off x="10691874" y="3237891"/>
                <a:ext cx="974767" cy="64008"/>
              </a:xfrm>
              <a:prstGeom prst="rect">
                <a:avLst/>
              </a:prstGeom>
              <a:solidFill>
                <a:srgbClr val="E0E0E0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9" name="Text 247a"/>
              <p:cNvSpPr/>
              <p:nvPr/>
            </p:nvSpPr>
            <p:spPr>
              <a:xfrm>
                <a:off x="11700022" y="3289631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REDACTED_01094</a:t>
                </a:r>
              </a:p>
            </p:txBody>
          </p:sp>
        </p:grpSp>
        <p:sp>
          <p:nvSpPr>
            <p:cNvPr id="98" name="Shape 246a">
              <a:extLst>
                <a:ext uri="{FF2B5EF4-FFF2-40B4-BE49-F238E27FC236}">
                  <a16:creationId xmlns:a16="http://schemas.microsoft.com/office/drawing/2014/main" id="{1A2F8E42-9EBD-C6A0-F62B-3E1F868B4EA9}"/>
                </a:ext>
              </a:extLst>
            </p:cNvPr>
            <p:cNvSpPr/>
            <p:nvPr/>
          </p:nvSpPr>
          <p:spPr>
            <a:xfrm>
              <a:off x="9782546" y="1979844"/>
              <a:ext cx="615600" cy="73186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44" name="Text 6">
            <a:extLst>
              <a:ext uri="{FF2B5EF4-FFF2-40B4-BE49-F238E27FC236}">
                <a16:creationId xmlns:a16="http://schemas.microsoft.com/office/drawing/2014/main" id="{FB78E33B-B6F8-6D94-A499-0B521763743C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50" name="Shape 130">
            <a:extLst>
              <a:ext uri="{FF2B5EF4-FFF2-40B4-BE49-F238E27FC236}">
                <a16:creationId xmlns:a16="http://schemas.microsoft.com/office/drawing/2014/main" id="{BC6E42C9-8AF7-D63C-2788-FA6738B8CAE5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4860148-58AB-CF41-DFA2-013F0D7D3B04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4" name="Picture 153" descr="A black and blue logo  AI-generated content may be incorrect.">
            <a:extLst>
              <a:ext uri="{FF2B5EF4-FFF2-40B4-BE49-F238E27FC236}">
                <a16:creationId xmlns:a16="http://schemas.microsoft.com/office/drawing/2014/main" id="{AEE6AD53-C67C-A52A-FC5D-9669C559B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59" name="Text 211a">
            <a:extLst>
              <a:ext uri="{FF2B5EF4-FFF2-40B4-BE49-F238E27FC236}">
                <a16:creationId xmlns:a16="http://schemas.microsoft.com/office/drawing/2014/main" id="{86666F6C-ADFA-07C9-0DD0-EC294CC42E8C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61" name="Text 213a">
            <a:extLst>
              <a:ext uri="{FF2B5EF4-FFF2-40B4-BE49-F238E27FC236}">
                <a16:creationId xmlns:a16="http://schemas.microsoft.com/office/drawing/2014/main" id="{89A2CACE-29A3-5DC9-3E7D-395BC927208B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3" name="Text 218a">
            <a:extLst>
              <a:ext uri="{FF2B5EF4-FFF2-40B4-BE49-F238E27FC236}">
                <a16:creationId xmlns:a16="http://schemas.microsoft.com/office/drawing/2014/main" id="{4D0C8C75-4152-C9F5-A068-DCB54A22E3E4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7" name="Shape 229">
            <a:extLst>
              <a:ext uri="{FF2B5EF4-FFF2-40B4-BE49-F238E27FC236}">
                <a16:creationId xmlns:a16="http://schemas.microsoft.com/office/drawing/2014/main" id="{181AA3D2-75D1-E302-1E3F-BD1476459B36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REDACTED_01095</a:t>
            </a:r>
          </a:p>
        </p:txBody>
      </p:sp>
      <p:sp>
        <p:nvSpPr>
          <p:cNvPr id="172" name="Shape 105">
            <a:extLst>
              <a:ext uri="{FF2B5EF4-FFF2-40B4-BE49-F238E27FC236}">
                <a16:creationId xmlns:a16="http://schemas.microsoft.com/office/drawing/2014/main" id="{87CA2772-8F03-7B6C-01CE-5B8C64B1287B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8" name="Shape 10">
            <a:extLst>
              <a:ext uri="{FF2B5EF4-FFF2-40B4-BE49-F238E27FC236}">
                <a16:creationId xmlns:a16="http://schemas.microsoft.com/office/drawing/2014/main" id="{BBCF652A-8DC0-CBF2-4BC7-44F3ABE748A6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2" name="Shape 10">
            <a:extLst>
              <a:ext uri="{FF2B5EF4-FFF2-40B4-BE49-F238E27FC236}">
                <a16:creationId xmlns:a16="http://schemas.microsoft.com/office/drawing/2014/main" id="{EC07F1FE-BE92-864F-5584-0F5359C13CF8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4" name="Shape 32">
            <a:extLst>
              <a:ext uri="{FF2B5EF4-FFF2-40B4-BE49-F238E27FC236}">
                <a16:creationId xmlns:a16="http://schemas.microsoft.com/office/drawing/2014/main" id="{8816A4DD-B12C-E983-AB27-3DB0F7323561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6" name="Shape 32">
            <a:extLst>
              <a:ext uri="{FF2B5EF4-FFF2-40B4-BE49-F238E27FC236}">
                <a16:creationId xmlns:a16="http://schemas.microsoft.com/office/drawing/2014/main" id="{E1FD28E0-4899-136D-949F-E2EF70815487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8" name="Text 31">
            <a:extLst>
              <a:ext uri="{FF2B5EF4-FFF2-40B4-BE49-F238E27FC236}">
                <a16:creationId xmlns:a16="http://schemas.microsoft.com/office/drawing/2014/main" id="{67F438D5-341B-2693-4788-425A4F0CAC42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00" name="Shape 32">
            <a:extLst>
              <a:ext uri="{FF2B5EF4-FFF2-40B4-BE49-F238E27FC236}">
                <a16:creationId xmlns:a16="http://schemas.microsoft.com/office/drawing/2014/main" id="{9EC66759-3869-772C-4537-0F177939D62D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2" name="Text 33">
            <a:extLst>
              <a:ext uri="{FF2B5EF4-FFF2-40B4-BE49-F238E27FC236}">
                <a16:creationId xmlns:a16="http://schemas.microsoft.com/office/drawing/2014/main" id="{C8984342-40D7-CD89-DA39-0CB9DB8CB821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REDACTED_01096</a:t>
            </a:r>
            <a:r>
              <a:rPr lang="en-US" sz="800" err="1">
                <a:solidFill>
                  <a:srgbClr val="444444"/>
                </a:solidFill>
              </a:rPr>
              <a:t>REDACTED_00911</a:t>
            </a:r>
            <a:r>
              <a:rPr lang="en-US" sz="800">
                <a:solidFill>
                  <a:srgbClr val="444444"/>
                </a:solidFill>
              </a:rPr>
              <a:t>REDACTED_01097</a:t>
            </a:r>
          </a:p>
        </p:txBody>
      </p:sp>
      <p:sp>
        <p:nvSpPr>
          <p:cNvPr id="204" name="Text 33">
            <a:extLst>
              <a:ext uri="{FF2B5EF4-FFF2-40B4-BE49-F238E27FC236}">
                <a16:creationId xmlns:a16="http://schemas.microsoft.com/office/drawing/2014/main" id="{45F98537-F9A9-8472-9995-F6FE474FB2F0}"/>
              </a:ext>
            </a:extLst>
          </p:cNvPr>
          <p:cNvSpPr/>
          <p:nvPr/>
        </p:nvSpPr>
        <p:spPr>
          <a:xfrm>
            <a:off x="180001" y="2546322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REDACTED_01098</a:t>
            </a:r>
            <a:r>
              <a:rPr lang="en-US" sz="800" err="1">
                <a:solidFill>
                  <a:srgbClr val="444444"/>
                </a:solidFill>
              </a:rPr>
              <a:t>REDACTED_00307</a:t>
            </a:r>
            <a:r>
              <a:rPr lang="en-US" sz="800">
                <a:solidFill>
                  <a:srgbClr val="444444"/>
                </a:solidFill>
              </a:rPr>
              <a:t>REDACTED_01099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REDACTED_01100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REDACTED_01101</a:t>
            </a:r>
            <a:endParaRPr lang="en-US" sz="800"/>
          </a:p>
        </p:txBody>
      </p:sp>
      <p:sp>
        <p:nvSpPr>
          <p:cNvPr id="206" name="Text 31">
            <a:extLst>
              <a:ext uri="{FF2B5EF4-FFF2-40B4-BE49-F238E27FC236}">
                <a16:creationId xmlns:a16="http://schemas.microsoft.com/office/drawing/2014/main" id="{5CC71775-D5C0-BA69-0301-8A875983A447}"/>
              </a:ext>
            </a:extLst>
          </p:cNvPr>
          <p:cNvSpPr/>
          <p:nvPr/>
        </p:nvSpPr>
        <p:spPr>
          <a:xfrm>
            <a:off x="180000" y="2379069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08" name="Shape 32">
            <a:extLst>
              <a:ext uri="{FF2B5EF4-FFF2-40B4-BE49-F238E27FC236}">
                <a16:creationId xmlns:a16="http://schemas.microsoft.com/office/drawing/2014/main" id="{928CB69D-9946-4CB6-8F53-4B6F00C75049}"/>
              </a:ext>
            </a:extLst>
          </p:cNvPr>
          <p:cNvSpPr/>
          <p:nvPr/>
        </p:nvSpPr>
        <p:spPr>
          <a:xfrm>
            <a:off x="144000" y="2497941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0" name="Shape 10">
            <a:extLst>
              <a:ext uri="{FF2B5EF4-FFF2-40B4-BE49-F238E27FC236}">
                <a16:creationId xmlns:a16="http://schemas.microsoft.com/office/drawing/2014/main" id="{59194497-D324-E71F-6AC8-DB1E5D2D5242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4" name="Shape 16">
            <a:extLst>
              <a:ext uri="{FF2B5EF4-FFF2-40B4-BE49-F238E27FC236}">
                <a16:creationId xmlns:a16="http://schemas.microsoft.com/office/drawing/2014/main" id="{B6ADBE14-0A53-2B9F-8E07-2016ECF95FEF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REDACTED_00989</a:t>
            </a:r>
          </a:p>
        </p:txBody>
      </p:sp>
      <p:sp>
        <p:nvSpPr>
          <p:cNvPr id="216" name="Shape 16">
            <a:extLst>
              <a:ext uri="{FF2B5EF4-FFF2-40B4-BE49-F238E27FC236}">
                <a16:creationId xmlns:a16="http://schemas.microsoft.com/office/drawing/2014/main" id="{59FFA6F6-F451-3552-C529-4C49618CC5C6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REDACTED_00990</a:t>
            </a:r>
          </a:p>
        </p:txBody>
      </p:sp>
      <p:sp>
        <p:nvSpPr>
          <p:cNvPr id="218" name="Shape 16">
            <a:extLst>
              <a:ext uri="{FF2B5EF4-FFF2-40B4-BE49-F238E27FC236}">
                <a16:creationId xmlns:a16="http://schemas.microsoft.com/office/drawing/2014/main" id="{3D25BDFF-1E5F-F7EF-737E-DEF9B5241412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REDACTED_01102</a:t>
            </a:r>
          </a:p>
        </p:txBody>
      </p:sp>
      <p:sp>
        <p:nvSpPr>
          <p:cNvPr id="220" name="Shape 16">
            <a:extLst>
              <a:ext uri="{FF2B5EF4-FFF2-40B4-BE49-F238E27FC236}">
                <a16:creationId xmlns:a16="http://schemas.microsoft.com/office/drawing/2014/main" id="{8A200A8E-B093-4B5A-905D-4DFED176A97E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REDACTED_01103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23F462D6-5425-3EBB-2A44-D33F5899525E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F894900C-39A1-5655-CDC2-C61636268FB3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5BA8DC6-0F99-75D7-58BE-F387346AEAF9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22B63E71-1B4A-B77A-A73C-0A669B0FB33C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A278924F-8D36-D1A4-F6E3-26E22F69C2B8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31" name="Shape 37">
              <a:extLst>
                <a:ext uri="{FF2B5EF4-FFF2-40B4-BE49-F238E27FC236}">
                  <a16:creationId xmlns:a16="http://schemas.microsoft.com/office/drawing/2014/main" id="{04B6A8D9-FB2B-F3C1-0DE6-749BC08E9370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2" name="Shape 38">
              <a:extLst>
                <a:ext uri="{FF2B5EF4-FFF2-40B4-BE49-F238E27FC236}">
                  <a16:creationId xmlns:a16="http://schemas.microsoft.com/office/drawing/2014/main" id="{D146D14F-38D9-EDEE-B1D0-E1277C83206B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Text 39">
              <a:extLst>
                <a:ext uri="{FF2B5EF4-FFF2-40B4-BE49-F238E27FC236}">
                  <a16:creationId xmlns:a16="http://schemas.microsoft.com/office/drawing/2014/main" id="{E5DC4D4E-A784-9073-18B3-9A8CCB5A7BBF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REDACTED_01104</a:t>
              </a:r>
              <a:endParaRPr lang="en-US" sz="800"/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A27967D1-7FA5-CC07-F198-156C348C0BCD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35" name="Shape 37">
              <a:extLst>
                <a:ext uri="{FF2B5EF4-FFF2-40B4-BE49-F238E27FC236}">
                  <a16:creationId xmlns:a16="http://schemas.microsoft.com/office/drawing/2014/main" id="{5D3F7733-0F67-702F-120F-8E94B4F35739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6" name="Shape 38">
              <a:extLst>
                <a:ext uri="{FF2B5EF4-FFF2-40B4-BE49-F238E27FC236}">
                  <a16:creationId xmlns:a16="http://schemas.microsoft.com/office/drawing/2014/main" id="{99DE1F83-CB93-45D7-5E4A-FE15CE18BB60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Text 39">
              <a:extLst>
                <a:ext uri="{FF2B5EF4-FFF2-40B4-BE49-F238E27FC236}">
                  <a16:creationId xmlns:a16="http://schemas.microsoft.com/office/drawing/2014/main" id="{6D1CA18A-5351-DEC8-850D-FFBE05DB2C76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REDACTED_01105</a:t>
              </a:r>
              <a:endParaRPr lang="en-US" sz="800"/>
            </a:p>
          </p:txBody>
        </p:sp>
      </p:grpSp>
      <p:sp>
        <p:nvSpPr>
          <p:cNvPr id="263" name="Shape 229">
            <a:extLst>
              <a:ext uri="{FF2B5EF4-FFF2-40B4-BE49-F238E27FC236}">
                <a16:creationId xmlns:a16="http://schemas.microsoft.com/office/drawing/2014/main" id="{5256A135-A295-4F22-38A6-3EC00FE74635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265" name="Shape 46">
            <a:extLst>
              <a:ext uri="{FF2B5EF4-FFF2-40B4-BE49-F238E27FC236}">
                <a16:creationId xmlns:a16="http://schemas.microsoft.com/office/drawing/2014/main" id="{601C0CA2-F413-56CE-6808-E41709704988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93BED4B3-605A-A129-61C4-B5A1ED399525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1" name="Text 35">
            <a:extLst>
              <a:ext uri="{FF2B5EF4-FFF2-40B4-BE49-F238E27FC236}">
                <a16:creationId xmlns:a16="http://schemas.microsoft.com/office/drawing/2014/main" id="{E90F37D4-414D-A907-406A-A77C635606A3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83" name="Shape 36">
            <a:extLst>
              <a:ext uri="{FF2B5EF4-FFF2-40B4-BE49-F238E27FC236}">
                <a16:creationId xmlns:a16="http://schemas.microsoft.com/office/drawing/2014/main" id="{0EC0A5FB-9FE0-DDC4-85ED-427900C307E5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5" name="Shape 36">
            <a:extLst>
              <a:ext uri="{FF2B5EF4-FFF2-40B4-BE49-F238E27FC236}">
                <a16:creationId xmlns:a16="http://schemas.microsoft.com/office/drawing/2014/main" id="{6037B8A5-4A91-8059-A267-7BC8A12FF7B0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7" name="Text 35">
            <a:extLst>
              <a:ext uri="{FF2B5EF4-FFF2-40B4-BE49-F238E27FC236}">
                <a16:creationId xmlns:a16="http://schemas.microsoft.com/office/drawing/2014/main" id="{110ACA57-AF1E-174A-E6B1-6E5354F92D77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289" name="Text 90">
            <a:extLst>
              <a:ext uri="{FF2B5EF4-FFF2-40B4-BE49-F238E27FC236}">
                <a16:creationId xmlns:a16="http://schemas.microsoft.com/office/drawing/2014/main" id="{1D813A3A-BA92-9514-2D61-6F5C9594E835}"/>
              </a:ext>
            </a:extLst>
          </p:cNvPr>
          <p:cNvSpPr/>
          <p:nvPr/>
        </p:nvSpPr>
        <p:spPr>
          <a:xfrm>
            <a:off x="7072078" y="1917812"/>
            <a:ext cx="2351031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REDACTED_01106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9DF1CA-BF78-E928-67B2-B0B8A8857B2D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/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B9A604-C3EA-404E-5BB3-B884FCEAC5C2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REDACTED_00017</a:t>
            </a: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B0025821-FCC8-D264-8DF3-30FCE0618B8F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6EDA8D76-C7E1-4268-4665-E44FB6963896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C5DAAA55-69B5-EAB6-5034-CED8576C26FC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957565C2-1193-0B1E-B4CB-3B1E84635F6B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53" name="Shape 36">
            <a:extLst>
              <a:ext uri="{FF2B5EF4-FFF2-40B4-BE49-F238E27FC236}">
                <a16:creationId xmlns:a16="http://schemas.microsoft.com/office/drawing/2014/main" id="{9B018A18-101F-1F17-1F9A-7404B780F33D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6" name="Shape 36">
            <a:extLst>
              <a:ext uri="{FF2B5EF4-FFF2-40B4-BE49-F238E27FC236}">
                <a16:creationId xmlns:a16="http://schemas.microsoft.com/office/drawing/2014/main" id="{60F21FCB-1A90-CEE5-0B62-BA636E5E8101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5873649-8F74-A122-3ACA-AEDA5CE00F42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66" name="PersonIcon">
              <a:extLst>
                <a:ext uri="{FF2B5EF4-FFF2-40B4-BE49-F238E27FC236}">
                  <a16:creationId xmlns:a16="http://schemas.microsoft.com/office/drawing/2014/main" id="{103A1535-B4D5-5895-6E53-40634D1F5E93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7" name="Text 107">
              <a:extLst>
                <a:ext uri="{FF2B5EF4-FFF2-40B4-BE49-F238E27FC236}">
                  <a16:creationId xmlns:a16="http://schemas.microsoft.com/office/drawing/2014/main" id="{385CA275-0B9C-0F17-D842-116523E5AA95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72" name="Text 108">
              <a:extLst>
                <a:ext uri="{FF2B5EF4-FFF2-40B4-BE49-F238E27FC236}">
                  <a16:creationId xmlns:a16="http://schemas.microsoft.com/office/drawing/2014/main" id="{E231217C-F269-620A-2638-5A9AAAE3F7E1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REDACTED_00004</a:t>
              </a:r>
              <a:endParaRPr lang="en-US" sz="80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1CC7D7A-5180-DAA5-6F6E-F49F613B8DEA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74" name="GradCapIcon">
              <a:extLst>
                <a:ext uri="{FF2B5EF4-FFF2-40B4-BE49-F238E27FC236}">
                  <a16:creationId xmlns:a16="http://schemas.microsoft.com/office/drawing/2014/main" id="{68D9C9B6-D272-25DC-C871-4876000B591F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5" name="Text 111">
              <a:extLst>
                <a:ext uri="{FF2B5EF4-FFF2-40B4-BE49-F238E27FC236}">
                  <a16:creationId xmlns:a16="http://schemas.microsoft.com/office/drawing/2014/main" id="{85906154-BE7E-AAB0-2CA4-362CC542618F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76" name="Text 112">
              <a:extLst>
                <a:ext uri="{FF2B5EF4-FFF2-40B4-BE49-F238E27FC236}">
                  <a16:creationId xmlns:a16="http://schemas.microsoft.com/office/drawing/2014/main" id="{3DBB9B09-58ED-4829-1959-E7AEE9DFE904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REDACTED_00008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1939F74-306D-52A5-42EC-09E1C9173AB4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78" name="BuildingIcon">
              <a:extLst>
                <a:ext uri="{FF2B5EF4-FFF2-40B4-BE49-F238E27FC236}">
                  <a16:creationId xmlns:a16="http://schemas.microsoft.com/office/drawing/2014/main" id="{967136DE-43AD-BDE3-DE27-19531E45A02E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9" name="Text 109">
              <a:extLst>
                <a:ext uri="{FF2B5EF4-FFF2-40B4-BE49-F238E27FC236}">
                  <a16:creationId xmlns:a16="http://schemas.microsoft.com/office/drawing/2014/main" id="{673FEF12-247B-3B7E-F646-F0BECA36091E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80" name="Text 110">
              <a:extLst>
                <a:ext uri="{FF2B5EF4-FFF2-40B4-BE49-F238E27FC236}">
                  <a16:creationId xmlns:a16="http://schemas.microsoft.com/office/drawing/2014/main" id="{1648EAC9-DB81-6409-EF59-16B8C12559A1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REDACTED_00136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5CEEF1E-94C7-BBF8-EF09-0E58F8A95A95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FA6369F5-5D97-BC1B-5BBD-F90EAE050ADF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84" name="Text 109">
                <a:extLst>
                  <a:ext uri="{FF2B5EF4-FFF2-40B4-BE49-F238E27FC236}">
                    <a16:creationId xmlns:a16="http://schemas.microsoft.com/office/drawing/2014/main" id="{BF831AF2-1D85-2B55-3079-4D9C86254A9D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85" name="Text 110">
                <a:extLst>
                  <a:ext uri="{FF2B5EF4-FFF2-40B4-BE49-F238E27FC236}">
                    <a16:creationId xmlns:a16="http://schemas.microsoft.com/office/drawing/2014/main" id="{64CCD977-1171-A4C3-BBE4-72311B2DEA9B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REDACTED_01081</a:t>
                </a:r>
                <a:endParaRPr lang="en-US" sz="800"/>
              </a:p>
            </p:txBody>
          </p:sp>
        </p:grpSp>
        <p:pic>
          <p:nvPicPr>
            <p:cNvPr id="83" name="Graphic 82" descr="Management with solid fill">
              <a:extLst>
                <a:ext uri="{FF2B5EF4-FFF2-40B4-BE49-F238E27FC236}">
                  <a16:creationId xmlns:a16="http://schemas.microsoft.com/office/drawing/2014/main" id="{A4DBB7E1-74DB-491E-424B-292DB2AA91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sp>
        <p:nvSpPr>
          <p:cNvPr id="3" name="Shape 5">
            <a:extLst>
              <a:ext uri="{FF2B5EF4-FFF2-40B4-BE49-F238E27FC236}">
                <a16:creationId xmlns:a16="http://schemas.microsoft.com/office/drawing/2014/main" id="{2697281D-6F5E-E24B-5F0D-5D2AA603E479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1"/>
              </a:solidFill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3E8A2FBD-8A93-8C9A-6332-08EFD99EFCF8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1"/>
                </a:solidFill>
              </a:rPr>
              <a:t>REDACTED_01107</a:t>
            </a:r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39CA3DC6-FDEA-6128-1F23-5AF96D753429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0458C134-3DD6-C746-0D77-6634E9233DD7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REDACTED_00097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D699B3-1F7D-635E-920B-B572740E72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  <p:sp>
        <p:nvSpPr>
          <p:cNvPr id="10" name="Text 11">
            <a:extLst>
              <a:ext uri="{FF2B5EF4-FFF2-40B4-BE49-F238E27FC236}">
                <a16:creationId xmlns:a16="http://schemas.microsoft.com/office/drawing/2014/main" id="{68B363BC-491B-5F05-38B7-B654EA605A16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REDACTED_00967</a:t>
            </a:r>
          </a:p>
          <a:p>
            <a:r>
              <a:rPr lang="en-US" sz="650">
                <a:solidFill>
                  <a:srgbClr val="444444"/>
                </a:solidFill>
              </a:rPr>
              <a:t>REDACTED_01108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16AA58D2-2226-0A4B-665F-37448ACEE4F3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AFE3E406-4F92-CD38-7821-048678E6D740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err="1">
                <a:solidFill>
                  <a:srgbClr val="444444"/>
                </a:solidFill>
              </a:rPr>
              <a:t>REDACTED_01109</a:t>
            </a:r>
            <a:r>
              <a:rPr lang="en-US" sz="650">
                <a:solidFill>
                  <a:srgbClr val="444444"/>
                </a:solidFill>
              </a:rPr>
              <a:t>REDACTED_01110</a:t>
            </a:r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D3973B5E-26A9-F66B-CB05-830AC19A2663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REDACTED_01111</a:t>
            </a:r>
          </a:p>
          <a:p>
            <a:r>
              <a:rPr lang="en-US" sz="650" b="1">
                <a:solidFill>
                  <a:srgbClr val="444444"/>
                </a:solidFill>
              </a:rPr>
              <a:t>REDACTED_01112</a:t>
            </a:r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BC4425C9-BC86-36D7-D032-AFDF60D312D7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REDACTED_01113</a:t>
            </a:r>
          </a:p>
        </p:txBody>
      </p:sp>
      <p:sp>
        <p:nvSpPr>
          <p:cNvPr id="20" name="Text 28">
            <a:extLst>
              <a:ext uri="{FF2B5EF4-FFF2-40B4-BE49-F238E27FC236}">
                <a16:creationId xmlns:a16="http://schemas.microsoft.com/office/drawing/2014/main" id="{F468F233-0C0F-984E-5313-9AF8BBB80997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REDACTED_01114</a:t>
            </a:r>
          </a:p>
        </p:txBody>
      </p:sp>
      <p:sp>
        <p:nvSpPr>
          <p:cNvPr id="22" name="Text 32">
            <a:extLst>
              <a:ext uri="{FF2B5EF4-FFF2-40B4-BE49-F238E27FC236}">
                <a16:creationId xmlns:a16="http://schemas.microsoft.com/office/drawing/2014/main" id="{5B9DD3B2-771D-78E6-A586-4409DA239804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REDACTED_00972</a:t>
            </a:r>
          </a:p>
          <a:p>
            <a:r>
              <a:rPr lang="en-US" sz="650">
                <a:solidFill>
                  <a:srgbClr val="444444"/>
                </a:solidFill>
              </a:rPr>
              <a:t>REDACTED_01115</a:t>
            </a:r>
          </a:p>
        </p:txBody>
      </p:sp>
      <p:sp>
        <p:nvSpPr>
          <p:cNvPr id="24" name="Shape 188">
            <a:extLst>
              <a:ext uri="{FF2B5EF4-FFF2-40B4-BE49-F238E27FC236}">
                <a16:creationId xmlns:a16="http://schemas.microsoft.com/office/drawing/2014/main" id="{D9A5FEEC-B43D-A6C9-8AC7-429153F6ED54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189">
            <a:extLst>
              <a:ext uri="{FF2B5EF4-FFF2-40B4-BE49-F238E27FC236}">
                <a16:creationId xmlns:a16="http://schemas.microsoft.com/office/drawing/2014/main" id="{989FBB40-025B-46F6-F1AB-90EE84F0A55C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1620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Shape 190">
            <a:extLst>
              <a:ext uri="{FF2B5EF4-FFF2-40B4-BE49-F238E27FC236}">
                <a16:creationId xmlns:a16="http://schemas.microsoft.com/office/drawing/2014/main" id="{ED29A0D0-47FE-FDFC-DCD4-CE0B646986DC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485BAE"/>
          </a:solidFill>
          <a:ln w="9525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30" name="Shape 193">
            <a:extLst>
              <a:ext uri="{FF2B5EF4-FFF2-40B4-BE49-F238E27FC236}">
                <a16:creationId xmlns:a16="http://schemas.microsoft.com/office/drawing/2014/main" id="{3D2A23DE-8AF4-A6B2-1EB5-D1F98BF8E9D5}"/>
              </a:ext>
            </a:extLst>
          </p:cNvPr>
          <p:cNvSpPr>
            <a:spLocks/>
          </p:cNvSpPr>
          <p:nvPr/>
        </p:nvSpPr>
        <p:spPr>
          <a:xfrm>
            <a:off x="10022549" y="3399765"/>
            <a:ext cx="324000" cy="324000"/>
          </a:xfrm>
          <a:prstGeom prst="ellipse">
            <a:avLst/>
          </a:prstGeom>
          <a:solidFill>
            <a:srgbClr val="485BAE"/>
          </a:solidFill>
          <a:ln w="9525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33" name="Shape 206">
            <a:extLst>
              <a:ext uri="{FF2B5EF4-FFF2-40B4-BE49-F238E27FC236}">
                <a16:creationId xmlns:a16="http://schemas.microsoft.com/office/drawing/2014/main" id="{0C3DC000-F619-3F41-45CF-96F324B9577A}"/>
              </a:ext>
            </a:extLst>
          </p:cNvPr>
          <p:cNvSpPr>
            <a:spLocks/>
          </p:cNvSpPr>
          <p:nvPr/>
        </p:nvSpPr>
        <p:spPr>
          <a:xfrm>
            <a:off x="9986549" y="3915253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35" name="Shape 210">
            <a:extLst>
              <a:ext uri="{FF2B5EF4-FFF2-40B4-BE49-F238E27FC236}">
                <a16:creationId xmlns:a16="http://schemas.microsoft.com/office/drawing/2014/main" id="{94711D28-5B6D-2D11-A410-191053C032A2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1" name="Text 191">
            <a:extLst>
              <a:ext uri="{FF2B5EF4-FFF2-40B4-BE49-F238E27FC236}">
                <a16:creationId xmlns:a16="http://schemas.microsoft.com/office/drawing/2014/main" id="{B4EF7507-F4A7-B09B-64B1-03B4FBB4C8D8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1"/>
                </a:solidFill>
              </a:rPr>
              <a:t>REDACTED_00051</a:t>
            </a:r>
          </a:p>
        </p:txBody>
      </p:sp>
      <p:sp>
        <p:nvSpPr>
          <p:cNvPr id="45" name="Text 194">
            <a:extLst>
              <a:ext uri="{FF2B5EF4-FFF2-40B4-BE49-F238E27FC236}">
                <a16:creationId xmlns:a16="http://schemas.microsoft.com/office/drawing/2014/main" id="{18989611-A989-AF1E-3655-D4AE4189CB3E}"/>
              </a:ext>
            </a:extLst>
          </p:cNvPr>
          <p:cNvSpPr>
            <a:spLocks/>
          </p:cNvSpPr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1"/>
                </a:solidFill>
              </a:rPr>
              <a:t>REDACTED_00052</a:t>
            </a:r>
          </a:p>
        </p:txBody>
      </p:sp>
      <p:sp>
        <p:nvSpPr>
          <p:cNvPr id="97" name="Shape 202">
            <a:extLst>
              <a:ext uri="{FF2B5EF4-FFF2-40B4-BE49-F238E27FC236}">
                <a16:creationId xmlns:a16="http://schemas.microsoft.com/office/drawing/2014/main" id="{C0B8B778-67BF-67DD-15E7-09B4B4195F2D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1" name="Text 207">
            <a:extLst>
              <a:ext uri="{FF2B5EF4-FFF2-40B4-BE49-F238E27FC236}">
                <a16:creationId xmlns:a16="http://schemas.microsoft.com/office/drawing/2014/main" id="{0D4AEEDF-BE82-4A0B-5D94-3B6B3BF9042C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/>
              <a:t>REDACTED_00055</a:t>
            </a:r>
          </a:p>
        </p:txBody>
      </p:sp>
      <p:sp>
        <p:nvSpPr>
          <p:cNvPr id="105" name="Text 211">
            <a:extLst>
              <a:ext uri="{FF2B5EF4-FFF2-40B4-BE49-F238E27FC236}">
                <a16:creationId xmlns:a16="http://schemas.microsoft.com/office/drawing/2014/main" id="{203BE362-CD75-C461-9EFA-0FCF96C068BE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/>
              <a:t>REDACTED_00057</a:t>
            </a:r>
          </a:p>
        </p:txBody>
      </p:sp>
      <p:sp>
        <p:nvSpPr>
          <p:cNvPr id="109" name="Text 203">
            <a:extLst>
              <a:ext uri="{FF2B5EF4-FFF2-40B4-BE49-F238E27FC236}">
                <a16:creationId xmlns:a16="http://schemas.microsoft.com/office/drawing/2014/main" id="{2101FB88-BF24-1326-9693-B929E600675B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111" name="Shape 202">
            <a:extLst>
              <a:ext uri="{FF2B5EF4-FFF2-40B4-BE49-F238E27FC236}">
                <a16:creationId xmlns:a16="http://schemas.microsoft.com/office/drawing/2014/main" id="{FD730439-E8E9-EC56-D379-9172057EC2CD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4" name="Text 207">
            <a:extLst>
              <a:ext uri="{FF2B5EF4-FFF2-40B4-BE49-F238E27FC236}">
                <a16:creationId xmlns:a16="http://schemas.microsoft.com/office/drawing/2014/main" id="{3466C765-6015-D554-F5C6-2BC6EF9FBF4E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/>
              <a:t>REDACTED_00054</a:t>
            </a:r>
          </a:p>
        </p:txBody>
      </p:sp>
      <p:sp>
        <p:nvSpPr>
          <p:cNvPr id="116" name="Text 199">
            <a:extLst>
              <a:ext uri="{FF2B5EF4-FFF2-40B4-BE49-F238E27FC236}">
                <a16:creationId xmlns:a16="http://schemas.microsoft.com/office/drawing/2014/main" id="{0D06E85D-FC43-1E4D-F79B-0E3140B92D12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1"/>
                </a:solidFill>
              </a:rPr>
              <a:t>REDACTED_00053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5054D9F0-C3FE-F082-956C-587B53064E24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0" name="Shape 89">
            <a:extLst>
              <a:ext uri="{FF2B5EF4-FFF2-40B4-BE49-F238E27FC236}">
                <a16:creationId xmlns:a16="http://schemas.microsoft.com/office/drawing/2014/main" id="{64AF9BBA-F539-0F99-2139-249DF8234B74}"/>
              </a:ext>
            </a:extLst>
          </p:cNvPr>
          <p:cNvSpPr>
            <a:spLocks/>
          </p:cNvSpPr>
          <p:nvPr/>
        </p:nvSpPr>
        <p:spPr>
          <a:xfrm>
            <a:off x="6840000" y="1472978"/>
            <a:ext cx="2826000" cy="1371600"/>
          </a:xfrm>
          <a:prstGeom prst="rect">
            <a:avLst/>
          </a:prstGeom>
          <a:solidFill>
            <a:srgbClr val="B8CCCC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1" name="Shape 9">
            <a:extLst>
              <a:ext uri="{FF2B5EF4-FFF2-40B4-BE49-F238E27FC236}">
                <a16:creationId xmlns:a16="http://schemas.microsoft.com/office/drawing/2014/main" id="{5ED5C4FD-A413-DE4D-4755-EDA9A76D3040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7" name="Shape 46">
            <a:extLst>
              <a:ext uri="{FF2B5EF4-FFF2-40B4-BE49-F238E27FC236}">
                <a16:creationId xmlns:a16="http://schemas.microsoft.com/office/drawing/2014/main" id="{5A76B2B3-426F-315A-9580-7A239B649F35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2" name="Shape 46">
            <a:extLst>
              <a:ext uri="{FF2B5EF4-FFF2-40B4-BE49-F238E27FC236}">
                <a16:creationId xmlns:a16="http://schemas.microsoft.com/office/drawing/2014/main" id="{FD282DB8-15CA-4AE0-ADF4-CFD013DF68C2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6" name="Shape 105">
            <a:extLst>
              <a:ext uri="{FF2B5EF4-FFF2-40B4-BE49-F238E27FC236}">
                <a16:creationId xmlns:a16="http://schemas.microsoft.com/office/drawing/2014/main" id="{ACBAAA55-C943-4E93-7B2E-1D7395022AFC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9" name="Shape 13">
            <a:extLst>
              <a:ext uri="{FF2B5EF4-FFF2-40B4-BE49-F238E27FC236}">
                <a16:creationId xmlns:a16="http://schemas.microsoft.com/office/drawing/2014/main" id="{05ABC372-D28E-655D-BE8C-91AD5E341DD6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5" name="Shape 13">
            <a:extLst>
              <a:ext uri="{FF2B5EF4-FFF2-40B4-BE49-F238E27FC236}">
                <a16:creationId xmlns:a16="http://schemas.microsoft.com/office/drawing/2014/main" id="{F2725B21-7FE9-F011-E770-FD09459451B5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5" name="Shape 229">
            <a:extLst>
              <a:ext uri="{FF2B5EF4-FFF2-40B4-BE49-F238E27FC236}">
                <a16:creationId xmlns:a16="http://schemas.microsoft.com/office/drawing/2014/main" id="{87094265-918A-4CE7-C818-9D3C2BF894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8" name="Shape 229">
            <a:extLst>
              <a:ext uri="{FF2B5EF4-FFF2-40B4-BE49-F238E27FC236}">
                <a16:creationId xmlns:a16="http://schemas.microsoft.com/office/drawing/2014/main" id="{AAFCA096-D5DA-1C11-85F9-C8CA161A2CB8}"/>
              </a:ext>
            </a:extLst>
          </p:cNvPr>
          <p:cNvSpPr/>
          <p:nvPr/>
        </p:nvSpPr>
        <p:spPr>
          <a:xfrm>
            <a:off x="7341585" y="8541192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Shape 46">
            <a:extLst>
              <a:ext uri="{FF2B5EF4-FFF2-40B4-BE49-F238E27FC236}">
                <a16:creationId xmlns:a16="http://schemas.microsoft.com/office/drawing/2014/main" id="{C22E3ECD-94F0-E129-289D-BAB72FA8C7AE}"/>
              </a:ext>
            </a:extLst>
          </p:cNvPr>
          <p:cNvSpPr/>
          <p:nvPr/>
        </p:nvSpPr>
        <p:spPr>
          <a:xfrm>
            <a:off x="4321241" y="8541624"/>
            <a:ext cx="2968558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B2D385-15B4-C5AA-F457-FF4CE4A38EF2}"/>
              </a:ext>
            </a:extLst>
          </p:cNvPr>
          <p:cNvSpPr txBox="1"/>
          <p:nvPr/>
        </p:nvSpPr>
        <p:spPr>
          <a:xfrm>
            <a:off x="7441585" y="8641192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B064D2-87FC-2E70-ED16-9099A687C661}"/>
              </a:ext>
            </a:extLst>
          </p:cNvPr>
          <p:cNvSpPr txBox="1"/>
          <p:nvPr/>
        </p:nvSpPr>
        <p:spPr>
          <a:xfrm>
            <a:off x="4421241" y="8641624"/>
            <a:ext cx="2763808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REDACTED_01116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REDACTED_01117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REDACTED_01118</a:t>
            </a:r>
          </a:p>
        </p:txBody>
      </p:sp>
      <p:sp>
        <p:nvSpPr>
          <p:cNvPr id="85" name="Text 2">
            <a:extLst>
              <a:ext uri="{FF2B5EF4-FFF2-40B4-BE49-F238E27FC236}">
                <a16:creationId xmlns:a16="http://schemas.microsoft.com/office/drawing/2014/main" id="{3659AE85-16C5-9FE3-603C-36CF6AEBA863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REDACTED_01119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1A9BE7A-356F-D76B-C6E0-79D6E2A6C545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97010F7-95D2-9089-3369-C1CDB5133AD1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>
                  <a:solidFill>
                    <a:schemeClr val="accent1"/>
                  </a:solidFill>
                </a:rPr>
                <a:t>REDACTED_01120</a:t>
              </a:r>
              <a:r>
                <a:rPr lang="en-US" err="1">
                  <a:solidFill>
                    <a:schemeClr val="accent1"/>
                  </a:solidFill>
                </a:rPr>
                <a:t>REDACTED_00951</a:t>
              </a:r>
              <a:r>
                <a:rPr lang="en-US">
                  <a:solidFill>
                    <a:schemeClr val="accent1"/>
                  </a:solidFill>
                </a:rPr>
                <a:t>REDACTED_01121</a:t>
              </a:r>
            </a:p>
          </p:txBody>
        </p:sp>
        <p:sp>
          <p:nvSpPr>
            <p:cNvPr id="90" name="Text 4">
              <a:extLst>
                <a:ext uri="{FF2B5EF4-FFF2-40B4-BE49-F238E27FC236}">
                  <a16:creationId xmlns:a16="http://schemas.microsoft.com/office/drawing/2014/main" id="{528E8F11-8507-849D-94F6-9484B8939695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REDACTED_01122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FAC3F38-4693-26FD-1328-1B9A0ED8C5AC}"/>
              </a:ext>
            </a:extLst>
          </p:cNvPr>
          <p:cNvGrpSpPr/>
          <p:nvPr/>
        </p:nvGrpSpPr>
        <p:grpSpPr>
          <a:xfrm>
            <a:off x="13409410" y="96031"/>
            <a:ext cx="1737360" cy="256032"/>
            <a:chOff x="10361410" y="147441"/>
            <a:chExt cx="1737360" cy="256032"/>
          </a:xfrm>
        </p:grpSpPr>
        <p:sp>
          <p:nvSpPr>
            <p:cNvPr id="92" name="Shape 5">
              <a:extLst>
                <a:ext uri="{FF2B5EF4-FFF2-40B4-BE49-F238E27FC236}">
                  <a16:creationId xmlns:a16="http://schemas.microsoft.com/office/drawing/2014/main" id="{D2CECEC1-0A41-78D5-3039-259FBA880D6A}"/>
                </a:ext>
              </a:extLst>
            </p:cNvPr>
            <p:cNvSpPr/>
            <p:nvPr/>
          </p:nvSpPr>
          <p:spPr>
            <a:xfrm>
              <a:off x="10361410" y="147441"/>
              <a:ext cx="658368" cy="256032"/>
            </a:xfrm>
            <a:prstGeom prst="rect">
              <a:avLst/>
            </a:prstGeom>
            <a:solidFill>
              <a:srgbClr val="003C23"/>
            </a:solidFill>
            <a:ln w="19050">
              <a:solidFill>
                <a:srgbClr val="93DCDC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93" name="Text 6">
              <a:extLst>
                <a:ext uri="{FF2B5EF4-FFF2-40B4-BE49-F238E27FC236}">
                  <a16:creationId xmlns:a16="http://schemas.microsoft.com/office/drawing/2014/main" id="{521D9951-90CB-BFD2-5194-00780149FEB0}"/>
                </a:ext>
              </a:extLst>
            </p:cNvPr>
            <p:cNvSpPr/>
            <p:nvPr/>
          </p:nvSpPr>
          <p:spPr>
            <a:xfrm>
              <a:off x="10361410" y="147441"/>
              <a:ext cx="6583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93DCDC"/>
                  </a:solidFill>
                </a:rPr>
                <a:t>REDACTED_00309</a:t>
              </a:r>
              <a:endParaRPr lang="en-US" sz="900"/>
            </a:p>
          </p:txBody>
        </p:sp>
        <p:sp>
          <p:nvSpPr>
            <p:cNvPr id="94" name="Shape 7">
              <a:extLst>
                <a:ext uri="{FF2B5EF4-FFF2-40B4-BE49-F238E27FC236}">
                  <a16:creationId xmlns:a16="http://schemas.microsoft.com/office/drawing/2014/main" id="{16A251B7-9F9E-92DF-B503-E538A9B37B26}"/>
                </a:ext>
              </a:extLst>
            </p:cNvPr>
            <p:cNvSpPr/>
            <p:nvPr/>
          </p:nvSpPr>
          <p:spPr>
            <a:xfrm>
              <a:off x="11092930" y="147441"/>
              <a:ext cx="1005840" cy="256032"/>
            </a:xfrm>
            <a:prstGeom prst="rect">
              <a:avLst/>
            </a:prstGeom>
            <a:solidFill>
              <a:srgbClr val="003C23"/>
            </a:solidFill>
            <a:ln w="12700">
              <a:solidFill>
                <a:srgbClr val="003C2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95" name="Text 8">
              <a:extLst>
                <a:ext uri="{FF2B5EF4-FFF2-40B4-BE49-F238E27FC236}">
                  <a16:creationId xmlns:a16="http://schemas.microsoft.com/office/drawing/2014/main" id="{3C4C409A-D86C-4293-B6EF-9CF93647883C}"/>
                </a:ext>
              </a:extLst>
            </p:cNvPr>
            <p:cNvSpPr/>
            <p:nvPr/>
          </p:nvSpPr>
          <p:spPr>
            <a:xfrm>
              <a:off x="11092930" y="147441"/>
              <a:ext cx="1005840" cy="256032"/>
            </a:xfrm>
            <a:prstGeom prst="rect">
              <a:avLst/>
            </a:prstGeom>
            <a:solidFill>
              <a:srgbClr val="003C23"/>
            </a:solidFill>
            <a:ln>
              <a:solidFill>
                <a:srgbClr val="003C23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700" b="1">
                  <a:solidFill>
                    <a:schemeClr val="bg1"/>
                  </a:solidFill>
                </a:rPr>
                <a:t>REDACTED_00097</a:t>
              </a:r>
              <a:endParaRPr lang="en-US" sz="700">
                <a:solidFill>
                  <a:schemeClr val="bg1"/>
                </a:solidFill>
              </a:endParaRPr>
            </a:p>
          </p:txBody>
        </p:sp>
      </p:grpSp>
      <p:sp>
        <p:nvSpPr>
          <p:cNvPr id="135" name="Shape 10">
            <a:extLst>
              <a:ext uri="{FF2B5EF4-FFF2-40B4-BE49-F238E27FC236}">
                <a16:creationId xmlns:a16="http://schemas.microsoft.com/office/drawing/2014/main" id="{008AA681-3B61-DE41-0243-53247BCF672C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9" name="Text 11">
            <a:extLst>
              <a:ext uri="{FF2B5EF4-FFF2-40B4-BE49-F238E27FC236}">
                <a16:creationId xmlns:a16="http://schemas.microsoft.com/office/drawing/2014/main" id="{15FE816A-D70E-3CA9-96B8-57D5B949FE9B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41" name="Text 12">
            <a:extLst>
              <a:ext uri="{FF2B5EF4-FFF2-40B4-BE49-F238E27FC236}">
                <a16:creationId xmlns:a16="http://schemas.microsoft.com/office/drawing/2014/main" id="{153F9850-3D36-688E-4E15-7507775CCBE7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REDACTED_01123</a:t>
            </a:r>
            <a:r>
              <a:rPr lang="en-US" sz="800" err="1">
                <a:solidFill>
                  <a:srgbClr val="1A1A1A"/>
                </a:solidFill>
              </a:rPr>
              <a:t>REDACTED_01124</a:t>
            </a:r>
            <a:r>
              <a:rPr lang="en-US" sz="800">
                <a:solidFill>
                  <a:srgbClr val="1A1A1A"/>
                </a:solidFill>
              </a:rPr>
              <a:t>REDACTED_01125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REDACTED_01126</a:t>
            </a:r>
            <a:endParaRPr lang="en-US" sz="800"/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BA08139-CC70-626E-90ED-067D726A5D7F}"/>
              </a:ext>
            </a:extLst>
          </p:cNvPr>
          <p:cNvGrpSpPr/>
          <p:nvPr/>
        </p:nvGrpSpPr>
        <p:grpSpPr>
          <a:xfrm>
            <a:off x="9770789" y="1533598"/>
            <a:ext cx="2333207" cy="635928"/>
            <a:chOff x="9693896" y="1603989"/>
            <a:chExt cx="2333207" cy="635928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74FCFFA-E893-9D73-074D-2A7038A41193}"/>
                </a:ext>
              </a:extLst>
            </p:cNvPr>
            <p:cNvGrpSpPr/>
            <p:nvPr/>
          </p:nvGrpSpPr>
          <p:grpSpPr>
            <a:xfrm>
              <a:off x="9693896" y="1603989"/>
              <a:ext cx="2333207" cy="635928"/>
              <a:chOff x="10112273" y="2891965"/>
              <a:chExt cx="1920240" cy="580547"/>
            </a:xfrm>
          </p:grpSpPr>
          <p:sp>
            <p:nvSpPr>
              <p:cNvPr id="97" name="Shape 243">
                <a:extLst>
                  <a:ext uri="{FF2B5EF4-FFF2-40B4-BE49-F238E27FC236}">
                    <a16:creationId xmlns:a16="http://schemas.microsoft.com/office/drawing/2014/main" id="{84AD4E3B-BDC9-CCC0-D09E-26409D4C933B}"/>
                  </a:ext>
                </a:extLst>
              </p:cNvPr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99" name="Text 241a">
                <a:extLst>
                  <a:ext uri="{FF2B5EF4-FFF2-40B4-BE49-F238E27FC236}">
                    <a16:creationId xmlns:a16="http://schemas.microsoft.com/office/drawing/2014/main" id="{8A719C47-055E-1EC3-F6BB-E4B34F6564DC}"/>
                  </a:ext>
                </a:extLst>
              </p:cNvPr>
              <p:cNvSpPr/>
              <p:nvPr/>
            </p:nvSpPr>
            <p:spPr>
              <a:xfrm>
                <a:off x="10870434" y="2891965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REDACTED_00827</a:t>
                </a:r>
              </a:p>
            </p:txBody>
          </p:sp>
          <p:sp>
            <p:nvSpPr>
              <p:cNvPr id="101" name="Text 245a">
                <a:extLst>
                  <a:ext uri="{FF2B5EF4-FFF2-40B4-BE49-F238E27FC236}">
                    <a16:creationId xmlns:a16="http://schemas.microsoft.com/office/drawing/2014/main" id="{97C2E5B4-B85F-3015-0F8C-5F531F8207A7}"/>
                  </a:ext>
                </a:extLst>
              </p:cNvPr>
              <p:cNvSpPr/>
              <p:nvPr/>
            </p:nvSpPr>
            <p:spPr>
              <a:xfrm>
                <a:off x="10870434" y="3026714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REDACTED_01093</a:t>
                </a:r>
              </a:p>
            </p:txBody>
          </p:sp>
          <p:sp>
            <p:nvSpPr>
              <p:cNvPr id="102" name="Shape 245a">
                <a:extLst>
                  <a:ext uri="{FF2B5EF4-FFF2-40B4-BE49-F238E27FC236}">
                    <a16:creationId xmlns:a16="http://schemas.microsoft.com/office/drawing/2014/main" id="{2F616D6C-7B21-4B48-CF43-3533B5EF1112}"/>
                  </a:ext>
                </a:extLst>
              </p:cNvPr>
              <p:cNvSpPr/>
              <p:nvPr/>
            </p:nvSpPr>
            <p:spPr>
              <a:xfrm>
                <a:off x="10691874" y="3237891"/>
                <a:ext cx="974767" cy="64008"/>
              </a:xfrm>
              <a:prstGeom prst="rect">
                <a:avLst/>
              </a:prstGeom>
              <a:solidFill>
                <a:srgbClr val="E0E0E0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104" name="Text 247a">
                <a:extLst>
                  <a:ext uri="{FF2B5EF4-FFF2-40B4-BE49-F238E27FC236}">
                    <a16:creationId xmlns:a16="http://schemas.microsoft.com/office/drawing/2014/main" id="{A43BAF0B-0767-F20D-BF0D-4B28BE85D4E5}"/>
                  </a:ext>
                </a:extLst>
              </p:cNvPr>
              <p:cNvSpPr/>
              <p:nvPr/>
            </p:nvSpPr>
            <p:spPr>
              <a:xfrm>
                <a:off x="11700022" y="3289632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REDACTED_01094</a:t>
                </a:r>
              </a:p>
            </p:txBody>
          </p:sp>
        </p:grpSp>
        <p:sp>
          <p:nvSpPr>
            <p:cNvPr id="105" name="Shape 246a">
              <a:extLst>
                <a:ext uri="{FF2B5EF4-FFF2-40B4-BE49-F238E27FC236}">
                  <a16:creationId xmlns:a16="http://schemas.microsoft.com/office/drawing/2014/main" id="{F8748A0F-CE00-8C91-BBE0-0767E2E55360}"/>
                </a:ext>
              </a:extLst>
            </p:cNvPr>
            <p:cNvSpPr/>
            <p:nvPr/>
          </p:nvSpPr>
          <p:spPr>
            <a:xfrm>
              <a:off x="9782546" y="1979844"/>
              <a:ext cx="615600" cy="73186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61" name="Text 6">
            <a:extLst>
              <a:ext uri="{FF2B5EF4-FFF2-40B4-BE49-F238E27FC236}">
                <a16:creationId xmlns:a16="http://schemas.microsoft.com/office/drawing/2014/main" id="{FEB96BBC-ED18-7F0A-DBDA-C8F82EF7E9E5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67" name="Shape 130">
            <a:extLst>
              <a:ext uri="{FF2B5EF4-FFF2-40B4-BE49-F238E27FC236}">
                <a16:creationId xmlns:a16="http://schemas.microsoft.com/office/drawing/2014/main" id="{0DEC79AB-773E-C16A-4965-DCAC07F34429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D1341FA-D805-A5CC-0E07-CA79B254AF7C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71" name="Picture 170" descr="A black and blue logo  AI-generated content may be incorrect.">
            <a:extLst>
              <a:ext uri="{FF2B5EF4-FFF2-40B4-BE49-F238E27FC236}">
                <a16:creationId xmlns:a16="http://schemas.microsoft.com/office/drawing/2014/main" id="{D349E1B2-BF31-4F19-F212-5A3AD122B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76" name="Text 211a">
            <a:extLst>
              <a:ext uri="{FF2B5EF4-FFF2-40B4-BE49-F238E27FC236}">
                <a16:creationId xmlns:a16="http://schemas.microsoft.com/office/drawing/2014/main" id="{9B3DF77D-39A1-7601-1947-D6DC8AE94EFD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78" name="Text 213a">
            <a:extLst>
              <a:ext uri="{FF2B5EF4-FFF2-40B4-BE49-F238E27FC236}">
                <a16:creationId xmlns:a16="http://schemas.microsoft.com/office/drawing/2014/main" id="{0A684791-3C67-6DFD-90D3-551CD505FB2B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80" name="Text 218a">
            <a:extLst>
              <a:ext uri="{FF2B5EF4-FFF2-40B4-BE49-F238E27FC236}">
                <a16:creationId xmlns:a16="http://schemas.microsoft.com/office/drawing/2014/main" id="{EDF9E591-30DC-1A0D-BA9D-CEAC945D876A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84" name="Shape 229">
            <a:extLst>
              <a:ext uri="{FF2B5EF4-FFF2-40B4-BE49-F238E27FC236}">
                <a16:creationId xmlns:a16="http://schemas.microsoft.com/office/drawing/2014/main" id="{6498B05B-D3DE-D047-C2BC-4B27C9E51B16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REDACTED_01127</a:t>
            </a:r>
          </a:p>
        </p:txBody>
      </p:sp>
      <p:sp>
        <p:nvSpPr>
          <p:cNvPr id="189" name="Shape 105">
            <a:extLst>
              <a:ext uri="{FF2B5EF4-FFF2-40B4-BE49-F238E27FC236}">
                <a16:creationId xmlns:a16="http://schemas.microsoft.com/office/drawing/2014/main" id="{7EF6784C-5E79-204D-BD90-EC43F5BDDF64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5" name="Shape 10">
            <a:extLst>
              <a:ext uri="{FF2B5EF4-FFF2-40B4-BE49-F238E27FC236}">
                <a16:creationId xmlns:a16="http://schemas.microsoft.com/office/drawing/2014/main" id="{2BA9AAC4-79C3-05F8-7D8B-0D36CCEDE551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9" name="Shape 10">
            <a:extLst>
              <a:ext uri="{FF2B5EF4-FFF2-40B4-BE49-F238E27FC236}">
                <a16:creationId xmlns:a16="http://schemas.microsoft.com/office/drawing/2014/main" id="{A3C68226-FACF-0DFC-F425-F58A422965DD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1" name="Shape 32">
            <a:extLst>
              <a:ext uri="{FF2B5EF4-FFF2-40B4-BE49-F238E27FC236}">
                <a16:creationId xmlns:a16="http://schemas.microsoft.com/office/drawing/2014/main" id="{A4621DF8-366B-E94B-FA63-B7E43C4C50F7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3" name="Shape 32">
            <a:extLst>
              <a:ext uri="{FF2B5EF4-FFF2-40B4-BE49-F238E27FC236}">
                <a16:creationId xmlns:a16="http://schemas.microsoft.com/office/drawing/2014/main" id="{55E23F18-290F-9348-8991-B6FCC5D3AAAB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5" name="Text 31">
            <a:extLst>
              <a:ext uri="{FF2B5EF4-FFF2-40B4-BE49-F238E27FC236}">
                <a16:creationId xmlns:a16="http://schemas.microsoft.com/office/drawing/2014/main" id="{842E3C1D-F34F-4CB8-39D7-F89935A5807D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17" name="Shape 32">
            <a:extLst>
              <a:ext uri="{FF2B5EF4-FFF2-40B4-BE49-F238E27FC236}">
                <a16:creationId xmlns:a16="http://schemas.microsoft.com/office/drawing/2014/main" id="{DEA618F1-4FE2-DA3E-CCC6-E9CB02487E50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9" name="Text 33">
            <a:extLst>
              <a:ext uri="{FF2B5EF4-FFF2-40B4-BE49-F238E27FC236}">
                <a16:creationId xmlns:a16="http://schemas.microsoft.com/office/drawing/2014/main" id="{E4AD3103-3130-CA82-278E-FBC1361458B5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 err="1">
                <a:solidFill>
                  <a:srgbClr val="444444"/>
                </a:solidFill>
              </a:rPr>
              <a:t>REDACTED_01005</a:t>
            </a:r>
            <a:r>
              <a:rPr lang="en-US" sz="800">
                <a:solidFill>
                  <a:srgbClr val="444444"/>
                </a:solidFill>
              </a:rPr>
              <a:t>REDACTED_01128</a:t>
            </a:r>
            <a:endParaRPr lang="en-US" sz="400"/>
          </a:p>
        </p:txBody>
      </p:sp>
      <p:sp>
        <p:nvSpPr>
          <p:cNvPr id="221" name="Text 33">
            <a:extLst>
              <a:ext uri="{FF2B5EF4-FFF2-40B4-BE49-F238E27FC236}">
                <a16:creationId xmlns:a16="http://schemas.microsoft.com/office/drawing/2014/main" id="{EDE12AE4-204F-7FB6-1961-D45535618ABA}"/>
              </a:ext>
            </a:extLst>
          </p:cNvPr>
          <p:cNvSpPr/>
          <p:nvPr/>
        </p:nvSpPr>
        <p:spPr>
          <a:xfrm>
            <a:off x="180001" y="3125080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REDACTED_01129</a:t>
            </a:r>
            <a:r>
              <a:rPr lang="en-US" sz="800" err="1">
                <a:solidFill>
                  <a:srgbClr val="444444"/>
                </a:solidFill>
              </a:rPr>
              <a:t>REDACTED_00421</a:t>
            </a:r>
            <a:r>
              <a:rPr lang="en-US" sz="800">
                <a:solidFill>
                  <a:srgbClr val="444444"/>
                </a:solidFill>
              </a:rPr>
              <a:t>REDACTED_00318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REDACTED_01130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REDACTED_01131</a:t>
            </a:r>
            <a:endParaRPr lang="en-US" sz="800"/>
          </a:p>
        </p:txBody>
      </p:sp>
      <p:sp>
        <p:nvSpPr>
          <p:cNvPr id="223" name="Text 31">
            <a:extLst>
              <a:ext uri="{FF2B5EF4-FFF2-40B4-BE49-F238E27FC236}">
                <a16:creationId xmlns:a16="http://schemas.microsoft.com/office/drawing/2014/main" id="{681F4194-4971-6292-CA67-FA9BDCB3D106}"/>
              </a:ext>
            </a:extLst>
          </p:cNvPr>
          <p:cNvSpPr/>
          <p:nvPr/>
        </p:nvSpPr>
        <p:spPr>
          <a:xfrm>
            <a:off x="180000" y="2957827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25" name="Shape 32">
            <a:extLst>
              <a:ext uri="{FF2B5EF4-FFF2-40B4-BE49-F238E27FC236}">
                <a16:creationId xmlns:a16="http://schemas.microsoft.com/office/drawing/2014/main" id="{A04A6530-0BA5-FD23-83FA-BA155B069D44}"/>
              </a:ext>
            </a:extLst>
          </p:cNvPr>
          <p:cNvSpPr/>
          <p:nvPr/>
        </p:nvSpPr>
        <p:spPr>
          <a:xfrm>
            <a:off x="144000" y="3076699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7" name="Shape 10">
            <a:extLst>
              <a:ext uri="{FF2B5EF4-FFF2-40B4-BE49-F238E27FC236}">
                <a16:creationId xmlns:a16="http://schemas.microsoft.com/office/drawing/2014/main" id="{7D986439-BF6B-B2ED-4988-D81D06A21F1F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1" name="Shape 16">
            <a:extLst>
              <a:ext uri="{FF2B5EF4-FFF2-40B4-BE49-F238E27FC236}">
                <a16:creationId xmlns:a16="http://schemas.microsoft.com/office/drawing/2014/main" id="{9A64E100-2E1E-C078-607D-A06E8E58C8D1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REDACTED_00474</a:t>
            </a:r>
          </a:p>
        </p:txBody>
      </p:sp>
      <p:sp>
        <p:nvSpPr>
          <p:cNvPr id="233" name="Shape 16">
            <a:extLst>
              <a:ext uri="{FF2B5EF4-FFF2-40B4-BE49-F238E27FC236}">
                <a16:creationId xmlns:a16="http://schemas.microsoft.com/office/drawing/2014/main" id="{6F038AB0-4A0C-E433-9622-9D1AA55272E5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REDACTED_00475</a:t>
            </a:r>
          </a:p>
        </p:txBody>
      </p:sp>
      <p:sp>
        <p:nvSpPr>
          <p:cNvPr id="235" name="Shape 16">
            <a:extLst>
              <a:ext uri="{FF2B5EF4-FFF2-40B4-BE49-F238E27FC236}">
                <a16:creationId xmlns:a16="http://schemas.microsoft.com/office/drawing/2014/main" id="{C6BBDC42-D425-9D26-FACF-BD92FA2B7179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REDACTED_00798</a:t>
            </a:r>
          </a:p>
        </p:txBody>
      </p:sp>
      <p:sp>
        <p:nvSpPr>
          <p:cNvPr id="237" name="Shape 16">
            <a:extLst>
              <a:ext uri="{FF2B5EF4-FFF2-40B4-BE49-F238E27FC236}">
                <a16:creationId xmlns:a16="http://schemas.microsoft.com/office/drawing/2014/main" id="{C283DC8A-B4D8-CB47-E857-66518530DBEA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REDACTED_01132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CA1FDFD-2695-2476-1D58-43CDD0F918B7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F272C526-14F5-8A8F-B520-EF8BE67218F6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F95AB506-0FA5-4001-3E00-7424D9ABD0CE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574BE037-29DD-BCA5-3FB2-713947069472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1A970DB5-33AB-E856-9616-6038C7E88291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69" name="Shape 37">
              <a:extLst>
                <a:ext uri="{FF2B5EF4-FFF2-40B4-BE49-F238E27FC236}">
                  <a16:creationId xmlns:a16="http://schemas.microsoft.com/office/drawing/2014/main" id="{52EAB87A-E5CB-03F4-537B-F61AA69AE3F4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0" name="Shape 38">
              <a:extLst>
                <a:ext uri="{FF2B5EF4-FFF2-40B4-BE49-F238E27FC236}">
                  <a16:creationId xmlns:a16="http://schemas.microsoft.com/office/drawing/2014/main" id="{AB16437D-8D75-73A0-D2D2-B27890DD19AB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1" name="Text 39">
              <a:extLst>
                <a:ext uri="{FF2B5EF4-FFF2-40B4-BE49-F238E27FC236}">
                  <a16:creationId xmlns:a16="http://schemas.microsoft.com/office/drawing/2014/main" id="{3EAC378B-5AA5-2C85-F775-FB5411F9409A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REDACTED_01133</a:t>
              </a:r>
              <a:endParaRPr lang="en-US" sz="800"/>
            </a:p>
          </p:txBody>
        </p:sp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C97BCF7C-50F4-BD5A-7A3B-9D7ACC60E181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73" name="Shape 37">
              <a:extLst>
                <a:ext uri="{FF2B5EF4-FFF2-40B4-BE49-F238E27FC236}">
                  <a16:creationId xmlns:a16="http://schemas.microsoft.com/office/drawing/2014/main" id="{AAC94272-2B53-4F6E-F224-51183A4C0EA4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4" name="Shape 38">
              <a:extLst>
                <a:ext uri="{FF2B5EF4-FFF2-40B4-BE49-F238E27FC236}">
                  <a16:creationId xmlns:a16="http://schemas.microsoft.com/office/drawing/2014/main" id="{2B4D6508-46BA-0009-E5B8-54F582EEB503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5" name="Text 39">
              <a:extLst>
                <a:ext uri="{FF2B5EF4-FFF2-40B4-BE49-F238E27FC236}">
                  <a16:creationId xmlns:a16="http://schemas.microsoft.com/office/drawing/2014/main" id="{D485C178-AB3E-5E7D-8686-C3859F8F0439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REDACTED_01134</a:t>
              </a:r>
              <a:endParaRPr lang="en-US" sz="800"/>
            </a:p>
          </p:txBody>
        </p:sp>
      </p:grpSp>
      <p:sp>
        <p:nvSpPr>
          <p:cNvPr id="280" name="Shape 229">
            <a:extLst>
              <a:ext uri="{FF2B5EF4-FFF2-40B4-BE49-F238E27FC236}">
                <a16:creationId xmlns:a16="http://schemas.microsoft.com/office/drawing/2014/main" id="{F20FE187-F552-7249-C98E-6C20DF1CF747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282" name="Shape 46">
            <a:extLst>
              <a:ext uri="{FF2B5EF4-FFF2-40B4-BE49-F238E27FC236}">
                <a16:creationId xmlns:a16="http://schemas.microsoft.com/office/drawing/2014/main" id="{CDED713E-54B7-32E2-376B-4CEEBB6640F7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137E8241-FD84-5FFE-4194-4FC032CF6041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8" name="Text 35">
            <a:extLst>
              <a:ext uri="{FF2B5EF4-FFF2-40B4-BE49-F238E27FC236}">
                <a16:creationId xmlns:a16="http://schemas.microsoft.com/office/drawing/2014/main" id="{7942D68D-FE1E-8A73-47E6-296E9648A410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00" name="Shape 36">
            <a:extLst>
              <a:ext uri="{FF2B5EF4-FFF2-40B4-BE49-F238E27FC236}">
                <a16:creationId xmlns:a16="http://schemas.microsoft.com/office/drawing/2014/main" id="{EC9C1FDF-16E0-7F30-BABE-24D6FEB0A1F5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2" name="Shape 36">
            <a:extLst>
              <a:ext uri="{FF2B5EF4-FFF2-40B4-BE49-F238E27FC236}">
                <a16:creationId xmlns:a16="http://schemas.microsoft.com/office/drawing/2014/main" id="{A1D9EB12-2AA8-2C03-277D-3CA9660F2336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4" name="Text 35">
            <a:extLst>
              <a:ext uri="{FF2B5EF4-FFF2-40B4-BE49-F238E27FC236}">
                <a16:creationId xmlns:a16="http://schemas.microsoft.com/office/drawing/2014/main" id="{4C545E3D-CB4C-7AF8-ADA6-32CFD7A30200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06" name="Text 90">
            <a:extLst>
              <a:ext uri="{FF2B5EF4-FFF2-40B4-BE49-F238E27FC236}">
                <a16:creationId xmlns:a16="http://schemas.microsoft.com/office/drawing/2014/main" id="{EE95F863-84A7-0229-643D-E384F0AC48E3}"/>
              </a:ext>
            </a:extLst>
          </p:cNvPr>
          <p:cNvSpPr/>
          <p:nvPr/>
        </p:nvSpPr>
        <p:spPr>
          <a:xfrm>
            <a:off x="7015727" y="1917812"/>
            <a:ext cx="2435380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REDACTED_01135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A08AC9-73EF-0B71-B24B-3349FD617123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/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DECA27-6946-01BC-CFFA-5FF79A55F11A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REDACTED_00017</a:t>
            </a: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E45686F4-BA7E-93D5-1068-24A357B9BEEC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8873B345-CF2A-871D-59D7-332997B770F7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38165AE9-51F7-CC49-FF6F-F66EF0B807A9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76FD21A7-5727-A22B-D6DC-0E740D5E10CA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F853D537-CC76-C02F-3D5C-B52268BF89C2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5F8118A-060D-9982-C6D7-ACB8A06819F9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64" name="PersonIcon">
              <a:extLst>
                <a:ext uri="{FF2B5EF4-FFF2-40B4-BE49-F238E27FC236}">
                  <a16:creationId xmlns:a16="http://schemas.microsoft.com/office/drawing/2014/main" id="{EC4E6C8F-9E9C-8109-ECDF-798C5D27E496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Text 107">
              <a:extLst>
                <a:ext uri="{FF2B5EF4-FFF2-40B4-BE49-F238E27FC236}">
                  <a16:creationId xmlns:a16="http://schemas.microsoft.com/office/drawing/2014/main" id="{9B2CE470-78A6-61B9-7BAC-377ADEB809D0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66" name="Text 108">
              <a:extLst>
                <a:ext uri="{FF2B5EF4-FFF2-40B4-BE49-F238E27FC236}">
                  <a16:creationId xmlns:a16="http://schemas.microsoft.com/office/drawing/2014/main" id="{90F1107E-BCE8-23D5-830A-4C47436FA495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REDACTED_00004</a:t>
              </a:r>
              <a:endParaRPr lang="en-US" sz="80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1C82736-3E41-A316-BBE8-153034F62C99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72" name="GradCapIcon">
              <a:extLst>
                <a:ext uri="{FF2B5EF4-FFF2-40B4-BE49-F238E27FC236}">
                  <a16:creationId xmlns:a16="http://schemas.microsoft.com/office/drawing/2014/main" id="{791EFD36-0F7B-D16B-CCD0-25772D92292B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Text 111">
              <a:extLst>
                <a:ext uri="{FF2B5EF4-FFF2-40B4-BE49-F238E27FC236}">
                  <a16:creationId xmlns:a16="http://schemas.microsoft.com/office/drawing/2014/main" id="{1BA880F4-654E-0560-C71D-301D632828CC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74" name="Text 112">
              <a:extLst>
                <a:ext uri="{FF2B5EF4-FFF2-40B4-BE49-F238E27FC236}">
                  <a16:creationId xmlns:a16="http://schemas.microsoft.com/office/drawing/2014/main" id="{19E165A7-1599-A0C7-EAFD-B2120562D46E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REDACTED_00674</a:t>
              </a:r>
              <a:endParaRPr lang="en-US" sz="80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C803EBA-4898-57D4-07B9-DAD9654D0B86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76" name="BuildingIcon">
              <a:extLst>
                <a:ext uri="{FF2B5EF4-FFF2-40B4-BE49-F238E27FC236}">
                  <a16:creationId xmlns:a16="http://schemas.microsoft.com/office/drawing/2014/main" id="{01EC69D4-D6F3-7D7B-4F1E-564CF86FAA05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7" name="Text 109">
              <a:extLst>
                <a:ext uri="{FF2B5EF4-FFF2-40B4-BE49-F238E27FC236}">
                  <a16:creationId xmlns:a16="http://schemas.microsoft.com/office/drawing/2014/main" id="{A64D3F38-0521-D3B2-A971-DCF019BE635D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78" name="Text 110">
              <a:extLst>
                <a:ext uri="{FF2B5EF4-FFF2-40B4-BE49-F238E27FC236}">
                  <a16:creationId xmlns:a16="http://schemas.microsoft.com/office/drawing/2014/main" id="{0DA12351-EF4A-0026-EB80-41C04387DECB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REDACTED_00006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0F6D30A-8C65-B57B-F02E-303CFCD46499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D5A63C8-208E-D5FE-27A7-7D7F833C19B2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82" name="Text 109">
                <a:extLst>
                  <a:ext uri="{FF2B5EF4-FFF2-40B4-BE49-F238E27FC236}">
                    <a16:creationId xmlns:a16="http://schemas.microsoft.com/office/drawing/2014/main" id="{65D4B671-46A9-A787-3D2B-9E90D1C0B250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83" name="Text 110">
                <a:extLst>
                  <a:ext uri="{FF2B5EF4-FFF2-40B4-BE49-F238E27FC236}">
                    <a16:creationId xmlns:a16="http://schemas.microsoft.com/office/drawing/2014/main" id="{E550D106-2835-FF0F-0EFA-E92239091419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REDACTED_00004</a:t>
                </a:r>
                <a:endParaRPr lang="en-US" sz="800"/>
              </a:p>
            </p:txBody>
          </p:sp>
        </p:grpSp>
        <p:pic>
          <p:nvPicPr>
            <p:cNvPr id="81" name="Graphic 80" descr="Management with solid fill">
              <a:extLst>
                <a:ext uri="{FF2B5EF4-FFF2-40B4-BE49-F238E27FC236}">
                  <a16:creationId xmlns:a16="http://schemas.microsoft.com/office/drawing/2014/main" id="{8DD42E49-CC46-AE9D-7A64-530F8C902F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824EAA9-4363-E9B1-2B64-BDD492547B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A51FD113-E677-4456-2BED-FA492CE8B2D7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AU" sz="900" b="1">
              <a:solidFill>
                <a:schemeClr val="accent1"/>
              </a:solidFill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1638AFD-A678-FEB0-5D9C-2715A11FCAE8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1"/>
                </a:solidFill>
              </a:rPr>
              <a:t>REDACTED_00309</a:t>
            </a:r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72B49416-AD1C-22B5-A957-354BB11E51FF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C9C5D3B9-FA64-B915-498D-1600F5107B9F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REDACTED_00097</a:t>
            </a:r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EC62333C-2568-C778-3D8A-D0FF62AD0BB8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REDACTED_00930</a:t>
            </a:r>
          </a:p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REDACTED_01108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8A258941-F646-C28F-6072-5B64D87CF8AC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9BADA6E7-62E6-7A80-C843-9C7EA3F53435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REDACTED_01136</a:t>
            </a:r>
          </a:p>
        </p:txBody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1C8DD5FD-2E40-A201-02D7-0EAC912DF53B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REDACTED_00934</a:t>
            </a:r>
          </a:p>
        </p:txBody>
      </p:sp>
      <p:sp>
        <p:nvSpPr>
          <p:cNvPr id="16" name="Text 23">
            <a:extLst>
              <a:ext uri="{FF2B5EF4-FFF2-40B4-BE49-F238E27FC236}">
                <a16:creationId xmlns:a16="http://schemas.microsoft.com/office/drawing/2014/main" id="{25DB15D7-6A61-0649-155C-B38F658DBE74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REDACTED_01137</a:t>
            </a:r>
          </a:p>
        </p:txBody>
      </p:sp>
      <p:sp>
        <p:nvSpPr>
          <p:cNvPr id="18" name="Text 28">
            <a:extLst>
              <a:ext uri="{FF2B5EF4-FFF2-40B4-BE49-F238E27FC236}">
                <a16:creationId xmlns:a16="http://schemas.microsoft.com/office/drawing/2014/main" id="{60A71300-8EFA-6D51-F6A9-3DE1538000E7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REDACTED_01138</a:t>
            </a:r>
          </a:p>
        </p:txBody>
      </p:sp>
      <p:sp>
        <p:nvSpPr>
          <p:cNvPr id="20" name="Text 32">
            <a:extLst>
              <a:ext uri="{FF2B5EF4-FFF2-40B4-BE49-F238E27FC236}">
                <a16:creationId xmlns:a16="http://schemas.microsoft.com/office/drawing/2014/main" id="{54C73E0E-AF97-7F76-54D7-8067AF89D548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REDACTED_00937</a:t>
            </a:r>
          </a:p>
          <a:p>
            <a:r>
              <a:rPr lang="en-US" sz="650">
                <a:solidFill>
                  <a:srgbClr val="444444"/>
                </a:solidFill>
              </a:rPr>
              <a:t>REDACTED_00145</a:t>
            </a:r>
          </a:p>
        </p:txBody>
      </p:sp>
      <p:sp>
        <p:nvSpPr>
          <p:cNvPr id="22" name="Shape 188">
            <a:extLst>
              <a:ext uri="{FF2B5EF4-FFF2-40B4-BE49-F238E27FC236}">
                <a16:creationId xmlns:a16="http://schemas.microsoft.com/office/drawing/2014/main" id="{70BDAB50-8904-2AC2-AD5F-D93CF83827C4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189">
            <a:extLst>
              <a:ext uri="{FF2B5EF4-FFF2-40B4-BE49-F238E27FC236}">
                <a16:creationId xmlns:a16="http://schemas.microsoft.com/office/drawing/2014/main" id="{64EC193F-2A1A-202D-6814-7AA975E86B5B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1116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190">
            <a:extLst>
              <a:ext uri="{FF2B5EF4-FFF2-40B4-BE49-F238E27FC236}">
                <a16:creationId xmlns:a16="http://schemas.microsoft.com/office/drawing/2014/main" id="{A6C7C0D9-6560-1493-8EFE-333DB27D0DA1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485BAE"/>
          </a:solidFill>
          <a:ln w="9525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8" name="Shape 206">
            <a:extLst>
              <a:ext uri="{FF2B5EF4-FFF2-40B4-BE49-F238E27FC236}">
                <a16:creationId xmlns:a16="http://schemas.microsoft.com/office/drawing/2014/main" id="{50B9133E-E191-CD12-82CC-72F932E10A80}"/>
              </a:ext>
            </a:extLst>
          </p:cNvPr>
          <p:cNvSpPr>
            <a:spLocks/>
          </p:cNvSpPr>
          <p:nvPr/>
        </p:nvSpPr>
        <p:spPr>
          <a:xfrm>
            <a:off x="9986549" y="3368177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Shape 210">
            <a:extLst>
              <a:ext uri="{FF2B5EF4-FFF2-40B4-BE49-F238E27FC236}">
                <a16:creationId xmlns:a16="http://schemas.microsoft.com/office/drawing/2014/main" id="{9AEAD2B1-DCF1-5CC5-0225-5FB5777226DA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Text 191">
            <a:extLst>
              <a:ext uri="{FF2B5EF4-FFF2-40B4-BE49-F238E27FC236}">
                <a16:creationId xmlns:a16="http://schemas.microsoft.com/office/drawing/2014/main" id="{4EAE8D36-465D-7A3A-4EBE-2D40EFFEAD12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accent1"/>
                </a:solidFill>
              </a:rPr>
              <a:t>REDACTED_00051</a:t>
            </a:r>
            <a:endParaRPr lang="en-US" sz="650">
              <a:solidFill>
                <a:schemeClr val="accent1"/>
              </a:solidFill>
            </a:endParaRPr>
          </a:p>
        </p:txBody>
      </p:sp>
      <p:sp>
        <p:nvSpPr>
          <p:cNvPr id="35" name="Shape 202">
            <a:extLst>
              <a:ext uri="{FF2B5EF4-FFF2-40B4-BE49-F238E27FC236}">
                <a16:creationId xmlns:a16="http://schemas.microsoft.com/office/drawing/2014/main" id="{AC1E409E-062B-C8C4-70E4-46FE14479A46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1" name="Text 207">
            <a:extLst>
              <a:ext uri="{FF2B5EF4-FFF2-40B4-BE49-F238E27FC236}">
                <a16:creationId xmlns:a16="http://schemas.microsoft.com/office/drawing/2014/main" id="{21CAC6DA-3F0A-47F3-F93B-4C4E919B83AF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/>
              <a:t>REDACTED_00055</a:t>
            </a:r>
          </a:p>
        </p:txBody>
      </p:sp>
      <p:sp>
        <p:nvSpPr>
          <p:cNvPr id="45" name="Text 211">
            <a:extLst>
              <a:ext uri="{FF2B5EF4-FFF2-40B4-BE49-F238E27FC236}">
                <a16:creationId xmlns:a16="http://schemas.microsoft.com/office/drawing/2014/main" id="{0C226D4E-BC95-EC04-C54D-A7DADDB6FFCF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/>
              <a:t>REDACTED_00057</a:t>
            </a:r>
            <a:endParaRPr lang="en-US" sz="650"/>
          </a:p>
        </p:txBody>
      </p:sp>
      <p:sp>
        <p:nvSpPr>
          <p:cNvPr id="89" name="Text 203">
            <a:extLst>
              <a:ext uri="{FF2B5EF4-FFF2-40B4-BE49-F238E27FC236}">
                <a16:creationId xmlns:a16="http://schemas.microsoft.com/office/drawing/2014/main" id="{4689DDF1-1CF3-9268-C038-289AE81843EF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100" name="Shape 202">
            <a:extLst>
              <a:ext uri="{FF2B5EF4-FFF2-40B4-BE49-F238E27FC236}">
                <a16:creationId xmlns:a16="http://schemas.microsoft.com/office/drawing/2014/main" id="{7ED6784D-8BC9-7FC1-4D9A-40E354A50A9C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6" name="Text 207">
            <a:extLst>
              <a:ext uri="{FF2B5EF4-FFF2-40B4-BE49-F238E27FC236}">
                <a16:creationId xmlns:a16="http://schemas.microsoft.com/office/drawing/2014/main" id="{E7F971A9-27AB-8365-8BA5-6450ABA9738F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/>
              <a:t>REDACTED_00054</a:t>
            </a:r>
          </a:p>
        </p:txBody>
      </p:sp>
      <p:sp>
        <p:nvSpPr>
          <p:cNvPr id="109" name="Text 194">
            <a:extLst>
              <a:ext uri="{FF2B5EF4-FFF2-40B4-BE49-F238E27FC236}">
                <a16:creationId xmlns:a16="http://schemas.microsoft.com/office/drawing/2014/main" id="{E76BA5C2-41B1-5705-8FCC-9CEBC4D53028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1"/>
                </a:solidFill>
              </a:rPr>
              <a:t>REDACTED_00052</a:t>
            </a:r>
          </a:p>
        </p:txBody>
      </p:sp>
      <p:sp>
        <p:nvSpPr>
          <p:cNvPr id="112" name="Shape 198">
            <a:extLst>
              <a:ext uri="{FF2B5EF4-FFF2-40B4-BE49-F238E27FC236}">
                <a16:creationId xmlns:a16="http://schemas.microsoft.com/office/drawing/2014/main" id="{AB0848F2-E485-C81C-C94D-EE604FA0617F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6" name="Text 199">
            <a:extLst>
              <a:ext uri="{FF2B5EF4-FFF2-40B4-BE49-F238E27FC236}">
                <a16:creationId xmlns:a16="http://schemas.microsoft.com/office/drawing/2014/main" id="{103C8C3B-6E5D-1A48-BEA5-65733089B1B6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/>
              <a:t>REDACTED_00053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>
            <a:extLst>
              <a:ext uri="{FF2B5EF4-FFF2-40B4-BE49-F238E27FC236}">
                <a16:creationId xmlns:a16="http://schemas.microsoft.com/office/drawing/2014/main" id="{72E28172-06ED-2F45-E746-DFBE61BE2964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5" name="Shape 89">
            <a:extLst>
              <a:ext uri="{FF2B5EF4-FFF2-40B4-BE49-F238E27FC236}">
                <a16:creationId xmlns:a16="http://schemas.microsoft.com/office/drawing/2014/main" id="{462861D6-FCFD-9915-DDEC-08F401BAEAB1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solidFill>
            <a:srgbClr val="B8CCCC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2" name="Shape 9">
            <a:extLst>
              <a:ext uri="{FF2B5EF4-FFF2-40B4-BE49-F238E27FC236}">
                <a16:creationId xmlns:a16="http://schemas.microsoft.com/office/drawing/2014/main" id="{8A2B6A66-5E4E-53CE-E37A-665312CBD6B1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2" name="Shape 46">
            <a:extLst>
              <a:ext uri="{FF2B5EF4-FFF2-40B4-BE49-F238E27FC236}">
                <a16:creationId xmlns:a16="http://schemas.microsoft.com/office/drawing/2014/main" id="{53FC3864-1577-5816-5D20-594D18058485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7" name="Shape 46">
            <a:extLst>
              <a:ext uri="{FF2B5EF4-FFF2-40B4-BE49-F238E27FC236}">
                <a16:creationId xmlns:a16="http://schemas.microsoft.com/office/drawing/2014/main" id="{9C29C23E-0F8A-C9C0-3C2A-51480F80619F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1" name="Shape 105">
            <a:extLst>
              <a:ext uri="{FF2B5EF4-FFF2-40B4-BE49-F238E27FC236}">
                <a16:creationId xmlns:a16="http://schemas.microsoft.com/office/drawing/2014/main" id="{8F5562CC-4D9D-45D2-3312-F12F6381394D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5" name="Shape 13">
            <a:extLst>
              <a:ext uri="{FF2B5EF4-FFF2-40B4-BE49-F238E27FC236}">
                <a16:creationId xmlns:a16="http://schemas.microsoft.com/office/drawing/2014/main" id="{EF0C8C1E-DA6D-0F37-3C27-42175407A914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1" name="Shape 13">
            <a:extLst>
              <a:ext uri="{FF2B5EF4-FFF2-40B4-BE49-F238E27FC236}">
                <a16:creationId xmlns:a16="http://schemas.microsoft.com/office/drawing/2014/main" id="{121AF81D-403A-5B06-9501-1C913A7FDC79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8" name="Shape 229">
            <a:extLst>
              <a:ext uri="{FF2B5EF4-FFF2-40B4-BE49-F238E27FC236}">
                <a16:creationId xmlns:a16="http://schemas.microsoft.com/office/drawing/2014/main" id="{E5AF9415-8208-9FCE-9142-526BD45861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8" name="Shape 229">
            <a:extLst>
              <a:ext uri="{FF2B5EF4-FFF2-40B4-BE49-F238E27FC236}">
                <a16:creationId xmlns:a16="http://schemas.microsoft.com/office/drawing/2014/main" id="{FCA74513-902F-7279-05F7-C9A93C64637E}"/>
              </a:ext>
            </a:extLst>
          </p:cNvPr>
          <p:cNvSpPr/>
          <p:nvPr/>
        </p:nvSpPr>
        <p:spPr>
          <a:xfrm>
            <a:off x="7241257" y="8541192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Shape 46">
            <a:extLst>
              <a:ext uri="{FF2B5EF4-FFF2-40B4-BE49-F238E27FC236}">
                <a16:creationId xmlns:a16="http://schemas.microsoft.com/office/drawing/2014/main" id="{A765E52A-BC33-B85E-0E8D-CC9483184360}"/>
              </a:ext>
            </a:extLst>
          </p:cNvPr>
          <p:cNvSpPr/>
          <p:nvPr/>
        </p:nvSpPr>
        <p:spPr>
          <a:xfrm>
            <a:off x="4245045" y="8523831"/>
            <a:ext cx="294862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EFB48EA-7083-6B0B-3DF7-2691407F5A4C}"/>
              </a:ext>
            </a:extLst>
          </p:cNvPr>
          <p:cNvSpPr txBox="1"/>
          <p:nvPr/>
        </p:nvSpPr>
        <p:spPr>
          <a:xfrm>
            <a:off x="7341257" y="8641192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5954C29-9D6D-41DD-5AB3-8719BAF2FC5D}"/>
              </a:ext>
            </a:extLst>
          </p:cNvPr>
          <p:cNvSpPr txBox="1"/>
          <p:nvPr/>
        </p:nvSpPr>
        <p:spPr>
          <a:xfrm>
            <a:off x="4345045" y="8623831"/>
            <a:ext cx="2745250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REDACTED_01139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REDACTED_01140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REDACTED_01141</a:t>
            </a:r>
          </a:p>
        </p:txBody>
      </p:sp>
      <p:sp>
        <p:nvSpPr>
          <p:cNvPr id="87" name="Text 2">
            <a:extLst>
              <a:ext uri="{FF2B5EF4-FFF2-40B4-BE49-F238E27FC236}">
                <a16:creationId xmlns:a16="http://schemas.microsoft.com/office/drawing/2014/main" id="{0CBDCC84-C6BE-E4EB-DE3B-FFDD85574803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REDACTED_01142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B8E354A-EFE2-68A0-76FD-63BF6DF20480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66D3864-E87D-8043-DAA6-765750E79AB9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>
                  <a:solidFill>
                    <a:schemeClr val="accent1"/>
                  </a:solidFill>
                </a:rPr>
                <a:t>REDACTED_01143</a:t>
              </a:r>
            </a:p>
          </p:txBody>
        </p:sp>
        <p:sp>
          <p:nvSpPr>
            <p:cNvPr id="90" name="Text 4">
              <a:extLst>
                <a:ext uri="{FF2B5EF4-FFF2-40B4-BE49-F238E27FC236}">
                  <a16:creationId xmlns:a16="http://schemas.microsoft.com/office/drawing/2014/main" id="{9D987148-B9B0-1EBD-B872-C78302C929D6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REDACTED_01144</a:t>
              </a:r>
            </a:p>
          </p:txBody>
        </p:sp>
      </p:grpSp>
      <p:sp>
        <p:nvSpPr>
          <p:cNvPr id="144" name="Shape 10">
            <a:extLst>
              <a:ext uri="{FF2B5EF4-FFF2-40B4-BE49-F238E27FC236}">
                <a16:creationId xmlns:a16="http://schemas.microsoft.com/office/drawing/2014/main" id="{E9178504-E502-338A-5847-3641B3AF6D5D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6" name="Text 11">
            <a:extLst>
              <a:ext uri="{FF2B5EF4-FFF2-40B4-BE49-F238E27FC236}">
                <a16:creationId xmlns:a16="http://schemas.microsoft.com/office/drawing/2014/main" id="{633A1EC5-AE5C-3A84-C74D-62824F516550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48" name="Text 12">
            <a:extLst>
              <a:ext uri="{FF2B5EF4-FFF2-40B4-BE49-F238E27FC236}">
                <a16:creationId xmlns:a16="http://schemas.microsoft.com/office/drawing/2014/main" id="{B0767E87-982D-89D1-515D-13B6AB368CC5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REDACTED_01145</a:t>
            </a:r>
          </a:p>
          <a:p>
            <a:r>
              <a:rPr lang="en-US" sz="800">
                <a:solidFill>
                  <a:srgbClr val="1A1A1A"/>
                </a:solidFill>
              </a:rPr>
              <a:t>REDACTED_01146</a:t>
            </a:r>
            <a:endParaRPr lang="en-US" sz="80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D6E6A69-AB71-5448-D58E-BB8244414DFA}"/>
              </a:ext>
            </a:extLst>
          </p:cNvPr>
          <p:cNvGrpSpPr/>
          <p:nvPr/>
        </p:nvGrpSpPr>
        <p:grpSpPr>
          <a:xfrm>
            <a:off x="9770789" y="1533598"/>
            <a:ext cx="2333207" cy="635928"/>
            <a:chOff x="10112273" y="2891965"/>
            <a:chExt cx="1920240" cy="580547"/>
          </a:xfrm>
        </p:grpSpPr>
        <p:sp>
          <p:nvSpPr>
            <p:cNvPr id="163" name="Shape 243">
              <a:extLst>
                <a:ext uri="{FF2B5EF4-FFF2-40B4-BE49-F238E27FC236}">
                  <a16:creationId xmlns:a16="http://schemas.microsoft.com/office/drawing/2014/main" id="{08F4C50C-D2B5-847D-2449-5352469274EA}"/>
                </a:ext>
              </a:extLst>
            </p:cNvPr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65" name="Text 241a">
              <a:extLst>
                <a:ext uri="{FF2B5EF4-FFF2-40B4-BE49-F238E27FC236}">
                  <a16:creationId xmlns:a16="http://schemas.microsoft.com/office/drawing/2014/main" id="{CF0F6B4F-B825-ED06-54F3-59A11DB372C2}"/>
                </a:ext>
              </a:extLst>
            </p:cNvPr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167" name="Text 245a">
              <a:extLst>
                <a:ext uri="{FF2B5EF4-FFF2-40B4-BE49-F238E27FC236}">
                  <a16:creationId xmlns:a16="http://schemas.microsoft.com/office/drawing/2014/main" id="{C0A74DD7-B0E1-6940-86E6-86D5CDE0E3A7}"/>
                </a:ext>
              </a:extLst>
            </p:cNvPr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168" name="Shape 245a">
              <a:extLst>
                <a:ext uri="{FF2B5EF4-FFF2-40B4-BE49-F238E27FC236}">
                  <a16:creationId xmlns:a16="http://schemas.microsoft.com/office/drawing/2014/main" id="{B2AE8BC9-91E2-4579-AC2C-ADD2F9CA8B68}"/>
                </a:ext>
              </a:extLst>
            </p:cNvPr>
            <p:cNvSpPr/>
            <p:nvPr/>
          </p:nvSpPr>
          <p:spPr>
            <a:xfrm>
              <a:off x="10198303" y="3237891"/>
              <a:ext cx="139000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70" name="Text 247a">
              <a:extLst>
                <a:ext uri="{FF2B5EF4-FFF2-40B4-BE49-F238E27FC236}">
                  <a16:creationId xmlns:a16="http://schemas.microsoft.com/office/drawing/2014/main" id="{86F5C134-0863-A0DD-2C45-7912020F17FC}"/>
                </a:ext>
              </a:extLst>
            </p:cNvPr>
            <p:cNvSpPr/>
            <p:nvPr/>
          </p:nvSpPr>
          <p:spPr>
            <a:xfrm>
              <a:off x="11700022" y="3289632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REDACTED_00351</a:t>
              </a:r>
            </a:p>
          </p:txBody>
        </p:sp>
      </p:grpSp>
      <p:sp>
        <p:nvSpPr>
          <p:cNvPr id="176" name="Text 6">
            <a:extLst>
              <a:ext uri="{FF2B5EF4-FFF2-40B4-BE49-F238E27FC236}">
                <a16:creationId xmlns:a16="http://schemas.microsoft.com/office/drawing/2014/main" id="{B6718806-9617-520D-EE78-D6C0D719060D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82" name="Shape 130">
            <a:extLst>
              <a:ext uri="{FF2B5EF4-FFF2-40B4-BE49-F238E27FC236}">
                <a16:creationId xmlns:a16="http://schemas.microsoft.com/office/drawing/2014/main" id="{A727F784-89AB-C946-3C18-D601CBCA3C05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7FDBA0B6-FFBC-67D9-A083-25A4385B7398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86" name="Picture 185" descr="A black and blue logo  AI-generated content may be incorrect.">
            <a:extLst>
              <a:ext uri="{FF2B5EF4-FFF2-40B4-BE49-F238E27FC236}">
                <a16:creationId xmlns:a16="http://schemas.microsoft.com/office/drawing/2014/main" id="{93679E76-5E47-675C-6324-9185454FF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91" name="Text 211a">
            <a:extLst>
              <a:ext uri="{FF2B5EF4-FFF2-40B4-BE49-F238E27FC236}">
                <a16:creationId xmlns:a16="http://schemas.microsoft.com/office/drawing/2014/main" id="{3B227820-DB5D-4922-0F7E-9366EA511368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93" name="Text 213a">
            <a:extLst>
              <a:ext uri="{FF2B5EF4-FFF2-40B4-BE49-F238E27FC236}">
                <a16:creationId xmlns:a16="http://schemas.microsoft.com/office/drawing/2014/main" id="{602A20DB-9991-EC5D-618B-57CF8163BAAB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95" name="Text 218a">
            <a:extLst>
              <a:ext uri="{FF2B5EF4-FFF2-40B4-BE49-F238E27FC236}">
                <a16:creationId xmlns:a16="http://schemas.microsoft.com/office/drawing/2014/main" id="{8AC7C980-DEED-A3E0-1BE8-7F03DF427973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99" name="Shape 229">
            <a:extLst>
              <a:ext uri="{FF2B5EF4-FFF2-40B4-BE49-F238E27FC236}">
                <a16:creationId xmlns:a16="http://schemas.microsoft.com/office/drawing/2014/main" id="{C8EB7FE2-226A-9A99-98CB-EFDC1ED6749A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REDACTED_01147</a:t>
            </a:r>
          </a:p>
        </p:txBody>
      </p:sp>
      <p:sp>
        <p:nvSpPr>
          <p:cNvPr id="204" name="Shape 105">
            <a:extLst>
              <a:ext uri="{FF2B5EF4-FFF2-40B4-BE49-F238E27FC236}">
                <a16:creationId xmlns:a16="http://schemas.microsoft.com/office/drawing/2014/main" id="{CDB4EA26-6232-584E-02A3-DDE08C30E9DA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0" name="Shape 10">
            <a:extLst>
              <a:ext uri="{FF2B5EF4-FFF2-40B4-BE49-F238E27FC236}">
                <a16:creationId xmlns:a16="http://schemas.microsoft.com/office/drawing/2014/main" id="{908F65A4-9837-DEF6-A44E-A49A2AC81F4C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4" name="Shape 10">
            <a:extLst>
              <a:ext uri="{FF2B5EF4-FFF2-40B4-BE49-F238E27FC236}">
                <a16:creationId xmlns:a16="http://schemas.microsoft.com/office/drawing/2014/main" id="{5E3F5D82-C7AA-AE48-6ADA-723D681F87D8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6" name="Shape 32">
            <a:extLst>
              <a:ext uri="{FF2B5EF4-FFF2-40B4-BE49-F238E27FC236}">
                <a16:creationId xmlns:a16="http://schemas.microsoft.com/office/drawing/2014/main" id="{68D3E6A7-CF2B-05F2-6C04-03451DA83F6B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8" name="Shape 32">
            <a:extLst>
              <a:ext uri="{FF2B5EF4-FFF2-40B4-BE49-F238E27FC236}">
                <a16:creationId xmlns:a16="http://schemas.microsoft.com/office/drawing/2014/main" id="{191626D8-FB86-2611-A684-6FF7E0E07718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0" name="Text 31">
            <a:extLst>
              <a:ext uri="{FF2B5EF4-FFF2-40B4-BE49-F238E27FC236}">
                <a16:creationId xmlns:a16="http://schemas.microsoft.com/office/drawing/2014/main" id="{58C9A7EE-A473-A1AA-9613-7CCB50190BCF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32" name="Shape 32">
            <a:extLst>
              <a:ext uri="{FF2B5EF4-FFF2-40B4-BE49-F238E27FC236}">
                <a16:creationId xmlns:a16="http://schemas.microsoft.com/office/drawing/2014/main" id="{39012EB7-36D4-C315-7FDE-9D1E7EFD18ED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4" name="Text 33">
            <a:extLst>
              <a:ext uri="{FF2B5EF4-FFF2-40B4-BE49-F238E27FC236}">
                <a16:creationId xmlns:a16="http://schemas.microsoft.com/office/drawing/2014/main" id="{A51CB0F3-4824-ABF0-FF5B-1008DB5B4BF3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REDACTED_01148</a:t>
            </a:r>
          </a:p>
        </p:txBody>
      </p:sp>
      <p:sp>
        <p:nvSpPr>
          <p:cNvPr id="236" name="Text 33">
            <a:extLst>
              <a:ext uri="{FF2B5EF4-FFF2-40B4-BE49-F238E27FC236}">
                <a16:creationId xmlns:a16="http://schemas.microsoft.com/office/drawing/2014/main" id="{1DC8B0BB-D240-FA05-8862-DEEAB9683935}"/>
              </a:ext>
            </a:extLst>
          </p:cNvPr>
          <p:cNvSpPr/>
          <p:nvPr/>
        </p:nvSpPr>
        <p:spPr>
          <a:xfrm>
            <a:off x="180001" y="2451980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REDACTED_01149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REDACTED_01150</a:t>
            </a:r>
            <a:endParaRPr lang="en-US" sz="800"/>
          </a:p>
        </p:txBody>
      </p:sp>
      <p:sp>
        <p:nvSpPr>
          <p:cNvPr id="238" name="Text 31">
            <a:extLst>
              <a:ext uri="{FF2B5EF4-FFF2-40B4-BE49-F238E27FC236}">
                <a16:creationId xmlns:a16="http://schemas.microsoft.com/office/drawing/2014/main" id="{92B10119-3DD2-5303-8E03-8FB6E8BB9390}"/>
              </a:ext>
            </a:extLst>
          </p:cNvPr>
          <p:cNvSpPr/>
          <p:nvPr/>
        </p:nvSpPr>
        <p:spPr>
          <a:xfrm>
            <a:off x="180000" y="2284727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40" name="Shape 32">
            <a:extLst>
              <a:ext uri="{FF2B5EF4-FFF2-40B4-BE49-F238E27FC236}">
                <a16:creationId xmlns:a16="http://schemas.microsoft.com/office/drawing/2014/main" id="{225A9DFA-FE14-A03C-C7C2-307C7D3C4B0A}"/>
              </a:ext>
            </a:extLst>
          </p:cNvPr>
          <p:cNvSpPr/>
          <p:nvPr/>
        </p:nvSpPr>
        <p:spPr>
          <a:xfrm>
            <a:off x="144000" y="2403599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3" name="Shape 10">
            <a:extLst>
              <a:ext uri="{FF2B5EF4-FFF2-40B4-BE49-F238E27FC236}">
                <a16:creationId xmlns:a16="http://schemas.microsoft.com/office/drawing/2014/main" id="{220E614D-14E3-0088-9D53-6BF1AEDE0DA1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7" name="Shape 16">
            <a:extLst>
              <a:ext uri="{FF2B5EF4-FFF2-40B4-BE49-F238E27FC236}">
                <a16:creationId xmlns:a16="http://schemas.microsoft.com/office/drawing/2014/main" id="{BB5636AD-3A36-6AF6-7DB8-A8FEAD8F2617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REDACTED_01151</a:t>
            </a:r>
          </a:p>
        </p:txBody>
      </p:sp>
      <p:sp>
        <p:nvSpPr>
          <p:cNvPr id="269" name="Shape 16">
            <a:extLst>
              <a:ext uri="{FF2B5EF4-FFF2-40B4-BE49-F238E27FC236}">
                <a16:creationId xmlns:a16="http://schemas.microsoft.com/office/drawing/2014/main" id="{BD0424E7-3D42-C7DA-9781-B810B47F7848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71" name="Shape 16">
            <a:extLst>
              <a:ext uri="{FF2B5EF4-FFF2-40B4-BE49-F238E27FC236}">
                <a16:creationId xmlns:a16="http://schemas.microsoft.com/office/drawing/2014/main" id="{CADF8A30-2E5E-EBC6-B4CB-7D6009246E37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73" name="Shape 16">
            <a:extLst>
              <a:ext uri="{FF2B5EF4-FFF2-40B4-BE49-F238E27FC236}">
                <a16:creationId xmlns:a16="http://schemas.microsoft.com/office/drawing/2014/main" id="{03CE7AFC-8C72-93E1-6C02-956A476057A6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7F103519-AA6E-A092-B697-8D6726E49C56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19A7A78F-D23F-F319-131A-1FC63A64750B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67911F90-C291-9469-5412-B2C51C276FA3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A5E4CDB5-20B6-C0CF-B59D-CDFB998EE236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15A138AF-BA13-2E17-B232-1045A095A20E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84" name="Shape 37">
              <a:extLst>
                <a:ext uri="{FF2B5EF4-FFF2-40B4-BE49-F238E27FC236}">
                  <a16:creationId xmlns:a16="http://schemas.microsoft.com/office/drawing/2014/main" id="{2297C2D7-4868-4C43-C923-5B1D87A35A45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5" name="Shape 38">
              <a:extLst>
                <a:ext uri="{FF2B5EF4-FFF2-40B4-BE49-F238E27FC236}">
                  <a16:creationId xmlns:a16="http://schemas.microsoft.com/office/drawing/2014/main" id="{AFE4869F-2AF5-7609-0607-98365BBB81F5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6" name="Text 39">
              <a:extLst>
                <a:ext uri="{FF2B5EF4-FFF2-40B4-BE49-F238E27FC236}">
                  <a16:creationId xmlns:a16="http://schemas.microsoft.com/office/drawing/2014/main" id="{6AF526AC-2384-B65E-7BC2-BFC5480A4C0C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REDACTED_01152</a:t>
              </a:r>
              <a:endParaRPr lang="en-US" sz="800"/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810520C1-78FA-8C67-2F33-C176D3377D1B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88" name="Shape 37">
              <a:extLst>
                <a:ext uri="{FF2B5EF4-FFF2-40B4-BE49-F238E27FC236}">
                  <a16:creationId xmlns:a16="http://schemas.microsoft.com/office/drawing/2014/main" id="{6585CFF9-AE21-60EB-973E-77BC926EBEA3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9" name="Shape 38">
              <a:extLst>
                <a:ext uri="{FF2B5EF4-FFF2-40B4-BE49-F238E27FC236}">
                  <a16:creationId xmlns:a16="http://schemas.microsoft.com/office/drawing/2014/main" id="{888464AD-1C5A-A420-B06B-5074E181E44A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0" name="Text 39">
              <a:extLst>
                <a:ext uri="{FF2B5EF4-FFF2-40B4-BE49-F238E27FC236}">
                  <a16:creationId xmlns:a16="http://schemas.microsoft.com/office/drawing/2014/main" id="{7D60E3F9-DC4E-2FC4-F161-36003C0B403F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REDACTED_01153</a:t>
              </a:r>
              <a:r>
                <a:rPr lang="en-US" sz="800" err="1">
                  <a:solidFill>
                    <a:srgbClr val="1A3A36"/>
                  </a:solidFill>
                </a:rPr>
                <a:t>REDACTED_01154</a:t>
              </a:r>
              <a:r>
                <a:rPr lang="en-US" sz="800">
                  <a:solidFill>
                    <a:srgbClr val="1A3A36"/>
                  </a:solidFill>
                </a:rPr>
                <a:t>REDACTED_01155</a:t>
              </a:r>
              <a:endParaRPr lang="en-US" sz="800"/>
            </a:p>
          </p:txBody>
        </p:sp>
      </p:grpSp>
      <p:sp>
        <p:nvSpPr>
          <p:cNvPr id="295" name="Shape 229">
            <a:extLst>
              <a:ext uri="{FF2B5EF4-FFF2-40B4-BE49-F238E27FC236}">
                <a16:creationId xmlns:a16="http://schemas.microsoft.com/office/drawing/2014/main" id="{0D124614-98FC-4AEE-A942-8EA3B86D38DE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297" name="Shape 46">
            <a:extLst>
              <a:ext uri="{FF2B5EF4-FFF2-40B4-BE49-F238E27FC236}">
                <a16:creationId xmlns:a16="http://schemas.microsoft.com/office/drawing/2014/main" id="{91F9E453-D9DF-7FA1-7477-7D1E04327A3B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9F8A1988-6D0C-D701-A24C-31313BC76543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3" name="Text 35">
            <a:extLst>
              <a:ext uri="{FF2B5EF4-FFF2-40B4-BE49-F238E27FC236}">
                <a16:creationId xmlns:a16="http://schemas.microsoft.com/office/drawing/2014/main" id="{38DF7A15-49A3-7288-6595-EC4CB56CC225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15" name="Shape 36">
            <a:extLst>
              <a:ext uri="{FF2B5EF4-FFF2-40B4-BE49-F238E27FC236}">
                <a16:creationId xmlns:a16="http://schemas.microsoft.com/office/drawing/2014/main" id="{3FDB9798-0AD5-5B41-F7E3-F673F83DE48B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7" name="Shape 36">
            <a:extLst>
              <a:ext uri="{FF2B5EF4-FFF2-40B4-BE49-F238E27FC236}">
                <a16:creationId xmlns:a16="http://schemas.microsoft.com/office/drawing/2014/main" id="{9C0271A0-A522-12ED-BA14-21C7B3F13422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9" name="Text 35">
            <a:extLst>
              <a:ext uri="{FF2B5EF4-FFF2-40B4-BE49-F238E27FC236}">
                <a16:creationId xmlns:a16="http://schemas.microsoft.com/office/drawing/2014/main" id="{513DF7A1-A093-8F7D-807B-3BE121791BC5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21" name="Text 90">
            <a:extLst>
              <a:ext uri="{FF2B5EF4-FFF2-40B4-BE49-F238E27FC236}">
                <a16:creationId xmlns:a16="http://schemas.microsoft.com/office/drawing/2014/main" id="{5A81F64C-DA27-660D-802A-B27D43ACF358}"/>
              </a:ext>
            </a:extLst>
          </p:cNvPr>
          <p:cNvSpPr/>
          <p:nvPr/>
        </p:nvSpPr>
        <p:spPr>
          <a:xfrm>
            <a:off x="7547782" y="1917812"/>
            <a:ext cx="1399622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REDACTED_01156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C35869-C615-FB2F-9523-E95927AC1878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/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27100E-8483-BD73-337E-46932D4AA58B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REDACTED_00017</a:t>
            </a: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A87B6635-9CD0-8E2E-FFEB-7BD221DCBE59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7073E0B6-C3AC-0A8A-0803-AD0C42A17CB0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62979FD6-5CB5-1142-3DC4-83053B3CB34C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433A2AEA-DF7A-9C55-9884-47757D4F39CB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6781BD6E-4D70-FC93-98C1-E48F50D73889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2F18772-78F0-A755-4141-AD9E51534033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48" name="PersonIcon">
              <a:extLst>
                <a:ext uri="{FF2B5EF4-FFF2-40B4-BE49-F238E27FC236}">
                  <a16:creationId xmlns:a16="http://schemas.microsoft.com/office/drawing/2014/main" id="{7C49D600-BE45-79C6-BD43-CBAA36C93C1C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 107">
              <a:extLst>
                <a:ext uri="{FF2B5EF4-FFF2-40B4-BE49-F238E27FC236}">
                  <a16:creationId xmlns:a16="http://schemas.microsoft.com/office/drawing/2014/main" id="{84938AED-3D2A-4D4C-6B9E-C7BDE8FCD900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50" name="Text 108">
              <a:extLst>
                <a:ext uri="{FF2B5EF4-FFF2-40B4-BE49-F238E27FC236}">
                  <a16:creationId xmlns:a16="http://schemas.microsoft.com/office/drawing/2014/main" id="{4D8F1AD0-D019-C429-739B-06C816CEE2D8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REDACTED_00004</a:t>
              </a:r>
              <a:endParaRPr lang="en-US" sz="80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F9209B3-28CE-EBDF-DF0E-1144D5D608E0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52" name="GradCapIcon">
              <a:extLst>
                <a:ext uri="{FF2B5EF4-FFF2-40B4-BE49-F238E27FC236}">
                  <a16:creationId xmlns:a16="http://schemas.microsoft.com/office/drawing/2014/main" id="{C981FE64-FFD4-2F7F-5665-FE3933C8A737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Text 111">
              <a:extLst>
                <a:ext uri="{FF2B5EF4-FFF2-40B4-BE49-F238E27FC236}">
                  <a16:creationId xmlns:a16="http://schemas.microsoft.com/office/drawing/2014/main" id="{128F6AC5-9B6B-883F-9DF2-D1D557328A29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54" name="Text 112">
              <a:extLst>
                <a:ext uri="{FF2B5EF4-FFF2-40B4-BE49-F238E27FC236}">
                  <a16:creationId xmlns:a16="http://schemas.microsoft.com/office/drawing/2014/main" id="{A47180B9-8A50-82EE-C33D-7CB8C3ECBB37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9777BBD-78C0-4BA8-2A73-A29504AA294D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56" name="BuildingIcon">
              <a:extLst>
                <a:ext uri="{FF2B5EF4-FFF2-40B4-BE49-F238E27FC236}">
                  <a16:creationId xmlns:a16="http://schemas.microsoft.com/office/drawing/2014/main" id="{67F0FCD8-AEA7-1CF3-E3AF-EBE3734ACA8C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Text 109">
              <a:extLst>
                <a:ext uri="{FF2B5EF4-FFF2-40B4-BE49-F238E27FC236}">
                  <a16:creationId xmlns:a16="http://schemas.microsoft.com/office/drawing/2014/main" id="{C03F1059-AEBF-0C7D-C6C1-F52DDBF322C8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58" name="Text 110">
              <a:extLst>
                <a:ext uri="{FF2B5EF4-FFF2-40B4-BE49-F238E27FC236}">
                  <a16:creationId xmlns:a16="http://schemas.microsoft.com/office/drawing/2014/main" id="{16841D05-65BA-DC8C-2FCE-04C58BF94B5E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9E77D54-DD77-C662-2B51-301CE4DF5802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FBDF14D-E764-0342-B0E5-2E77BC5B04F3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62" name="Text 109">
                <a:extLst>
                  <a:ext uri="{FF2B5EF4-FFF2-40B4-BE49-F238E27FC236}">
                    <a16:creationId xmlns:a16="http://schemas.microsoft.com/office/drawing/2014/main" id="{490BE111-CC77-147A-B3E3-078C364704A9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63" name="Text 110">
                <a:extLst>
                  <a:ext uri="{FF2B5EF4-FFF2-40B4-BE49-F238E27FC236}">
                    <a16:creationId xmlns:a16="http://schemas.microsoft.com/office/drawing/2014/main" id="{6F5D9B25-A5FF-6289-BC71-D4D84823F610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REDACTED_01157</a:t>
                </a:r>
                <a:endParaRPr lang="en-US" sz="800"/>
              </a:p>
            </p:txBody>
          </p:sp>
        </p:grpSp>
        <p:pic>
          <p:nvPicPr>
            <p:cNvPr id="61" name="Graphic 60" descr="Management with solid fill">
              <a:extLst>
                <a:ext uri="{FF2B5EF4-FFF2-40B4-BE49-F238E27FC236}">
                  <a16:creationId xmlns:a16="http://schemas.microsoft.com/office/drawing/2014/main" id="{4B8611E5-71C5-C556-21DC-108E12D039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501B14F-7A72-7D16-D2FE-E02585026D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  <p:sp>
        <p:nvSpPr>
          <p:cNvPr id="5" name="Shape 5">
            <a:extLst>
              <a:ext uri="{FF2B5EF4-FFF2-40B4-BE49-F238E27FC236}">
                <a16:creationId xmlns:a16="http://schemas.microsoft.com/office/drawing/2014/main" id="{EA4CC828-B203-A1AE-EB1A-67A309E89344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5FC3C566-CBC8-70B4-111C-66354FBD8FFA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1"/>
                </a:solidFill>
              </a:rPr>
              <a:t>REDACTED_00348</a:t>
            </a:r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374F71E-C38C-8004-977D-738B0F73B631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87ED340-25E3-C4FC-E162-F59EF73FE9DC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REDACTED_01082</a:t>
            </a:r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71E6C5ED-4B0B-6AD7-93EF-C09A2CDCD0FD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REDACTED_00930</a:t>
            </a:r>
          </a:p>
          <a:p>
            <a:r>
              <a:rPr lang="en-US" sz="650" b="1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DC46DFA0-5317-CDA7-6D0E-C22DECB19702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DF6D0274-C857-DD99-C983-CE49D4EBDB24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REDACTED_01030</a:t>
            </a:r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E7428E13-30D6-EDE1-74D0-FCCEC81791A0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REDACTED_01031</a:t>
            </a:r>
          </a:p>
        </p:txBody>
      </p:sp>
      <p:sp>
        <p:nvSpPr>
          <p:cNvPr id="16" name="Text 23">
            <a:extLst>
              <a:ext uri="{FF2B5EF4-FFF2-40B4-BE49-F238E27FC236}">
                <a16:creationId xmlns:a16="http://schemas.microsoft.com/office/drawing/2014/main" id="{B0642095-FB2D-0783-1C17-009BE5F7F135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18" name="Text 28">
            <a:extLst>
              <a:ext uri="{FF2B5EF4-FFF2-40B4-BE49-F238E27FC236}">
                <a16:creationId xmlns:a16="http://schemas.microsoft.com/office/drawing/2014/main" id="{4E1C6C03-5A16-E2F5-3CFE-5F15FE783865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20" name="Text 32">
            <a:extLst>
              <a:ext uri="{FF2B5EF4-FFF2-40B4-BE49-F238E27FC236}">
                <a16:creationId xmlns:a16="http://schemas.microsoft.com/office/drawing/2014/main" id="{06978CDA-95E2-D63F-A258-FDE2F188ABE5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REDACTED_01033</a:t>
            </a:r>
          </a:p>
          <a:p>
            <a:r>
              <a:rPr lang="en-US" sz="650">
                <a:solidFill>
                  <a:srgbClr val="444444"/>
                </a:solidFill>
              </a:rPr>
              <a:t>REDACTED_01034</a:t>
            </a:r>
          </a:p>
        </p:txBody>
      </p:sp>
      <p:sp>
        <p:nvSpPr>
          <p:cNvPr id="22" name="Shape 188">
            <a:extLst>
              <a:ext uri="{FF2B5EF4-FFF2-40B4-BE49-F238E27FC236}">
                <a16:creationId xmlns:a16="http://schemas.microsoft.com/office/drawing/2014/main" id="{469E2BAE-7BF9-9686-A478-8A5C2B0DE6A1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189">
            <a:extLst>
              <a:ext uri="{FF2B5EF4-FFF2-40B4-BE49-F238E27FC236}">
                <a16:creationId xmlns:a16="http://schemas.microsoft.com/office/drawing/2014/main" id="{9BA68738-05AD-29F0-F003-D19BF2F3FE55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576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190">
            <a:extLst>
              <a:ext uri="{FF2B5EF4-FFF2-40B4-BE49-F238E27FC236}">
                <a16:creationId xmlns:a16="http://schemas.microsoft.com/office/drawing/2014/main" id="{59687FAD-6032-C73C-CF84-955B2E976A33}"/>
              </a:ext>
            </a:extLst>
          </p:cNvPr>
          <p:cNvSpPr>
            <a:spLocks/>
          </p:cNvSpPr>
          <p:nvPr/>
        </p:nvSpPr>
        <p:spPr>
          <a:xfrm>
            <a:off x="10022549" y="3413005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Shape 206">
            <a:extLst>
              <a:ext uri="{FF2B5EF4-FFF2-40B4-BE49-F238E27FC236}">
                <a16:creationId xmlns:a16="http://schemas.microsoft.com/office/drawing/2014/main" id="{8F611481-8C6E-5A14-AEBD-1C5AA9489122}"/>
              </a:ext>
            </a:extLst>
          </p:cNvPr>
          <p:cNvSpPr>
            <a:spLocks/>
          </p:cNvSpPr>
          <p:nvPr/>
        </p:nvSpPr>
        <p:spPr>
          <a:xfrm>
            <a:off x="9986549" y="2802563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30" name="Shape 210">
            <a:extLst>
              <a:ext uri="{FF2B5EF4-FFF2-40B4-BE49-F238E27FC236}">
                <a16:creationId xmlns:a16="http://schemas.microsoft.com/office/drawing/2014/main" id="{0F10D13B-3123-1758-3A16-B17C08708CEC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Text 191">
            <a:extLst>
              <a:ext uri="{FF2B5EF4-FFF2-40B4-BE49-F238E27FC236}">
                <a16:creationId xmlns:a16="http://schemas.microsoft.com/office/drawing/2014/main" id="{0C53264B-E81D-AEC7-B8BA-9901BC36DD22}"/>
              </a:ext>
            </a:extLst>
          </p:cNvPr>
          <p:cNvSpPr/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650" b="1">
                <a:solidFill>
                  <a:schemeClr val="accent1"/>
                </a:solidFill>
              </a:rPr>
              <a:t>REDACTED_00051</a:t>
            </a:r>
          </a:p>
        </p:txBody>
      </p:sp>
      <p:sp>
        <p:nvSpPr>
          <p:cNvPr id="35" name="Shape 202">
            <a:extLst>
              <a:ext uri="{FF2B5EF4-FFF2-40B4-BE49-F238E27FC236}">
                <a16:creationId xmlns:a16="http://schemas.microsoft.com/office/drawing/2014/main" id="{D4FB1BE6-F606-A2D5-E969-FEF37608ACBE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1" name="Text 207">
            <a:extLst>
              <a:ext uri="{FF2B5EF4-FFF2-40B4-BE49-F238E27FC236}">
                <a16:creationId xmlns:a16="http://schemas.microsoft.com/office/drawing/2014/main" id="{7E318193-5819-2AB0-A633-B4006BBE63DE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REDACTED_00055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45" name="Text 211">
            <a:extLst>
              <a:ext uri="{FF2B5EF4-FFF2-40B4-BE49-F238E27FC236}">
                <a16:creationId xmlns:a16="http://schemas.microsoft.com/office/drawing/2014/main" id="{3E742CCC-4BF9-04D9-0495-B399E681EE4E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REDACTED_00057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65" name="Text 203">
            <a:extLst>
              <a:ext uri="{FF2B5EF4-FFF2-40B4-BE49-F238E27FC236}">
                <a16:creationId xmlns:a16="http://schemas.microsoft.com/office/drawing/2014/main" id="{C69062D7-C375-C46C-E800-D808288B5FE3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67" name="Shape 202">
            <a:extLst>
              <a:ext uri="{FF2B5EF4-FFF2-40B4-BE49-F238E27FC236}">
                <a16:creationId xmlns:a16="http://schemas.microsoft.com/office/drawing/2014/main" id="{9E3B2809-91EA-4AF4-397A-6D4839260986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3" name="Text 207">
            <a:extLst>
              <a:ext uri="{FF2B5EF4-FFF2-40B4-BE49-F238E27FC236}">
                <a16:creationId xmlns:a16="http://schemas.microsoft.com/office/drawing/2014/main" id="{69B9376C-99A1-271E-2DEA-835D85204169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REDACTED_00054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75" name="Text 194">
            <a:extLst>
              <a:ext uri="{FF2B5EF4-FFF2-40B4-BE49-F238E27FC236}">
                <a16:creationId xmlns:a16="http://schemas.microsoft.com/office/drawing/2014/main" id="{EA914754-AEE1-F185-E940-A669FC9E1A56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REDACTED_00052</a:t>
            </a:r>
          </a:p>
        </p:txBody>
      </p:sp>
      <p:sp>
        <p:nvSpPr>
          <p:cNvPr id="77" name="Shape 198">
            <a:extLst>
              <a:ext uri="{FF2B5EF4-FFF2-40B4-BE49-F238E27FC236}">
                <a16:creationId xmlns:a16="http://schemas.microsoft.com/office/drawing/2014/main" id="{7D56FAEC-FA59-DE81-CBD0-44C382F898DE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9" name="Text 199">
            <a:extLst>
              <a:ext uri="{FF2B5EF4-FFF2-40B4-BE49-F238E27FC236}">
                <a16:creationId xmlns:a16="http://schemas.microsoft.com/office/drawing/2014/main" id="{826D8A4F-B29F-CED6-B528-EE5AC59AB77F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89">
            <a:extLst>
              <a:ext uri="{FF2B5EF4-FFF2-40B4-BE49-F238E27FC236}">
                <a16:creationId xmlns:a16="http://schemas.microsoft.com/office/drawing/2014/main" id="{C045412D-47FF-F1EC-495F-DEFCC77A3A37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solidFill>
            <a:srgbClr val="B8CCCC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3" name="Shape 9">
            <a:extLst>
              <a:ext uri="{FF2B5EF4-FFF2-40B4-BE49-F238E27FC236}">
                <a16:creationId xmlns:a16="http://schemas.microsoft.com/office/drawing/2014/main" id="{186AE9AF-DB25-1D93-2F63-9FEA0B67E603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3" name="Shape 46">
            <a:extLst>
              <a:ext uri="{FF2B5EF4-FFF2-40B4-BE49-F238E27FC236}">
                <a16:creationId xmlns:a16="http://schemas.microsoft.com/office/drawing/2014/main" id="{AE7FC61F-AFB8-CE2C-3AC6-AF6A8AA58469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7" name="Shape 46">
            <a:extLst>
              <a:ext uri="{FF2B5EF4-FFF2-40B4-BE49-F238E27FC236}">
                <a16:creationId xmlns:a16="http://schemas.microsoft.com/office/drawing/2014/main" id="{2D9E0E1E-CB54-FD17-4B81-2CFF8B282906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2" name="Shape 105">
            <a:extLst>
              <a:ext uri="{FF2B5EF4-FFF2-40B4-BE49-F238E27FC236}">
                <a16:creationId xmlns:a16="http://schemas.microsoft.com/office/drawing/2014/main" id="{4808FCCF-14F0-A358-EDAE-C2B7AE5AB3BB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6" name="Shape 13">
            <a:extLst>
              <a:ext uri="{FF2B5EF4-FFF2-40B4-BE49-F238E27FC236}">
                <a16:creationId xmlns:a16="http://schemas.microsoft.com/office/drawing/2014/main" id="{68C4531A-635C-9ECF-2C52-32FCEDEE1D68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2" name="Shape 13">
            <a:extLst>
              <a:ext uri="{FF2B5EF4-FFF2-40B4-BE49-F238E27FC236}">
                <a16:creationId xmlns:a16="http://schemas.microsoft.com/office/drawing/2014/main" id="{2298958E-0E10-38DE-D4D8-C29BC173510B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7" name="Shape 229">
            <a:extLst>
              <a:ext uri="{FF2B5EF4-FFF2-40B4-BE49-F238E27FC236}">
                <a16:creationId xmlns:a16="http://schemas.microsoft.com/office/drawing/2014/main" id="{43F16A69-883B-2C8F-A2BA-D2F5A41962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5" name="Shape 229">
            <a:extLst>
              <a:ext uri="{FF2B5EF4-FFF2-40B4-BE49-F238E27FC236}">
                <a16:creationId xmlns:a16="http://schemas.microsoft.com/office/drawing/2014/main" id="{2E594DF0-C975-7A48-1CA5-0B7565D7102C}"/>
              </a:ext>
            </a:extLst>
          </p:cNvPr>
          <p:cNvSpPr/>
          <p:nvPr/>
        </p:nvSpPr>
        <p:spPr>
          <a:xfrm>
            <a:off x="7113733" y="8268295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6" name="Shape 46">
            <a:extLst>
              <a:ext uri="{FF2B5EF4-FFF2-40B4-BE49-F238E27FC236}">
                <a16:creationId xmlns:a16="http://schemas.microsoft.com/office/drawing/2014/main" id="{AA434517-ECEA-79D3-11DF-ACA2D378C46A}"/>
              </a:ext>
            </a:extLst>
          </p:cNvPr>
          <p:cNvSpPr/>
          <p:nvPr/>
        </p:nvSpPr>
        <p:spPr>
          <a:xfrm>
            <a:off x="4086173" y="8268295"/>
            <a:ext cx="2975774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500456D-975C-8580-3581-EB2E24593D74}"/>
              </a:ext>
            </a:extLst>
          </p:cNvPr>
          <p:cNvSpPr txBox="1"/>
          <p:nvPr/>
        </p:nvSpPr>
        <p:spPr>
          <a:xfrm>
            <a:off x="7213733" y="8292648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spcAft>
                <a:spcPts val="200"/>
              </a:spcAft>
              <a:defRPr/>
            </a:pPr>
            <a:r>
              <a:rPr lang="en-US" sz="800"/>
              <a:t>REDACTED_01158</a:t>
            </a:r>
          </a:p>
          <a:p>
            <a:pPr>
              <a:spcAft>
                <a:spcPts val="200"/>
              </a:spcAft>
              <a:defRPr/>
            </a:pPr>
            <a:endParaRPr lang="en-US" sz="800"/>
          </a:p>
          <a:p>
            <a:pPr>
              <a:spcAft>
                <a:spcPts val="200"/>
              </a:spcAft>
              <a:defRPr/>
            </a:pPr>
            <a:r>
              <a:rPr lang="en-US" sz="800"/>
              <a:t>REDACTED_01159</a:t>
            </a:r>
          </a:p>
          <a:p>
            <a:pPr>
              <a:spcAft>
                <a:spcPts val="200"/>
              </a:spcAft>
              <a:defRPr/>
            </a:pPr>
            <a:endParaRPr lang="en-US" sz="800"/>
          </a:p>
          <a:p>
            <a:pPr>
              <a:spcAft>
                <a:spcPts val="200"/>
              </a:spcAft>
              <a:defRPr/>
            </a:pPr>
            <a:r>
              <a:rPr lang="en-US" sz="800"/>
              <a:t>REDACTED_01160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D21522-A06A-9ED6-1809-A1E385AE95F5}"/>
              </a:ext>
            </a:extLst>
          </p:cNvPr>
          <p:cNvSpPr txBox="1"/>
          <p:nvPr/>
        </p:nvSpPr>
        <p:spPr>
          <a:xfrm>
            <a:off x="4186173" y="8368295"/>
            <a:ext cx="2770527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REDACTED_01161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REDACTED_01162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REDACTED_01163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187FB26-161C-47F8-48C5-CF3196CD3287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Text 2">
            <a:extLst>
              <a:ext uri="{FF2B5EF4-FFF2-40B4-BE49-F238E27FC236}">
                <a16:creationId xmlns:a16="http://schemas.microsoft.com/office/drawing/2014/main" id="{EE190ADE-5671-4620-A6D5-D1D2335043B0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REDACTED_01164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1D5ED1B-0880-7F0B-EEE0-38E68411A4B2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78772EE-80C8-88EC-F10B-94D372C6F83B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 sz="1200">
                  <a:solidFill>
                    <a:schemeClr val="accent1"/>
                  </a:solidFill>
                </a:rPr>
                <a:t>REDACTED_01165</a:t>
              </a:r>
            </a:p>
          </p:txBody>
        </p:sp>
        <p:sp>
          <p:nvSpPr>
            <p:cNvPr id="91" name="Text 4">
              <a:extLst>
                <a:ext uri="{FF2B5EF4-FFF2-40B4-BE49-F238E27FC236}">
                  <a16:creationId xmlns:a16="http://schemas.microsoft.com/office/drawing/2014/main" id="{8AEE9CEA-C5E8-CC7E-EB3A-2A98BD65FF7E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REDACTED_01166</a:t>
              </a:r>
            </a:p>
          </p:txBody>
        </p:sp>
      </p:grpSp>
      <p:sp>
        <p:nvSpPr>
          <p:cNvPr id="93" name="Shape 5">
            <a:extLst>
              <a:ext uri="{FF2B5EF4-FFF2-40B4-BE49-F238E27FC236}">
                <a16:creationId xmlns:a16="http://schemas.microsoft.com/office/drawing/2014/main" id="{8377BA1B-801C-6702-F5CB-6FA08B74A5C9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046C3AD4-1A25-5FDC-4AE6-E491E5DD8002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1"/>
                </a:solidFill>
              </a:rPr>
              <a:t>REDACTED_00348</a:t>
            </a:r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95" name="Shape 7">
            <a:extLst>
              <a:ext uri="{FF2B5EF4-FFF2-40B4-BE49-F238E27FC236}">
                <a16:creationId xmlns:a16="http://schemas.microsoft.com/office/drawing/2014/main" id="{25A8514B-7DEF-6BB5-7BB2-B54BFDCAEEE1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6" name="Text 8">
            <a:extLst>
              <a:ext uri="{FF2B5EF4-FFF2-40B4-BE49-F238E27FC236}">
                <a16:creationId xmlns:a16="http://schemas.microsoft.com/office/drawing/2014/main" id="{1C25B1F5-039E-ACBC-5726-9DD53755AB7F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REDACTED_01082</a:t>
            </a:r>
          </a:p>
        </p:txBody>
      </p:sp>
      <p:sp>
        <p:nvSpPr>
          <p:cNvPr id="145" name="Shape 10">
            <a:extLst>
              <a:ext uri="{FF2B5EF4-FFF2-40B4-BE49-F238E27FC236}">
                <a16:creationId xmlns:a16="http://schemas.microsoft.com/office/drawing/2014/main" id="{CBBB8922-A1E9-3CA4-2B67-79BD8714BAD8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7" name="Text 11">
            <a:extLst>
              <a:ext uri="{FF2B5EF4-FFF2-40B4-BE49-F238E27FC236}">
                <a16:creationId xmlns:a16="http://schemas.microsoft.com/office/drawing/2014/main" id="{85D5CACA-DB6F-F9B9-50E2-1B953D5033EB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49" name="Text 12">
            <a:extLst>
              <a:ext uri="{FF2B5EF4-FFF2-40B4-BE49-F238E27FC236}">
                <a16:creationId xmlns:a16="http://schemas.microsoft.com/office/drawing/2014/main" id="{AB07EAB8-0DDA-9B4E-FA04-F85C4F2BE6C4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FF0000"/>
                </a:solidFill>
              </a:rPr>
              <a:t>REDACTED_01167</a:t>
            </a:r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C178428D-3EE2-BB23-4C90-071264E34890}"/>
              </a:ext>
            </a:extLst>
          </p:cNvPr>
          <p:cNvGrpSpPr/>
          <p:nvPr/>
        </p:nvGrpSpPr>
        <p:grpSpPr>
          <a:xfrm>
            <a:off x="9770789" y="1533603"/>
            <a:ext cx="2333207" cy="635924"/>
            <a:chOff x="10112273" y="2891968"/>
            <a:chExt cx="1920240" cy="580543"/>
          </a:xfrm>
        </p:grpSpPr>
        <p:sp>
          <p:nvSpPr>
            <p:cNvPr id="164" name="Shape 243">
              <a:extLst>
                <a:ext uri="{FF2B5EF4-FFF2-40B4-BE49-F238E27FC236}">
                  <a16:creationId xmlns:a16="http://schemas.microsoft.com/office/drawing/2014/main" id="{8A1E3078-5CA1-8DCE-FB44-4D9172E9F726}"/>
                </a:ext>
              </a:extLst>
            </p:cNvPr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66" name="Text 241a">
              <a:extLst>
                <a:ext uri="{FF2B5EF4-FFF2-40B4-BE49-F238E27FC236}">
                  <a16:creationId xmlns:a16="http://schemas.microsoft.com/office/drawing/2014/main" id="{3B026FC8-90F9-0BBA-B14E-DC9D31A69C3F}"/>
                </a:ext>
              </a:extLst>
            </p:cNvPr>
            <p:cNvSpPr/>
            <p:nvPr/>
          </p:nvSpPr>
          <p:spPr>
            <a:xfrm>
              <a:off x="10870434" y="2891968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168" name="Text 245a">
              <a:extLst>
                <a:ext uri="{FF2B5EF4-FFF2-40B4-BE49-F238E27FC236}">
                  <a16:creationId xmlns:a16="http://schemas.microsoft.com/office/drawing/2014/main" id="{592CEA0D-46E7-7C1C-A0A6-16520EF62C1B}"/>
                </a:ext>
              </a:extLst>
            </p:cNvPr>
            <p:cNvSpPr/>
            <p:nvPr/>
          </p:nvSpPr>
          <p:spPr>
            <a:xfrm>
              <a:off x="10870434" y="3026712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169" name="Shape 245a">
              <a:extLst>
                <a:ext uri="{FF2B5EF4-FFF2-40B4-BE49-F238E27FC236}">
                  <a16:creationId xmlns:a16="http://schemas.microsoft.com/office/drawing/2014/main" id="{B08E419B-FC20-8351-4C71-E6BBFDDB6011}"/>
                </a:ext>
              </a:extLst>
            </p:cNvPr>
            <p:cNvSpPr/>
            <p:nvPr/>
          </p:nvSpPr>
          <p:spPr>
            <a:xfrm>
              <a:off x="10198303" y="3237891"/>
              <a:ext cx="139000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71" name="Text 247a">
              <a:extLst>
                <a:ext uri="{FF2B5EF4-FFF2-40B4-BE49-F238E27FC236}">
                  <a16:creationId xmlns:a16="http://schemas.microsoft.com/office/drawing/2014/main" id="{6208203A-96D8-7D5A-B4DA-B5ABEAC511D5}"/>
                </a:ext>
              </a:extLst>
            </p:cNvPr>
            <p:cNvSpPr/>
            <p:nvPr/>
          </p:nvSpPr>
          <p:spPr>
            <a:xfrm>
              <a:off x="11700022" y="3289631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REDACTED_00351</a:t>
              </a:r>
            </a:p>
          </p:txBody>
        </p:sp>
      </p:grpSp>
      <p:sp>
        <p:nvSpPr>
          <p:cNvPr id="177" name="Text 6">
            <a:extLst>
              <a:ext uri="{FF2B5EF4-FFF2-40B4-BE49-F238E27FC236}">
                <a16:creationId xmlns:a16="http://schemas.microsoft.com/office/drawing/2014/main" id="{EC7D8B09-1234-1ACA-C261-3688E9827227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83" name="Shape 130">
            <a:extLst>
              <a:ext uri="{FF2B5EF4-FFF2-40B4-BE49-F238E27FC236}">
                <a16:creationId xmlns:a16="http://schemas.microsoft.com/office/drawing/2014/main" id="{3F50B134-F367-8A04-90BC-4A0CED487EBF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47BA2E3-3FDD-E788-AF91-0A66C3D18A39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87" name="Picture 186" descr="A black and blue logo  AI-generated content may be incorrect.">
            <a:extLst>
              <a:ext uri="{FF2B5EF4-FFF2-40B4-BE49-F238E27FC236}">
                <a16:creationId xmlns:a16="http://schemas.microsoft.com/office/drawing/2014/main" id="{723D75BC-63C7-898E-316F-ACB2AC077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92" name="Text 211a">
            <a:extLst>
              <a:ext uri="{FF2B5EF4-FFF2-40B4-BE49-F238E27FC236}">
                <a16:creationId xmlns:a16="http://schemas.microsoft.com/office/drawing/2014/main" id="{DCE49194-FADA-0BBD-5CD4-41122E95EA66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94" name="Text 213a">
            <a:extLst>
              <a:ext uri="{FF2B5EF4-FFF2-40B4-BE49-F238E27FC236}">
                <a16:creationId xmlns:a16="http://schemas.microsoft.com/office/drawing/2014/main" id="{F724FC3C-0EC6-925E-F027-EC6D2D9397E6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96" name="Text 218a">
            <a:extLst>
              <a:ext uri="{FF2B5EF4-FFF2-40B4-BE49-F238E27FC236}">
                <a16:creationId xmlns:a16="http://schemas.microsoft.com/office/drawing/2014/main" id="{011798C2-E71E-62BC-30E1-0E5173E96A43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200" name="Shape 229">
            <a:extLst>
              <a:ext uri="{FF2B5EF4-FFF2-40B4-BE49-F238E27FC236}">
                <a16:creationId xmlns:a16="http://schemas.microsoft.com/office/drawing/2014/main" id="{E18B4F4F-330C-57C6-4544-491CCF5F1FE2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REDACTED_01168</a:t>
            </a:r>
          </a:p>
        </p:txBody>
      </p:sp>
      <p:sp>
        <p:nvSpPr>
          <p:cNvPr id="205" name="Shape 105">
            <a:extLst>
              <a:ext uri="{FF2B5EF4-FFF2-40B4-BE49-F238E27FC236}">
                <a16:creationId xmlns:a16="http://schemas.microsoft.com/office/drawing/2014/main" id="{BC74375B-A6B1-F100-78B6-2A623E8DCF7E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1" name="Shape 10">
            <a:extLst>
              <a:ext uri="{FF2B5EF4-FFF2-40B4-BE49-F238E27FC236}">
                <a16:creationId xmlns:a16="http://schemas.microsoft.com/office/drawing/2014/main" id="{28240C49-B007-BA54-1F52-0F52F5B1EC52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5" name="Shape 10">
            <a:extLst>
              <a:ext uri="{FF2B5EF4-FFF2-40B4-BE49-F238E27FC236}">
                <a16:creationId xmlns:a16="http://schemas.microsoft.com/office/drawing/2014/main" id="{F12DF8FB-B6C9-B7AA-0BBC-831F7AC329C9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7" name="Shape 32">
            <a:extLst>
              <a:ext uri="{FF2B5EF4-FFF2-40B4-BE49-F238E27FC236}">
                <a16:creationId xmlns:a16="http://schemas.microsoft.com/office/drawing/2014/main" id="{AD01209D-AECF-0D8E-C04C-166B8ADA4AF0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9" name="Shape 32">
            <a:extLst>
              <a:ext uri="{FF2B5EF4-FFF2-40B4-BE49-F238E27FC236}">
                <a16:creationId xmlns:a16="http://schemas.microsoft.com/office/drawing/2014/main" id="{6F4D40A4-7D88-1158-D2A6-2BBC6A8CF5AD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1" name="Text 31">
            <a:extLst>
              <a:ext uri="{FF2B5EF4-FFF2-40B4-BE49-F238E27FC236}">
                <a16:creationId xmlns:a16="http://schemas.microsoft.com/office/drawing/2014/main" id="{8E307771-CF1F-592B-BCDA-4885C6D2C05C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33" name="Shape 32">
            <a:extLst>
              <a:ext uri="{FF2B5EF4-FFF2-40B4-BE49-F238E27FC236}">
                <a16:creationId xmlns:a16="http://schemas.microsoft.com/office/drawing/2014/main" id="{D4E7FD88-8DCE-BC08-5EA8-B757855D4FCF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5" name="Text 33">
            <a:extLst>
              <a:ext uri="{FF2B5EF4-FFF2-40B4-BE49-F238E27FC236}">
                <a16:creationId xmlns:a16="http://schemas.microsoft.com/office/drawing/2014/main" id="{7B978597-21CE-BDCE-A5CF-5DC88EA88070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FF0000"/>
                </a:solidFill>
              </a:rPr>
              <a:t>REDACTED_01169</a:t>
            </a:r>
          </a:p>
        </p:txBody>
      </p:sp>
      <p:sp>
        <p:nvSpPr>
          <p:cNvPr id="237" name="Text 33">
            <a:extLst>
              <a:ext uri="{FF2B5EF4-FFF2-40B4-BE49-F238E27FC236}">
                <a16:creationId xmlns:a16="http://schemas.microsoft.com/office/drawing/2014/main" id="{31C49E84-2A6F-8E27-EF5C-935DA667F5D7}"/>
              </a:ext>
            </a:extLst>
          </p:cNvPr>
          <p:cNvSpPr/>
          <p:nvPr/>
        </p:nvSpPr>
        <p:spPr>
          <a:xfrm>
            <a:off x="180001" y="2591680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FF0000"/>
                </a:solidFill>
              </a:rPr>
              <a:t>REDACTED_01170</a:t>
            </a:r>
          </a:p>
          <a:p>
            <a:r>
              <a:rPr lang="en-US" sz="800">
                <a:solidFill>
                  <a:srgbClr val="FF0000"/>
                </a:solidFill>
              </a:rPr>
              <a:t>REDACTED_01171</a:t>
            </a:r>
            <a:r>
              <a:rPr lang="en-US" sz="800" err="1">
                <a:solidFill>
                  <a:srgbClr val="FF0000"/>
                </a:solidFill>
              </a:rPr>
              <a:t>REDACTED_00911</a:t>
            </a:r>
            <a:r>
              <a:rPr lang="en-US" sz="800">
                <a:solidFill>
                  <a:srgbClr val="FF0000"/>
                </a:solidFill>
              </a:rPr>
              <a:t>REDACTED_01172</a:t>
            </a:r>
          </a:p>
          <a:p>
            <a:r>
              <a:rPr lang="en-US" sz="800">
                <a:solidFill>
                  <a:srgbClr val="FF0000"/>
                </a:solidFill>
              </a:rPr>
              <a:t>REDACTED_01173</a:t>
            </a:r>
          </a:p>
        </p:txBody>
      </p:sp>
      <p:sp>
        <p:nvSpPr>
          <p:cNvPr id="239" name="Text 31">
            <a:extLst>
              <a:ext uri="{FF2B5EF4-FFF2-40B4-BE49-F238E27FC236}">
                <a16:creationId xmlns:a16="http://schemas.microsoft.com/office/drawing/2014/main" id="{7AF5304B-2D15-746E-7192-ABF32766E211}"/>
              </a:ext>
            </a:extLst>
          </p:cNvPr>
          <p:cNvSpPr/>
          <p:nvPr/>
        </p:nvSpPr>
        <p:spPr>
          <a:xfrm>
            <a:off x="180000" y="2424427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46" name="Shape 32">
            <a:extLst>
              <a:ext uri="{FF2B5EF4-FFF2-40B4-BE49-F238E27FC236}">
                <a16:creationId xmlns:a16="http://schemas.microsoft.com/office/drawing/2014/main" id="{DC39A81F-E9D6-9E20-A3B9-AF256D8E54BF}"/>
              </a:ext>
            </a:extLst>
          </p:cNvPr>
          <p:cNvSpPr/>
          <p:nvPr/>
        </p:nvSpPr>
        <p:spPr>
          <a:xfrm>
            <a:off x="144000" y="2543299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4" name="Shape 10">
            <a:extLst>
              <a:ext uri="{FF2B5EF4-FFF2-40B4-BE49-F238E27FC236}">
                <a16:creationId xmlns:a16="http://schemas.microsoft.com/office/drawing/2014/main" id="{C30BE5E2-8947-2FBE-1226-6A2C5F1C6E88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8" name="Shape 16">
            <a:extLst>
              <a:ext uri="{FF2B5EF4-FFF2-40B4-BE49-F238E27FC236}">
                <a16:creationId xmlns:a16="http://schemas.microsoft.com/office/drawing/2014/main" id="{656B0548-FCE0-A718-F539-7DFD1373DE13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REDACTED_00474</a:t>
            </a:r>
          </a:p>
        </p:txBody>
      </p:sp>
      <p:sp>
        <p:nvSpPr>
          <p:cNvPr id="270" name="Shape 16">
            <a:extLst>
              <a:ext uri="{FF2B5EF4-FFF2-40B4-BE49-F238E27FC236}">
                <a16:creationId xmlns:a16="http://schemas.microsoft.com/office/drawing/2014/main" id="{90B0E477-B19D-F182-A865-A28D7DCAF50F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REDACTED_00475</a:t>
            </a:r>
          </a:p>
        </p:txBody>
      </p:sp>
      <p:sp>
        <p:nvSpPr>
          <p:cNvPr id="272" name="Shape 16">
            <a:extLst>
              <a:ext uri="{FF2B5EF4-FFF2-40B4-BE49-F238E27FC236}">
                <a16:creationId xmlns:a16="http://schemas.microsoft.com/office/drawing/2014/main" id="{C469DA90-D44A-FBFC-5E22-CD2F39F0B80F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REDACTED_00113</a:t>
            </a:r>
          </a:p>
        </p:txBody>
      </p:sp>
      <p:sp>
        <p:nvSpPr>
          <p:cNvPr id="274" name="Shape 16">
            <a:extLst>
              <a:ext uri="{FF2B5EF4-FFF2-40B4-BE49-F238E27FC236}">
                <a16:creationId xmlns:a16="http://schemas.microsoft.com/office/drawing/2014/main" id="{7C6A7E9D-E698-E209-5935-FCC5BFFCCAE1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REDACTED_00172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7AC82594-B28A-CA84-341A-A52A143ED238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91379D85-13B5-CE75-C97F-3CC85E2D169D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D67FB186-271B-A802-D245-D26D7E9B30C6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ECD087EF-E483-DC1B-BFF0-D3574E03212D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AE039403-3298-26FA-2C4C-63278BBEE0E9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85" name="Shape 37">
              <a:extLst>
                <a:ext uri="{FF2B5EF4-FFF2-40B4-BE49-F238E27FC236}">
                  <a16:creationId xmlns:a16="http://schemas.microsoft.com/office/drawing/2014/main" id="{CCD6C70C-D09D-7E56-118E-5D5D0A3E90F3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6" name="Shape 38">
              <a:extLst>
                <a:ext uri="{FF2B5EF4-FFF2-40B4-BE49-F238E27FC236}">
                  <a16:creationId xmlns:a16="http://schemas.microsoft.com/office/drawing/2014/main" id="{16F53E0F-D56A-738B-05EC-4CF0F7398AE6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7" name="Text 39">
              <a:extLst>
                <a:ext uri="{FF2B5EF4-FFF2-40B4-BE49-F238E27FC236}">
                  <a16:creationId xmlns:a16="http://schemas.microsoft.com/office/drawing/2014/main" id="{3D9889F1-68B3-A2D1-AC49-F14D67F5A3AA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/>
                <a:t>REDACTED_01174</a:t>
              </a:r>
              <a:endParaRPr lang="en-AU" sz="800"/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1FA0A6C0-42CD-C25E-48FE-EDA7F2D47A50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89" name="Shape 37">
              <a:extLst>
                <a:ext uri="{FF2B5EF4-FFF2-40B4-BE49-F238E27FC236}">
                  <a16:creationId xmlns:a16="http://schemas.microsoft.com/office/drawing/2014/main" id="{14703B4C-4FF9-7497-AEA9-F40A35F1D4B4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0" name="Shape 38">
              <a:extLst>
                <a:ext uri="{FF2B5EF4-FFF2-40B4-BE49-F238E27FC236}">
                  <a16:creationId xmlns:a16="http://schemas.microsoft.com/office/drawing/2014/main" id="{6FBE42B6-920B-EB5A-3554-293BD69D4BC3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1" name="Text 39">
              <a:extLst>
                <a:ext uri="{FF2B5EF4-FFF2-40B4-BE49-F238E27FC236}">
                  <a16:creationId xmlns:a16="http://schemas.microsoft.com/office/drawing/2014/main" id="{83B87135-F40F-01A0-C6F6-C4B358D2FBA9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/>
                <a:t>REDACTED_01175</a:t>
              </a:r>
            </a:p>
            <a:p>
              <a:endParaRPr lang="en-AU" sz="800"/>
            </a:p>
          </p:txBody>
        </p: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DA53D1FB-A1CB-EA8A-7819-9EC1963CC777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93" name="Shape 37">
              <a:extLst>
                <a:ext uri="{FF2B5EF4-FFF2-40B4-BE49-F238E27FC236}">
                  <a16:creationId xmlns:a16="http://schemas.microsoft.com/office/drawing/2014/main" id="{15D6C197-DE93-4E7A-4689-277D7EAB7BEB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4" name="Shape 38">
              <a:extLst>
                <a:ext uri="{FF2B5EF4-FFF2-40B4-BE49-F238E27FC236}">
                  <a16:creationId xmlns:a16="http://schemas.microsoft.com/office/drawing/2014/main" id="{DA2BA256-0290-FE09-D5F7-9C919AE5ABB1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5" name="Text 39">
              <a:extLst>
                <a:ext uri="{FF2B5EF4-FFF2-40B4-BE49-F238E27FC236}">
                  <a16:creationId xmlns:a16="http://schemas.microsoft.com/office/drawing/2014/main" id="{D5139E35-5985-1498-8A66-FB515222C58A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/>
                <a:t>REDACTED_01176</a:t>
              </a:r>
            </a:p>
            <a:p>
              <a:endParaRPr lang="en-AU" sz="800"/>
            </a:p>
          </p:txBody>
        </p:sp>
      </p:grpSp>
      <p:sp>
        <p:nvSpPr>
          <p:cNvPr id="296" name="Shape 229">
            <a:extLst>
              <a:ext uri="{FF2B5EF4-FFF2-40B4-BE49-F238E27FC236}">
                <a16:creationId xmlns:a16="http://schemas.microsoft.com/office/drawing/2014/main" id="{3AB8906E-2D7B-53F2-3A03-639D025A36D4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298" name="Shape 46">
            <a:extLst>
              <a:ext uri="{FF2B5EF4-FFF2-40B4-BE49-F238E27FC236}">
                <a16:creationId xmlns:a16="http://schemas.microsoft.com/office/drawing/2014/main" id="{311148D7-4BDE-9ED6-32A2-6A1C2C338D94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68EDB937-2B8A-5E11-9AF9-BE1BDCC6E0F7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310" name="Text 90">
            <a:extLst>
              <a:ext uri="{FF2B5EF4-FFF2-40B4-BE49-F238E27FC236}">
                <a16:creationId xmlns:a16="http://schemas.microsoft.com/office/drawing/2014/main" id="{FDC927D2-0C6D-DF46-E6B7-039189FFFF37}"/>
              </a:ext>
            </a:extLst>
          </p:cNvPr>
          <p:cNvSpPr/>
          <p:nvPr/>
        </p:nvSpPr>
        <p:spPr>
          <a:xfrm>
            <a:off x="7408955" y="1917812"/>
            <a:ext cx="1677276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REDACTED_01177</a:t>
            </a:r>
            <a:endParaRPr lang="en-US" sz="800"/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0DEBC887-7557-6A60-B332-F4FF6682B679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9A400E4E-8ED4-55F3-F832-B3827650A848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3A54473D-3D02-2B7D-035C-2C7C51A8972A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35">
            <a:extLst>
              <a:ext uri="{FF2B5EF4-FFF2-40B4-BE49-F238E27FC236}">
                <a16:creationId xmlns:a16="http://schemas.microsoft.com/office/drawing/2014/main" id="{5AEB105F-6C95-0614-BE7D-3CE15153BE88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D72D2A-D249-1255-D58E-48416C62CA7B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/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43EB66-4CDD-F988-7F87-959659482DB4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REDACTED_00017</a:t>
            </a:r>
          </a:p>
        </p:txBody>
      </p:sp>
      <p:sp>
        <p:nvSpPr>
          <p:cNvPr id="39" name="Shape 32">
            <a:extLst>
              <a:ext uri="{FF2B5EF4-FFF2-40B4-BE49-F238E27FC236}">
                <a16:creationId xmlns:a16="http://schemas.microsoft.com/office/drawing/2014/main" id="{BBAC9C28-A6C4-9983-5DF5-5436EC484C27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474FA7FA-87F8-9E60-2137-12F6494E8856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4" name="Shape 36">
            <a:extLst>
              <a:ext uri="{FF2B5EF4-FFF2-40B4-BE49-F238E27FC236}">
                <a16:creationId xmlns:a16="http://schemas.microsoft.com/office/drawing/2014/main" id="{4D419F53-94D9-D06A-990A-647EC0BDBF49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59F20D7B-A571-90E0-1B6F-9E5DE77B279B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51" name="Shape 36">
            <a:extLst>
              <a:ext uri="{FF2B5EF4-FFF2-40B4-BE49-F238E27FC236}">
                <a16:creationId xmlns:a16="http://schemas.microsoft.com/office/drawing/2014/main" id="{41168CE2-D3B2-81AE-9608-9B27B0B77D81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B57B243-1113-5791-C31E-A1645EED5BEA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53" name="PersonIcon">
              <a:extLst>
                <a:ext uri="{FF2B5EF4-FFF2-40B4-BE49-F238E27FC236}">
                  <a16:creationId xmlns:a16="http://schemas.microsoft.com/office/drawing/2014/main" id="{4A380247-1B10-EB4B-4CFA-3F1BFEEE6C20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Text 107">
              <a:extLst>
                <a:ext uri="{FF2B5EF4-FFF2-40B4-BE49-F238E27FC236}">
                  <a16:creationId xmlns:a16="http://schemas.microsoft.com/office/drawing/2014/main" id="{B54A3906-B180-483A-94D5-2DC13C792894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55" name="Text 108">
              <a:extLst>
                <a:ext uri="{FF2B5EF4-FFF2-40B4-BE49-F238E27FC236}">
                  <a16:creationId xmlns:a16="http://schemas.microsoft.com/office/drawing/2014/main" id="{E29298D7-DF4B-EDBC-8AE5-256B2C443DCC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REDACTED_00004</a:t>
              </a:r>
              <a:endParaRPr lang="en-US" sz="80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D1803C5-3634-5AAF-4125-0E302AE97409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57" name="GradCapIcon">
              <a:extLst>
                <a:ext uri="{FF2B5EF4-FFF2-40B4-BE49-F238E27FC236}">
                  <a16:creationId xmlns:a16="http://schemas.microsoft.com/office/drawing/2014/main" id="{CFB97086-B4C9-FF47-89D3-2D47D326A004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Text 111">
              <a:extLst>
                <a:ext uri="{FF2B5EF4-FFF2-40B4-BE49-F238E27FC236}">
                  <a16:creationId xmlns:a16="http://schemas.microsoft.com/office/drawing/2014/main" id="{FD727699-5BCC-B787-EF7D-A6F99268078E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59" name="Text 112">
              <a:extLst>
                <a:ext uri="{FF2B5EF4-FFF2-40B4-BE49-F238E27FC236}">
                  <a16:creationId xmlns:a16="http://schemas.microsoft.com/office/drawing/2014/main" id="{BF15B699-B031-4D5C-E833-F4991840880C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REDACTED_01080</a:t>
              </a:r>
              <a:endParaRPr lang="en-US" sz="80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0671651-A1CC-0946-0260-23F4BF51BCF3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61" name="BuildingIcon">
              <a:extLst>
                <a:ext uri="{FF2B5EF4-FFF2-40B4-BE49-F238E27FC236}">
                  <a16:creationId xmlns:a16="http://schemas.microsoft.com/office/drawing/2014/main" id="{09E2928E-391F-351A-9069-828BF567D3AC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 109">
              <a:extLst>
                <a:ext uri="{FF2B5EF4-FFF2-40B4-BE49-F238E27FC236}">
                  <a16:creationId xmlns:a16="http://schemas.microsoft.com/office/drawing/2014/main" id="{4221209F-137A-0A5B-3C37-488984FB526D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63" name="Text 110">
              <a:extLst>
                <a:ext uri="{FF2B5EF4-FFF2-40B4-BE49-F238E27FC236}">
                  <a16:creationId xmlns:a16="http://schemas.microsoft.com/office/drawing/2014/main" id="{BEA2CD69-856E-B62F-BD7C-238A198EB89A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F6E3871-F6F3-25D7-5CDD-318BC8E7BD76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640F801-34E4-8072-C1A2-0E7C15EDCBE3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71" name="Text 109">
                <a:extLst>
                  <a:ext uri="{FF2B5EF4-FFF2-40B4-BE49-F238E27FC236}">
                    <a16:creationId xmlns:a16="http://schemas.microsoft.com/office/drawing/2014/main" id="{5CB7B9C7-C2CC-1ADD-ACB5-D4E59E125E2C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72" name="Text 110">
                <a:extLst>
                  <a:ext uri="{FF2B5EF4-FFF2-40B4-BE49-F238E27FC236}">
                    <a16:creationId xmlns:a16="http://schemas.microsoft.com/office/drawing/2014/main" id="{DD63B08E-B9EC-843C-1A66-5913A4B3F3FF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REDACTED_00004</a:t>
                </a:r>
                <a:endParaRPr lang="en-US" sz="800"/>
              </a:p>
            </p:txBody>
          </p:sp>
        </p:grpSp>
        <p:pic>
          <p:nvPicPr>
            <p:cNvPr id="70" name="Graphic 69" descr="Management with solid fill">
              <a:extLst>
                <a:ext uri="{FF2B5EF4-FFF2-40B4-BE49-F238E27FC236}">
                  <a16:creationId xmlns:a16="http://schemas.microsoft.com/office/drawing/2014/main" id="{7B598096-46C5-1C63-0AB8-A8A9A9D35C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F798A41-62F2-A304-6828-1FE33C5139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  <p:sp>
        <p:nvSpPr>
          <p:cNvPr id="4" name="Text 11">
            <a:extLst>
              <a:ext uri="{FF2B5EF4-FFF2-40B4-BE49-F238E27FC236}">
                <a16:creationId xmlns:a16="http://schemas.microsoft.com/office/drawing/2014/main" id="{44A8E9BE-731A-D133-9E15-1F0F07F03173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REDACTED_00930</a:t>
            </a:r>
          </a:p>
          <a:p>
            <a:r>
              <a:rPr lang="en-US" sz="650" b="1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65DF0D0D-B962-EC2B-4944-7218CB651651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7BB1D656-759E-C7A6-3BF0-C1955F6B2776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REDACTED_01030</a:t>
            </a:r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676131AC-8AB0-56A5-F6E9-87C3FF2F1CA4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REDACTED_01031</a:t>
            </a:r>
          </a:p>
        </p:txBody>
      </p:sp>
      <p:sp>
        <p:nvSpPr>
          <p:cNvPr id="12" name="Text 23">
            <a:extLst>
              <a:ext uri="{FF2B5EF4-FFF2-40B4-BE49-F238E27FC236}">
                <a16:creationId xmlns:a16="http://schemas.microsoft.com/office/drawing/2014/main" id="{BCEBC761-9FD0-303C-F8DB-9EAEFDA40B5B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14" name="Text 28">
            <a:extLst>
              <a:ext uri="{FF2B5EF4-FFF2-40B4-BE49-F238E27FC236}">
                <a16:creationId xmlns:a16="http://schemas.microsoft.com/office/drawing/2014/main" id="{A47D774B-131C-665F-A265-4098C051D4E5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8BDD06C9-E58F-E0FD-0E94-9C4623495F9A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REDACTED_01033</a:t>
            </a:r>
          </a:p>
          <a:p>
            <a:r>
              <a:rPr lang="en-US" sz="650">
                <a:solidFill>
                  <a:srgbClr val="444444"/>
                </a:solidFill>
              </a:rPr>
              <a:t>REDACTED_01034</a:t>
            </a:r>
          </a:p>
        </p:txBody>
      </p:sp>
      <p:sp>
        <p:nvSpPr>
          <p:cNvPr id="18" name="Shape 188">
            <a:extLst>
              <a:ext uri="{FF2B5EF4-FFF2-40B4-BE49-F238E27FC236}">
                <a16:creationId xmlns:a16="http://schemas.microsoft.com/office/drawing/2014/main" id="{E888A7F9-C406-132C-2F33-DE2BC880B063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9">
            <a:extLst>
              <a:ext uri="{FF2B5EF4-FFF2-40B4-BE49-F238E27FC236}">
                <a16:creationId xmlns:a16="http://schemas.microsoft.com/office/drawing/2014/main" id="{3624E96D-5C3D-D37C-B65C-BD08E06167E3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576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190">
            <a:extLst>
              <a:ext uri="{FF2B5EF4-FFF2-40B4-BE49-F238E27FC236}">
                <a16:creationId xmlns:a16="http://schemas.microsoft.com/office/drawing/2014/main" id="{066F9A7A-5EFB-EDB4-113A-F63AB8B65F23}"/>
              </a:ext>
            </a:extLst>
          </p:cNvPr>
          <p:cNvSpPr>
            <a:spLocks/>
          </p:cNvSpPr>
          <p:nvPr/>
        </p:nvSpPr>
        <p:spPr>
          <a:xfrm>
            <a:off x="10022549" y="3413005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06">
            <a:extLst>
              <a:ext uri="{FF2B5EF4-FFF2-40B4-BE49-F238E27FC236}">
                <a16:creationId xmlns:a16="http://schemas.microsoft.com/office/drawing/2014/main" id="{26DF6538-8AA1-BCAB-AF24-28918209CF45}"/>
              </a:ext>
            </a:extLst>
          </p:cNvPr>
          <p:cNvSpPr>
            <a:spLocks/>
          </p:cNvSpPr>
          <p:nvPr/>
        </p:nvSpPr>
        <p:spPr>
          <a:xfrm>
            <a:off x="9986549" y="2802563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26" name="Shape 210">
            <a:extLst>
              <a:ext uri="{FF2B5EF4-FFF2-40B4-BE49-F238E27FC236}">
                <a16:creationId xmlns:a16="http://schemas.microsoft.com/office/drawing/2014/main" id="{D02FA43F-BCB0-2565-1FD5-7DE786EA7E55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191">
            <a:extLst>
              <a:ext uri="{FF2B5EF4-FFF2-40B4-BE49-F238E27FC236}">
                <a16:creationId xmlns:a16="http://schemas.microsoft.com/office/drawing/2014/main" id="{6F5A11DB-BF5D-242B-ACC0-EBB201F6944D}"/>
              </a:ext>
            </a:extLst>
          </p:cNvPr>
          <p:cNvSpPr/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650" b="1">
                <a:solidFill>
                  <a:schemeClr val="accent1"/>
                </a:solidFill>
              </a:rPr>
              <a:t>REDACTED_00051</a:t>
            </a:r>
          </a:p>
        </p:txBody>
      </p:sp>
      <p:sp>
        <p:nvSpPr>
          <p:cNvPr id="30" name="Shape 202">
            <a:extLst>
              <a:ext uri="{FF2B5EF4-FFF2-40B4-BE49-F238E27FC236}">
                <a16:creationId xmlns:a16="http://schemas.microsoft.com/office/drawing/2014/main" id="{C3FDDE6A-6F12-0998-41FD-4DD0325EFC21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Text 207">
            <a:extLst>
              <a:ext uri="{FF2B5EF4-FFF2-40B4-BE49-F238E27FC236}">
                <a16:creationId xmlns:a16="http://schemas.microsoft.com/office/drawing/2014/main" id="{56E6A83A-8CA4-C47A-DA40-882E5DEAD3F2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REDACTED_00055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35" name="Text 211">
            <a:extLst>
              <a:ext uri="{FF2B5EF4-FFF2-40B4-BE49-F238E27FC236}">
                <a16:creationId xmlns:a16="http://schemas.microsoft.com/office/drawing/2014/main" id="{85A13BCF-ADD2-6DCD-E84E-C5EAC10F91D5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REDACTED_00057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41" name="Text 203">
            <a:extLst>
              <a:ext uri="{FF2B5EF4-FFF2-40B4-BE49-F238E27FC236}">
                <a16:creationId xmlns:a16="http://schemas.microsoft.com/office/drawing/2014/main" id="{FD5EE82D-ECBA-5AEE-D34F-01FD8646E46B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50" name="Shape 202">
            <a:extLst>
              <a:ext uri="{FF2B5EF4-FFF2-40B4-BE49-F238E27FC236}">
                <a16:creationId xmlns:a16="http://schemas.microsoft.com/office/drawing/2014/main" id="{5C6C6178-BC24-9184-9917-41AD1786B59D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4" name="Text 207">
            <a:extLst>
              <a:ext uri="{FF2B5EF4-FFF2-40B4-BE49-F238E27FC236}">
                <a16:creationId xmlns:a16="http://schemas.microsoft.com/office/drawing/2014/main" id="{E00308CA-3D85-97C1-5D71-E689715366F2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REDACTED_00054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76" name="Text 194">
            <a:extLst>
              <a:ext uri="{FF2B5EF4-FFF2-40B4-BE49-F238E27FC236}">
                <a16:creationId xmlns:a16="http://schemas.microsoft.com/office/drawing/2014/main" id="{8AB8B741-1651-FBE3-7344-1D3531E63CB8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REDACTED_00052</a:t>
            </a:r>
          </a:p>
        </p:txBody>
      </p:sp>
      <p:sp>
        <p:nvSpPr>
          <p:cNvPr id="78" name="Shape 198">
            <a:extLst>
              <a:ext uri="{FF2B5EF4-FFF2-40B4-BE49-F238E27FC236}">
                <a16:creationId xmlns:a16="http://schemas.microsoft.com/office/drawing/2014/main" id="{BA88DE9C-AD07-ACF6-CC7D-ECA56F46BBE1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0" name="Text 199">
            <a:extLst>
              <a:ext uri="{FF2B5EF4-FFF2-40B4-BE49-F238E27FC236}">
                <a16:creationId xmlns:a16="http://schemas.microsoft.com/office/drawing/2014/main" id="{D5D75D24-ED37-63C8-C6C8-3A3BBA1E451F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89">
            <a:extLst>
              <a:ext uri="{FF2B5EF4-FFF2-40B4-BE49-F238E27FC236}">
                <a16:creationId xmlns:a16="http://schemas.microsoft.com/office/drawing/2014/main" id="{C5EBBF59-117C-39C9-23A5-9C5342FA0FF5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solidFill>
            <a:srgbClr val="B8CCCC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5" name="Shape 9">
            <a:extLst>
              <a:ext uri="{FF2B5EF4-FFF2-40B4-BE49-F238E27FC236}">
                <a16:creationId xmlns:a16="http://schemas.microsoft.com/office/drawing/2014/main" id="{5BBF348E-1A36-B725-1E22-5D00D23A336D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5" name="Shape 46">
            <a:extLst>
              <a:ext uri="{FF2B5EF4-FFF2-40B4-BE49-F238E27FC236}">
                <a16:creationId xmlns:a16="http://schemas.microsoft.com/office/drawing/2014/main" id="{D8C40D81-E5DA-6710-4A54-AB17E3EB0EB2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0" name="Shape 46">
            <a:extLst>
              <a:ext uri="{FF2B5EF4-FFF2-40B4-BE49-F238E27FC236}">
                <a16:creationId xmlns:a16="http://schemas.microsoft.com/office/drawing/2014/main" id="{68284D98-4AAD-8CA0-1F0C-EC4D83D10625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4" name="Shape 105">
            <a:extLst>
              <a:ext uri="{FF2B5EF4-FFF2-40B4-BE49-F238E27FC236}">
                <a16:creationId xmlns:a16="http://schemas.microsoft.com/office/drawing/2014/main" id="{FE3FA52B-B1F1-CB79-D6A9-73515395DD35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8" name="Shape 13">
            <a:extLst>
              <a:ext uri="{FF2B5EF4-FFF2-40B4-BE49-F238E27FC236}">
                <a16:creationId xmlns:a16="http://schemas.microsoft.com/office/drawing/2014/main" id="{72AD637E-4FEE-8B58-1011-56A55CC15C57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4" name="Shape 13">
            <a:extLst>
              <a:ext uri="{FF2B5EF4-FFF2-40B4-BE49-F238E27FC236}">
                <a16:creationId xmlns:a16="http://schemas.microsoft.com/office/drawing/2014/main" id="{1DEBCCEF-0DBC-7160-B345-42BACAB13757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1" name="Shape 229">
            <a:extLst>
              <a:ext uri="{FF2B5EF4-FFF2-40B4-BE49-F238E27FC236}">
                <a16:creationId xmlns:a16="http://schemas.microsoft.com/office/drawing/2014/main" id="{BAEFB7BF-3E2B-8ADC-7C4E-F1C9193527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1" name="Shape 229">
            <a:extLst>
              <a:ext uri="{FF2B5EF4-FFF2-40B4-BE49-F238E27FC236}">
                <a16:creationId xmlns:a16="http://schemas.microsoft.com/office/drawing/2014/main" id="{63D5189D-3843-6787-95FD-7F3D48BC19DF}"/>
              </a:ext>
            </a:extLst>
          </p:cNvPr>
          <p:cNvSpPr/>
          <p:nvPr/>
        </p:nvSpPr>
        <p:spPr>
          <a:xfrm>
            <a:off x="7036869" y="8451715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Shape 46">
            <a:extLst>
              <a:ext uri="{FF2B5EF4-FFF2-40B4-BE49-F238E27FC236}">
                <a16:creationId xmlns:a16="http://schemas.microsoft.com/office/drawing/2014/main" id="{3ACF6136-7701-74B6-9042-C0CBDBC733DF}"/>
              </a:ext>
            </a:extLst>
          </p:cNvPr>
          <p:cNvSpPr/>
          <p:nvPr/>
        </p:nvSpPr>
        <p:spPr>
          <a:xfrm>
            <a:off x="4014764" y="8468650"/>
            <a:ext cx="2970319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CC82C21-7931-096F-7240-F6DA958AA2AF}"/>
              </a:ext>
            </a:extLst>
          </p:cNvPr>
          <p:cNvSpPr txBox="1"/>
          <p:nvPr/>
        </p:nvSpPr>
        <p:spPr>
          <a:xfrm>
            <a:off x="7136869" y="8551715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BE73D4B-F5ED-0A9F-C481-426DDDD8BB27}"/>
              </a:ext>
            </a:extLst>
          </p:cNvPr>
          <p:cNvSpPr txBox="1"/>
          <p:nvPr/>
        </p:nvSpPr>
        <p:spPr>
          <a:xfrm>
            <a:off x="4114764" y="8568650"/>
            <a:ext cx="2765448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REDACTED_01178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REDACTED_01179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REDACTED_01180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A053EEF-F6DE-25DD-55EB-F6CE803B9EE6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Text 2">
            <a:extLst>
              <a:ext uri="{FF2B5EF4-FFF2-40B4-BE49-F238E27FC236}">
                <a16:creationId xmlns:a16="http://schemas.microsoft.com/office/drawing/2014/main" id="{C700911E-4D1C-2B4D-590B-C683034B1B8B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REDACTED_01181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A307AE3-C6DC-410F-F582-D8009451CADB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6FA85EA-0D13-179D-0C4B-5325037E18BA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>
                  <a:solidFill>
                    <a:schemeClr val="accent1"/>
                  </a:solidFill>
                </a:rPr>
                <a:t>REDACTED_01182</a:t>
              </a:r>
            </a:p>
          </p:txBody>
        </p:sp>
        <p:sp>
          <p:nvSpPr>
            <p:cNvPr id="93" name="Text 4">
              <a:extLst>
                <a:ext uri="{FF2B5EF4-FFF2-40B4-BE49-F238E27FC236}">
                  <a16:creationId xmlns:a16="http://schemas.microsoft.com/office/drawing/2014/main" id="{9467E732-FFAB-4578-97C7-31F240F1E581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REDACTED_01183</a:t>
              </a:r>
            </a:p>
          </p:txBody>
        </p:sp>
      </p:grpSp>
      <p:sp>
        <p:nvSpPr>
          <p:cNvPr id="95" name="Shape 5">
            <a:extLst>
              <a:ext uri="{FF2B5EF4-FFF2-40B4-BE49-F238E27FC236}">
                <a16:creationId xmlns:a16="http://schemas.microsoft.com/office/drawing/2014/main" id="{BCC793EF-6C70-627C-AD0B-8F82AE546AA0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96" name="Text 6">
            <a:extLst>
              <a:ext uri="{FF2B5EF4-FFF2-40B4-BE49-F238E27FC236}">
                <a16:creationId xmlns:a16="http://schemas.microsoft.com/office/drawing/2014/main" id="{64E99AF4-9316-1EEF-D9EF-E3DBF50ACE6F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REDACTED_00348</a:t>
            </a:r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97" name="Shape 7">
            <a:extLst>
              <a:ext uri="{FF2B5EF4-FFF2-40B4-BE49-F238E27FC236}">
                <a16:creationId xmlns:a16="http://schemas.microsoft.com/office/drawing/2014/main" id="{36AFD333-E99E-27D5-5D33-3FFA3A53876C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8" name="Text 8">
            <a:extLst>
              <a:ext uri="{FF2B5EF4-FFF2-40B4-BE49-F238E27FC236}">
                <a16:creationId xmlns:a16="http://schemas.microsoft.com/office/drawing/2014/main" id="{603F518D-0640-DA81-F9FF-AE40C4DF4C08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REDACTED_01082</a:t>
            </a:r>
          </a:p>
        </p:txBody>
      </p:sp>
      <p:sp>
        <p:nvSpPr>
          <p:cNvPr id="147" name="Shape 10">
            <a:extLst>
              <a:ext uri="{FF2B5EF4-FFF2-40B4-BE49-F238E27FC236}">
                <a16:creationId xmlns:a16="http://schemas.microsoft.com/office/drawing/2014/main" id="{40AE4B19-4A9F-1205-71C2-B9A41E0D91AA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9" name="Text 11">
            <a:extLst>
              <a:ext uri="{FF2B5EF4-FFF2-40B4-BE49-F238E27FC236}">
                <a16:creationId xmlns:a16="http://schemas.microsoft.com/office/drawing/2014/main" id="{0D255846-A41E-E977-1771-6404983F6A7D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51" name="Text 12">
            <a:extLst>
              <a:ext uri="{FF2B5EF4-FFF2-40B4-BE49-F238E27FC236}">
                <a16:creationId xmlns:a16="http://schemas.microsoft.com/office/drawing/2014/main" id="{BD96CE4A-A6D6-C4DD-BD39-11A8D8CD5931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REDACTED_01184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REDACTED_01185</a:t>
            </a:r>
            <a:endParaRPr lang="en-US" sz="80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3DE40449-5A75-6300-9BD2-0FBE36CD0460}"/>
              </a:ext>
            </a:extLst>
          </p:cNvPr>
          <p:cNvGrpSpPr/>
          <p:nvPr/>
        </p:nvGrpSpPr>
        <p:grpSpPr>
          <a:xfrm>
            <a:off x="9770789" y="1533598"/>
            <a:ext cx="2333207" cy="635928"/>
            <a:chOff x="10112273" y="2891965"/>
            <a:chExt cx="1920240" cy="580547"/>
          </a:xfrm>
        </p:grpSpPr>
        <p:sp>
          <p:nvSpPr>
            <p:cNvPr id="166" name="Shape 243">
              <a:extLst>
                <a:ext uri="{FF2B5EF4-FFF2-40B4-BE49-F238E27FC236}">
                  <a16:creationId xmlns:a16="http://schemas.microsoft.com/office/drawing/2014/main" id="{5CDE3560-4F01-333B-5453-D49C89915784}"/>
                </a:ext>
              </a:extLst>
            </p:cNvPr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68" name="Text 241a">
              <a:extLst>
                <a:ext uri="{FF2B5EF4-FFF2-40B4-BE49-F238E27FC236}">
                  <a16:creationId xmlns:a16="http://schemas.microsoft.com/office/drawing/2014/main" id="{47ADEDDB-5743-9709-8FD1-0D7A2DDEB6DA}"/>
                </a:ext>
              </a:extLst>
            </p:cNvPr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170" name="Text 245a">
              <a:extLst>
                <a:ext uri="{FF2B5EF4-FFF2-40B4-BE49-F238E27FC236}">
                  <a16:creationId xmlns:a16="http://schemas.microsoft.com/office/drawing/2014/main" id="{277E82D4-30AF-68EC-4862-CF663905E7C8}"/>
                </a:ext>
              </a:extLst>
            </p:cNvPr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171" name="Shape 245a">
              <a:extLst>
                <a:ext uri="{FF2B5EF4-FFF2-40B4-BE49-F238E27FC236}">
                  <a16:creationId xmlns:a16="http://schemas.microsoft.com/office/drawing/2014/main" id="{486E0836-5136-A861-C52D-7EBC8CF292DC}"/>
                </a:ext>
              </a:extLst>
            </p:cNvPr>
            <p:cNvSpPr/>
            <p:nvPr/>
          </p:nvSpPr>
          <p:spPr>
            <a:xfrm>
              <a:off x="10198303" y="3237891"/>
              <a:ext cx="139000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73" name="Text 247a">
              <a:extLst>
                <a:ext uri="{FF2B5EF4-FFF2-40B4-BE49-F238E27FC236}">
                  <a16:creationId xmlns:a16="http://schemas.microsoft.com/office/drawing/2014/main" id="{3802D51F-3A61-05A2-5E04-A1B33F8954DD}"/>
                </a:ext>
              </a:extLst>
            </p:cNvPr>
            <p:cNvSpPr/>
            <p:nvPr/>
          </p:nvSpPr>
          <p:spPr>
            <a:xfrm>
              <a:off x="11700022" y="3289632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REDACTED_00351</a:t>
              </a:r>
            </a:p>
          </p:txBody>
        </p:sp>
      </p:grpSp>
      <p:sp>
        <p:nvSpPr>
          <p:cNvPr id="179" name="Text 6">
            <a:extLst>
              <a:ext uri="{FF2B5EF4-FFF2-40B4-BE49-F238E27FC236}">
                <a16:creationId xmlns:a16="http://schemas.microsoft.com/office/drawing/2014/main" id="{153D6631-B11D-4424-7559-99EBE488BC16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85" name="Shape 130">
            <a:extLst>
              <a:ext uri="{FF2B5EF4-FFF2-40B4-BE49-F238E27FC236}">
                <a16:creationId xmlns:a16="http://schemas.microsoft.com/office/drawing/2014/main" id="{FD15A0D5-D1A7-B485-03CA-F9E7ECB2E839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DB68A33D-E4D9-DA0A-2352-702AC7C23DA9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89" name="Picture 188" descr="A black and blue logo  AI-generated content may be incorrect.">
            <a:extLst>
              <a:ext uri="{FF2B5EF4-FFF2-40B4-BE49-F238E27FC236}">
                <a16:creationId xmlns:a16="http://schemas.microsoft.com/office/drawing/2014/main" id="{D488F4F8-3238-ACE0-6DA3-2F9F9A5E2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grpSp>
        <p:nvGrpSpPr>
          <p:cNvPr id="192" name="Group 191">
            <a:extLst>
              <a:ext uri="{FF2B5EF4-FFF2-40B4-BE49-F238E27FC236}">
                <a16:creationId xmlns:a16="http://schemas.microsoft.com/office/drawing/2014/main" id="{5F58E052-44CF-F0DE-0A53-E3DE5AF812AB}"/>
              </a:ext>
            </a:extLst>
          </p:cNvPr>
          <p:cNvGrpSpPr/>
          <p:nvPr/>
        </p:nvGrpSpPr>
        <p:grpSpPr>
          <a:xfrm>
            <a:off x="12985956" y="2836800"/>
            <a:ext cx="2191265" cy="3203158"/>
            <a:chOff x="12721850" y="2614033"/>
            <a:chExt cx="2191265" cy="3203158"/>
          </a:xfrm>
        </p:grpSpPr>
        <p:sp>
          <p:nvSpPr>
            <p:cNvPr id="102" name="Text 176">
              <a:extLst>
                <a:ext uri="{FF2B5EF4-FFF2-40B4-BE49-F238E27FC236}">
                  <a16:creationId xmlns:a16="http://schemas.microsoft.com/office/drawing/2014/main" id="{A3C743CD-14B2-AF09-679A-B211E662F7FB}"/>
                </a:ext>
              </a:extLst>
            </p:cNvPr>
            <p:cNvSpPr/>
            <p:nvPr/>
          </p:nvSpPr>
          <p:spPr>
            <a:xfrm>
              <a:off x="13311956" y="2623125"/>
              <a:ext cx="1601159" cy="158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 b="1">
                  <a:solidFill>
                    <a:srgbClr val="26215C"/>
                  </a:solidFill>
                </a:rPr>
                <a:t>REDACTED_00930</a:t>
              </a:r>
            </a:p>
          </p:txBody>
        </p:sp>
        <p:sp>
          <p:nvSpPr>
            <p:cNvPr id="103" name="Text 177">
              <a:extLst>
                <a:ext uri="{FF2B5EF4-FFF2-40B4-BE49-F238E27FC236}">
                  <a16:creationId xmlns:a16="http://schemas.microsoft.com/office/drawing/2014/main" id="{0106F945-CEED-2E23-6421-3926D5B69666}"/>
                </a:ext>
              </a:extLst>
            </p:cNvPr>
            <p:cNvSpPr/>
            <p:nvPr/>
          </p:nvSpPr>
          <p:spPr>
            <a:xfrm>
              <a:off x="13311956" y="2781823"/>
              <a:ext cx="1601159" cy="132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3C3489"/>
                  </a:solidFill>
                </a:rPr>
                <a:t>REDACTED_00594</a:t>
              </a:r>
              <a:endParaRPr lang="en-US" sz="550"/>
            </a:p>
          </p:txBody>
        </p:sp>
        <p:sp>
          <p:nvSpPr>
            <p:cNvPr id="104" name="Text 181">
              <a:extLst>
                <a:ext uri="{FF2B5EF4-FFF2-40B4-BE49-F238E27FC236}">
                  <a16:creationId xmlns:a16="http://schemas.microsoft.com/office/drawing/2014/main" id="{1ED9C62A-A653-A0D9-2882-12FB19D411DD}"/>
                </a:ext>
              </a:extLst>
            </p:cNvPr>
            <p:cNvSpPr/>
            <p:nvPr/>
          </p:nvSpPr>
          <p:spPr>
            <a:xfrm>
              <a:off x="13311956" y="3185840"/>
              <a:ext cx="1601159" cy="158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5A7060"/>
                  </a:solidFill>
                </a:rPr>
                <a:t>REDACTED_00043</a:t>
              </a:r>
            </a:p>
          </p:txBody>
        </p:sp>
        <p:sp>
          <p:nvSpPr>
            <p:cNvPr id="105" name="Text 182">
              <a:extLst>
                <a:ext uri="{FF2B5EF4-FFF2-40B4-BE49-F238E27FC236}">
                  <a16:creationId xmlns:a16="http://schemas.microsoft.com/office/drawing/2014/main" id="{15B30BD5-08AC-5E56-649B-3411D3689939}"/>
                </a:ext>
              </a:extLst>
            </p:cNvPr>
            <p:cNvSpPr/>
            <p:nvPr/>
          </p:nvSpPr>
          <p:spPr>
            <a:xfrm>
              <a:off x="13311956" y="3344538"/>
              <a:ext cx="1601159" cy="132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50">
                  <a:solidFill>
                    <a:srgbClr val="888780"/>
                  </a:solidFill>
                </a:rPr>
                <a:t>REDACTED_01030</a:t>
              </a:r>
            </a:p>
          </p:txBody>
        </p:sp>
        <p:sp>
          <p:nvSpPr>
            <p:cNvPr id="106" name="Text 185">
              <a:extLst>
                <a:ext uri="{FF2B5EF4-FFF2-40B4-BE49-F238E27FC236}">
                  <a16:creationId xmlns:a16="http://schemas.microsoft.com/office/drawing/2014/main" id="{05C8E34D-A28A-DC7F-AD0E-B98F24CA04F7}"/>
                </a:ext>
              </a:extLst>
            </p:cNvPr>
            <p:cNvSpPr/>
            <p:nvPr/>
          </p:nvSpPr>
          <p:spPr>
            <a:xfrm>
              <a:off x="13311956" y="3748556"/>
              <a:ext cx="1601159" cy="158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REDACTED_01186</a:t>
              </a:r>
              <a:endParaRPr lang="en-US" sz="650"/>
            </a:p>
          </p:txBody>
        </p:sp>
        <p:sp>
          <p:nvSpPr>
            <p:cNvPr id="107" name="Text 186">
              <a:extLst>
                <a:ext uri="{FF2B5EF4-FFF2-40B4-BE49-F238E27FC236}">
                  <a16:creationId xmlns:a16="http://schemas.microsoft.com/office/drawing/2014/main" id="{04B5FC72-38F6-1427-9C3B-BB88A23DF904}"/>
                </a:ext>
              </a:extLst>
            </p:cNvPr>
            <p:cNvSpPr/>
            <p:nvPr/>
          </p:nvSpPr>
          <p:spPr>
            <a:xfrm>
              <a:off x="13311956" y="3907253"/>
              <a:ext cx="1601159" cy="132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REDACTED_01031</a:t>
              </a:r>
              <a:endParaRPr lang="en-US" sz="550"/>
            </a:p>
          </p:txBody>
        </p:sp>
        <p:sp>
          <p:nvSpPr>
            <p:cNvPr id="108" name="Text 189">
              <a:extLst>
                <a:ext uri="{FF2B5EF4-FFF2-40B4-BE49-F238E27FC236}">
                  <a16:creationId xmlns:a16="http://schemas.microsoft.com/office/drawing/2014/main" id="{B8C924CD-98CD-2BBF-470B-698FF3C11108}"/>
                </a:ext>
              </a:extLst>
            </p:cNvPr>
            <p:cNvSpPr/>
            <p:nvPr/>
          </p:nvSpPr>
          <p:spPr>
            <a:xfrm>
              <a:off x="13311956" y="4311272"/>
              <a:ext cx="1601159" cy="158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REDACTED_01187</a:t>
              </a:r>
              <a:endParaRPr lang="en-US" sz="650"/>
            </a:p>
          </p:txBody>
        </p:sp>
        <p:sp>
          <p:nvSpPr>
            <p:cNvPr id="109" name="Text 190">
              <a:extLst>
                <a:ext uri="{FF2B5EF4-FFF2-40B4-BE49-F238E27FC236}">
                  <a16:creationId xmlns:a16="http://schemas.microsoft.com/office/drawing/2014/main" id="{2A11006A-7C8A-7665-812A-FD522E977230}"/>
                </a:ext>
              </a:extLst>
            </p:cNvPr>
            <p:cNvSpPr/>
            <p:nvPr/>
          </p:nvSpPr>
          <p:spPr>
            <a:xfrm>
              <a:off x="13311956" y="4469970"/>
              <a:ext cx="1601159" cy="132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REDACTED_01032</a:t>
              </a:r>
              <a:endParaRPr lang="en-US" sz="550"/>
            </a:p>
          </p:txBody>
        </p:sp>
        <p:sp>
          <p:nvSpPr>
            <p:cNvPr id="110" name="Text 193">
              <a:extLst>
                <a:ext uri="{FF2B5EF4-FFF2-40B4-BE49-F238E27FC236}">
                  <a16:creationId xmlns:a16="http://schemas.microsoft.com/office/drawing/2014/main" id="{9FCE498E-AEAB-317C-ED44-F08A60D730BB}"/>
                </a:ext>
              </a:extLst>
            </p:cNvPr>
            <p:cNvSpPr/>
            <p:nvPr/>
          </p:nvSpPr>
          <p:spPr>
            <a:xfrm>
              <a:off x="13311956" y="4873987"/>
              <a:ext cx="1601159" cy="158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REDACTED_01188</a:t>
              </a:r>
              <a:endParaRPr lang="en-US" sz="650"/>
            </a:p>
          </p:txBody>
        </p:sp>
        <p:sp>
          <p:nvSpPr>
            <p:cNvPr id="111" name="Text 194">
              <a:extLst>
                <a:ext uri="{FF2B5EF4-FFF2-40B4-BE49-F238E27FC236}">
                  <a16:creationId xmlns:a16="http://schemas.microsoft.com/office/drawing/2014/main" id="{160EAE4B-A23A-985F-4DB2-56B3AE4C76AD}"/>
                </a:ext>
              </a:extLst>
            </p:cNvPr>
            <p:cNvSpPr/>
            <p:nvPr/>
          </p:nvSpPr>
          <p:spPr>
            <a:xfrm>
              <a:off x="13311956" y="5032685"/>
              <a:ext cx="1601159" cy="132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REDACTED_01189</a:t>
              </a:r>
              <a:endParaRPr lang="en-US" sz="550"/>
            </a:p>
          </p:txBody>
        </p:sp>
        <p:sp>
          <p:nvSpPr>
            <p:cNvPr id="114" name="Text 197">
              <a:extLst>
                <a:ext uri="{FF2B5EF4-FFF2-40B4-BE49-F238E27FC236}">
                  <a16:creationId xmlns:a16="http://schemas.microsoft.com/office/drawing/2014/main" id="{01E075B8-5B9F-F517-19EB-466574786FA3}"/>
                </a:ext>
              </a:extLst>
            </p:cNvPr>
            <p:cNvSpPr/>
            <p:nvPr/>
          </p:nvSpPr>
          <p:spPr>
            <a:xfrm>
              <a:off x="13311956" y="5436702"/>
              <a:ext cx="1601159" cy="158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REDACTED_01033</a:t>
              </a:r>
              <a:endParaRPr lang="en-US" sz="650"/>
            </a:p>
          </p:txBody>
        </p:sp>
        <p:sp>
          <p:nvSpPr>
            <p:cNvPr id="115" name="Text 198">
              <a:extLst>
                <a:ext uri="{FF2B5EF4-FFF2-40B4-BE49-F238E27FC236}">
                  <a16:creationId xmlns:a16="http://schemas.microsoft.com/office/drawing/2014/main" id="{A3905E27-AFD1-ECC1-2044-CC5C11A2836B}"/>
                </a:ext>
              </a:extLst>
            </p:cNvPr>
            <p:cNvSpPr/>
            <p:nvPr/>
          </p:nvSpPr>
          <p:spPr>
            <a:xfrm>
              <a:off x="13311956" y="5595400"/>
              <a:ext cx="1601159" cy="132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REDACTED_01034</a:t>
              </a:r>
              <a:endParaRPr lang="en-US" sz="55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1404051-F737-F781-0B47-613F6DC63E3C}"/>
                </a:ext>
              </a:extLst>
            </p:cNvPr>
            <p:cNvGrpSpPr/>
            <p:nvPr/>
          </p:nvGrpSpPr>
          <p:grpSpPr>
            <a:xfrm>
              <a:off x="12721850" y="2614033"/>
              <a:ext cx="396000" cy="3140349"/>
              <a:chOff x="9658499" y="2578399"/>
              <a:chExt cx="396000" cy="31403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7" name="Text 72">
                <a:extLst>
                  <a:ext uri="{FF2B5EF4-FFF2-40B4-BE49-F238E27FC236}">
                    <a16:creationId xmlns:a16="http://schemas.microsoft.com/office/drawing/2014/main" id="{936C4A7F-6CCA-4507-944C-38C205B95BF2}"/>
                  </a:ext>
                </a:extLst>
              </p:cNvPr>
              <p:cNvSpPr/>
              <p:nvPr/>
            </p:nvSpPr>
            <p:spPr>
              <a:xfrm rot="16200000">
                <a:off x="9567779" y="3838618"/>
                <a:ext cx="656743" cy="13393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550">
                    <a:solidFill>
                      <a:srgbClr val="3C3489"/>
                    </a:solidFill>
                  </a:rPr>
                  <a:t>REDACTED_00038</a:t>
                </a:r>
                <a:endParaRPr lang="en-US" sz="550"/>
              </a:p>
            </p:txBody>
          </p:sp>
          <p:sp>
            <p:nvSpPr>
              <p:cNvPr id="118" name="Shape 73">
                <a:extLst>
                  <a:ext uri="{FF2B5EF4-FFF2-40B4-BE49-F238E27FC236}">
                    <a16:creationId xmlns:a16="http://schemas.microsoft.com/office/drawing/2014/main" id="{3BF7C765-63F4-4D39-92E4-BC60094C4044}"/>
                  </a:ext>
                </a:extLst>
              </p:cNvPr>
              <p:cNvSpPr/>
              <p:nvPr/>
            </p:nvSpPr>
            <p:spPr>
              <a:xfrm>
                <a:off x="9831973" y="2757927"/>
                <a:ext cx="50226" cy="2794440"/>
              </a:xfrm>
              <a:prstGeom prst="roundRect">
                <a:avLst>
                  <a:gd name="adj" fmla="val 44444"/>
                </a:avLst>
              </a:prstGeom>
              <a:solidFill>
                <a:srgbClr val="CCC8F0"/>
              </a:solidFill>
              <a:ln w="12700">
                <a:solidFill>
                  <a:srgbClr val="CCC8F0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19" name="Shape 74">
                <a:extLst>
                  <a:ext uri="{FF2B5EF4-FFF2-40B4-BE49-F238E27FC236}">
                    <a16:creationId xmlns:a16="http://schemas.microsoft.com/office/drawing/2014/main" id="{68706E6C-D527-4656-DED6-53514E4A2EF1}"/>
                  </a:ext>
                </a:extLst>
              </p:cNvPr>
              <p:cNvSpPr/>
              <p:nvPr/>
            </p:nvSpPr>
            <p:spPr>
              <a:xfrm>
                <a:off x="9831973" y="2757927"/>
                <a:ext cx="50226" cy="252000"/>
              </a:xfrm>
              <a:prstGeom prst="roundRect">
                <a:avLst>
                  <a:gd name="adj" fmla="val 44444"/>
                </a:avLst>
              </a:prstGeom>
              <a:solidFill>
                <a:srgbClr val="7F77DD"/>
              </a:solidFill>
              <a:ln w="12700">
                <a:solidFill>
                  <a:srgbClr val="7F77DD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21" name="Shape 75">
                <a:extLst>
                  <a:ext uri="{FF2B5EF4-FFF2-40B4-BE49-F238E27FC236}">
                    <a16:creationId xmlns:a16="http://schemas.microsoft.com/office/drawing/2014/main" id="{7A4579B5-B661-E358-11D9-038070B5F7DB}"/>
                  </a:ext>
                </a:extLst>
              </p:cNvPr>
              <p:cNvSpPr/>
              <p:nvPr/>
            </p:nvSpPr>
            <p:spPr>
              <a:xfrm>
                <a:off x="9695443" y="3140290"/>
                <a:ext cx="324000" cy="324000"/>
              </a:xfrm>
              <a:prstGeom prst="ellipse">
                <a:avLst/>
              </a:prstGeom>
              <a:solidFill>
                <a:srgbClr val="ECEAFF"/>
              </a:solidFill>
              <a:ln w="9525">
                <a:solidFill>
                  <a:srgbClr val="B0AAE8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22" name="Shape 79">
                <a:extLst>
                  <a:ext uri="{FF2B5EF4-FFF2-40B4-BE49-F238E27FC236}">
                    <a16:creationId xmlns:a16="http://schemas.microsoft.com/office/drawing/2014/main" id="{FBECD3EC-F6B2-6E8E-DCF3-F8F53F8053CE}"/>
                  </a:ext>
                </a:extLst>
              </p:cNvPr>
              <p:cNvSpPr/>
              <p:nvPr/>
            </p:nvSpPr>
            <p:spPr>
              <a:xfrm>
                <a:off x="9658499" y="2578399"/>
                <a:ext cx="396000" cy="396000"/>
              </a:xfrm>
              <a:prstGeom prst="ellipse">
                <a:avLst/>
              </a:prstGeom>
              <a:solidFill>
                <a:srgbClr val="534AB7"/>
              </a:solidFill>
              <a:ln w="19050">
                <a:solidFill>
                  <a:srgbClr val="3C3489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25" name="Text 80">
                <a:extLst>
                  <a:ext uri="{FF2B5EF4-FFF2-40B4-BE49-F238E27FC236}">
                    <a16:creationId xmlns:a16="http://schemas.microsoft.com/office/drawing/2014/main" id="{8F4D61A6-A5B7-21E3-6C69-0143262C5469}"/>
                  </a:ext>
                </a:extLst>
              </p:cNvPr>
              <p:cNvSpPr/>
              <p:nvPr/>
            </p:nvSpPr>
            <p:spPr>
              <a:xfrm>
                <a:off x="9723151" y="3159197"/>
                <a:ext cx="267870" cy="3152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750" b="1">
                    <a:solidFill>
                      <a:srgbClr val="5F5E5A"/>
                    </a:solidFill>
                  </a:rPr>
                  <a:t>REDACTED_00052</a:t>
                </a:r>
              </a:p>
            </p:txBody>
          </p:sp>
          <p:sp>
            <p:nvSpPr>
              <p:cNvPr id="126" name="Shape 83">
                <a:extLst>
                  <a:ext uri="{FF2B5EF4-FFF2-40B4-BE49-F238E27FC236}">
                    <a16:creationId xmlns:a16="http://schemas.microsoft.com/office/drawing/2014/main" id="{16BFCF9E-8049-1CF8-159A-2284441CC9F5}"/>
                  </a:ext>
                </a:extLst>
              </p:cNvPr>
              <p:cNvSpPr/>
              <p:nvPr/>
            </p:nvSpPr>
            <p:spPr>
              <a:xfrm>
                <a:off x="9691591" y="3719523"/>
                <a:ext cx="324000" cy="324000"/>
              </a:xfrm>
              <a:prstGeom prst="ellipse">
                <a:avLst/>
              </a:prstGeom>
              <a:solidFill>
                <a:srgbClr val="ECEAFF"/>
              </a:solidFill>
              <a:ln w="9525">
                <a:solidFill>
                  <a:srgbClr val="B0AAE8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29" name="Text 84">
                <a:extLst>
                  <a:ext uri="{FF2B5EF4-FFF2-40B4-BE49-F238E27FC236}">
                    <a16:creationId xmlns:a16="http://schemas.microsoft.com/office/drawing/2014/main" id="{22E6F6B1-36F5-A331-4A3A-29CB058B3343}"/>
                  </a:ext>
                </a:extLst>
              </p:cNvPr>
              <p:cNvSpPr/>
              <p:nvPr/>
            </p:nvSpPr>
            <p:spPr>
              <a:xfrm>
                <a:off x="9700828" y="3691815"/>
                <a:ext cx="312515" cy="3677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50" b="1">
                    <a:solidFill>
                      <a:srgbClr val="5F5E5A"/>
                    </a:solidFill>
                  </a:rPr>
                  <a:t>REDACTED_00053</a:t>
                </a:r>
              </a:p>
            </p:txBody>
          </p:sp>
          <p:sp>
            <p:nvSpPr>
              <p:cNvPr id="130" name="Shape 88">
                <a:extLst>
                  <a:ext uri="{FF2B5EF4-FFF2-40B4-BE49-F238E27FC236}">
                    <a16:creationId xmlns:a16="http://schemas.microsoft.com/office/drawing/2014/main" id="{50D70735-DCD7-83E7-4F13-A6659A884048}"/>
                  </a:ext>
                </a:extLst>
              </p:cNvPr>
              <p:cNvSpPr/>
              <p:nvPr/>
            </p:nvSpPr>
            <p:spPr>
              <a:xfrm>
                <a:off x="9695443" y="4276973"/>
                <a:ext cx="324000" cy="324000"/>
              </a:xfrm>
              <a:prstGeom prst="ellipse">
                <a:avLst/>
              </a:prstGeom>
              <a:solidFill>
                <a:srgbClr val="ECEAFF"/>
              </a:solidFill>
              <a:ln w="9525">
                <a:solidFill>
                  <a:srgbClr val="B0AAE8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33" name="Text 89">
                <a:extLst>
                  <a:ext uri="{FF2B5EF4-FFF2-40B4-BE49-F238E27FC236}">
                    <a16:creationId xmlns:a16="http://schemas.microsoft.com/office/drawing/2014/main" id="{71F180EE-6087-4CBF-3FD0-738631B6E12B}"/>
                  </a:ext>
                </a:extLst>
              </p:cNvPr>
              <p:cNvSpPr/>
              <p:nvPr/>
            </p:nvSpPr>
            <p:spPr>
              <a:xfrm>
                <a:off x="9723151" y="4276974"/>
                <a:ext cx="267870" cy="3152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5F5E5A"/>
                    </a:solidFill>
                  </a:rPr>
                  <a:t>REDACTED_00054</a:t>
                </a:r>
                <a:endParaRPr lang="en-US" sz="650"/>
              </a:p>
            </p:txBody>
          </p:sp>
          <p:sp>
            <p:nvSpPr>
              <p:cNvPr id="134" name="Shape 92">
                <a:extLst>
                  <a:ext uri="{FF2B5EF4-FFF2-40B4-BE49-F238E27FC236}">
                    <a16:creationId xmlns:a16="http://schemas.microsoft.com/office/drawing/2014/main" id="{435F1A9C-27CA-1C04-6C1E-248DE6731706}"/>
                  </a:ext>
                </a:extLst>
              </p:cNvPr>
              <p:cNvSpPr/>
              <p:nvPr/>
            </p:nvSpPr>
            <p:spPr>
              <a:xfrm>
                <a:off x="9686207" y="4826625"/>
                <a:ext cx="324000" cy="324000"/>
              </a:xfrm>
              <a:prstGeom prst="ellipse">
                <a:avLst/>
              </a:prstGeom>
              <a:solidFill>
                <a:srgbClr val="ECEAFF"/>
              </a:solidFill>
              <a:ln w="9525">
                <a:solidFill>
                  <a:srgbClr val="B0AAE8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37" name="Text 93">
                <a:extLst>
                  <a:ext uri="{FF2B5EF4-FFF2-40B4-BE49-F238E27FC236}">
                    <a16:creationId xmlns:a16="http://schemas.microsoft.com/office/drawing/2014/main" id="{644EC7FC-5A41-B5AE-1C00-E4654A1EBA21}"/>
                  </a:ext>
                </a:extLst>
              </p:cNvPr>
              <p:cNvSpPr/>
              <p:nvPr/>
            </p:nvSpPr>
            <p:spPr>
              <a:xfrm>
                <a:off x="9723151" y="4835862"/>
                <a:ext cx="267870" cy="3152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5F5E5A"/>
                    </a:solidFill>
                  </a:rPr>
                  <a:t>REDACTED_00055</a:t>
                </a:r>
                <a:endParaRPr lang="en-US" sz="650"/>
              </a:p>
            </p:txBody>
          </p:sp>
          <p:sp>
            <p:nvSpPr>
              <p:cNvPr id="138" name="Shape 96">
                <a:extLst>
                  <a:ext uri="{FF2B5EF4-FFF2-40B4-BE49-F238E27FC236}">
                    <a16:creationId xmlns:a16="http://schemas.microsoft.com/office/drawing/2014/main" id="{6C3128A1-DAC2-AF23-36F0-013F13814910}"/>
                  </a:ext>
                </a:extLst>
              </p:cNvPr>
              <p:cNvSpPr/>
              <p:nvPr/>
            </p:nvSpPr>
            <p:spPr>
              <a:xfrm>
                <a:off x="9695443" y="5394748"/>
                <a:ext cx="324000" cy="324000"/>
              </a:xfrm>
              <a:prstGeom prst="ellipse">
                <a:avLst/>
              </a:prstGeom>
              <a:solidFill>
                <a:srgbClr val="ECEAFF"/>
              </a:solidFill>
              <a:ln w="9525">
                <a:solidFill>
                  <a:srgbClr val="B0AAE8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39" name="Text 97">
                <a:extLst>
                  <a:ext uri="{FF2B5EF4-FFF2-40B4-BE49-F238E27FC236}">
                    <a16:creationId xmlns:a16="http://schemas.microsoft.com/office/drawing/2014/main" id="{1D00BF81-4BB6-3C99-2238-9BB937FF4282}"/>
                  </a:ext>
                </a:extLst>
              </p:cNvPr>
              <p:cNvSpPr/>
              <p:nvPr/>
            </p:nvSpPr>
            <p:spPr>
              <a:xfrm>
                <a:off x="9723151" y="5394749"/>
                <a:ext cx="267870" cy="3152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5F5E5A"/>
                    </a:solidFill>
                  </a:rPr>
                  <a:t>REDACTED_00057</a:t>
                </a:r>
                <a:endParaRPr lang="en-US" sz="650"/>
              </a:p>
            </p:txBody>
          </p:sp>
        </p:grpSp>
        <p:sp>
          <p:nvSpPr>
            <p:cNvPr id="141" name="Text 76">
              <a:extLst>
                <a:ext uri="{FF2B5EF4-FFF2-40B4-BE49-F238E27FC236}">
                  <a16:creationId xmlns:a16="http://schemas.microsoft.com/office/drawing/2014/main" id="{5BEF0F47-1E08-BD47-702F-D59A8EC087E3}"/>
                </a:ext>
              </a:extLst>
            </p:cNvPr>
            <p:cNvSpPr/>
            <p:nvPr/>
          </p:nvSpPr>
          <p:spPr>
            <a:xfrm>
              <a:off x="12804974" y="2654415"/>
              <a:ext cx="267870" cy="3152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rgbClr val="FFFFFF"/>
                  </a:solidFill>
                </a:rPr>
                <a:t>REDACTED_00051</a:t>
              </a:r>
              <a:endParaRPr lang="en-US" sz="65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0D9AF2A5-CEBC-44B7-35DF-9CFEBF0DA454}"/>
                </a:ext>
              </a:extLst>
            </p:cNvPr>
            <p:cNvSpPr/>
            <p:nvPr/>
          </p:nvSpPr>
          <p:spPr>
            <a:xfrm>
              <a:off x="12721850" y="3052808"/>
              <a:ext cx="2108301" cy="2764383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94" name="Text 211a">
            <a:extLst>
              <a:ext uri="{FF2B5EF4-FFF2-40B4-BE49-F238E27FC236}">
                <a16:creationId xmlns:a16="http://schemas.microsoft.com/office/drawing/2014/main" id="{C77D5870-D171-A320-9B9F-7C47A82CF676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96" name="Text 213a">
            <a:extLst>
              <a:ext uri="{FF2B5EF4-FFF2-40B4-BE49-F238E27FC236}">
                <a16:creationId xmlns:a16="http://schemas.microsoft.com/office/drawing/2014/main" id="{44DDE4B8-11F7-EADC-97AE-7577971B7053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98" name="Text 218a">
            <a:extLst>
              <a:ext uri="{FF2B5EF4-FFF2-40B4-BE49-F238E27FC236}">
                <a16:creationId xmlns:a16="http://schemas.microsoft.com/office/drawing/2014/main" id="{637181A4-B210-9979-9876-D28525188ACD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202" name="Shape 229">
            <a:extLst>
              <a:ext uri="{FF2B5EF4-FFF2-40B4-BE49-F238E27FC236}">
                <a16:creationId xmlns:a16="http://schemas.microsoft.com/office/drawing/2014/main" id="{3A2E1519-BA74-8219-62D2-F3B4AB86F2A4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REDACTED_01190</a:t>
            </a:r>
          </a:p>
        </p:txBody>
      </p:sp>
      <p:sp>
        <p:nvSpPr>
          <p:cNvPr id="207" name="Shape 105">
            <a:extLst>
              <a:ext uri="{FF2B5EF4-FFF2-40B4-BE49-F238E27FC236}">
                <a16:creationId xmlns:a16="http://schemas.microsoft.com/office/drawing/2014/main" id="{9F0F1224-A02E-7149-6F0A-2A6E3148C975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3" name="Shape 10">
            <a:extLst>
              <a:ext uri="{FF2B5EF4-FFF2-40B4-BE49-F238E27FC236}">
                <a16:creationId xmlns:a16="http://schemas.microsoft.com/office/drawing/2014/main" id="{E0F1E10C-6666-3A4E-67D8-85970F0D4377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7" name="Shape 10">
            <a:extLst>
              <a:ext uri="{FF2B5EF4-FFF2-40B4-BE49-F238E27FC236}">
                <a16:creationId xmlns:a16="http://schemas.microsoft.com/office/drawing/2014/main" id="{734C2A46-0208-FFFB-06FE-CD27C3FDF2BF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9" name="Shape 32">
            <a:extLst>
              <a:ext uri="{FF2B5EF4-FFF2-40B4-BE49-F238E27FC236}">
                <a16:creationId xmlns:a16="http://schemas.microsoft.com/office/drawing/2014/main" id="{549FFED5-AE59-0B19-D8BE-3B67CCEAFB77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1" name="Shape 32">
            <a:extLst>
              <a:ext uri="{FF2B5EF4-FFF2-40B4-BE49-F238E27FC236}">
                <a16:creationId xmlns:a16="http://schemas.microsoft.com/office/drawing/2014/main" id="{0A097C96-2127-F72C-F73F-973AD336AC5C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3" name="Text 31">
            <a:extLst>
              <a:ext uri="{FF2B5EF4-FFF2-40B4-BE49-F238E27FC236}">
                <a16:creationId xmlns:a16="http://schemas.microsoft.com/office/drawing/2014/main" id="{96A36042-3320-09B4-0B46-BFDB77094C6F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35" name="Shape 32">
            <a:extLst>
              <a:ext uri="{FF2B5EF4-FFF2-40B4-BE49-F238E27FC236}">
                <a16:creationId xmlns:a16="http://schemas.microsoft.com/office/drawing/2014/main" id="{22F79531-0369-0A42-0B56-7A9D9D57C6A3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7" name="Text 33">
            <a:extLst>
              <a:ext uri="{FF2B5EF4-FFF2-40B4-BE49-F238E27FC236}">
                <a16:creationId xmlns:a16="http://schemas.microsoft.com/office/drawing/2014/main" id="{F20C6E17-8801-5D5A-EDDC-294FAFD2160B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REDACTED_01191</a:t>
            </a:r>
            <a:r>
              <a:rPr lang="en-US" sz="800" err="1">
                <a:solidFill>
                  <a:srgbClr val="444444"/>
                </a:solidFill>
              </a:rPr>
              <a:t>REDACTED_01192</a:t>
            </a:r>
            <a:r>
              <a:rPr lang="en-US" sz="800">
                <a:solidFill>
                  <a:srgbClr val="444444"/>
                </a:solidFill>
              </a:rPr>
              <a:t>REDACTED_01193</a:t>
            </a:r>
            <a:r>
              <a:rPr lang="en-US" sz="800" err="1">
                <a:solidFill>
                  <a:srgbClr val="444444"/>
                </a:solidFill>
              </a:rPr>
              <a:t>REDACTED_01194</a:t>
            </a:r>
            <a:r>
              <a:rPr lang="en-US" sz="800">
                <a:solidFill>
                  <a:srgbClr val="444444"/>
                </a:solidFill>
              </a:rPr>
              <a:t>REDACTED_01195</a:t>
            </a:r>
            <a:r>
              <a:rPr lang="en-US" sz="800" err="1">
                <a:solidFill>
                  <a:srgbClr val="444444"/>
                </a:solidFill>
              </a:rPr>
              <a:t>REDACTED_00099</a:t>
            </a:r>
            <a:r>
              <a:rPr lang="en-US" sz="800">
                <a:solidFill>
                  <a:srgbClr val="444444"/>
                </a:solidFill>
              </a:rPr>
              <a:t>REDACTED_01196</a:t>
            </a:r>
            <a:r>
              <a:rPr lang="en-US" sz="800" err="1">
                <a:solidFill>
                  <a:srgbClr val="444444"/>
                </a:solidFill>
              </a:rPr>
              <a:t>REDACTED_01197</a:t>
            </a:r>
            <a:r>
              <a:rPr lang="en-US" sz="800">
                <a:solidFill>
                  <a:srgbClr val="444444"/>
                </a:solidFill>
              </a:rPr>
              <a:t>REDACTED_01198</a:t>
            </a:r>
            <a:endParaRPr lang="en-US" sz="400"/>
          </a:p>
        </p:txBody>
      </p:sp>
      <p:sp>
        <p:nvSpPr>
          <p:cNvPr id="239" name="Text 33">
            <a:extLst>
              <a:ext uri="{FF2B5EF4-FFF2-40B4-BE49-F238E27FC236}">
                <a16:creationId xmlns:a16="http://schemas.microsoft.com/office/drawing/2014/main" id="{0EA395C8-A108-8A7B-660C-C6428BCF1B10}"/>
              </a:ext>
            </a:extLst>
          </p:cNvPr>
          <p:cNvSpPr/>
          <p:nvPr/>
        </p:nvSpPr>
        <p:spPr>
          <a:xfrm>
            <a:off x="180001" y="3223051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REDACTED_01199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REDACTED_01200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REDACTED_01201</a:t>
            </a:r>
            <a:endParaRPr lang="en-US" sz="800"/>
          </a:p>
        </p:txBody>
      </p:sp>
      <p:sp>
        <p:nvSpPr>
          <p:cNvPr id="246" name="Text 31">
            <a:extLst>
              <a:ext uri="{FF2B5EF4-FFF2-40B4-BE49-F238E27FC236}">
                <a16:creationId xmlns:a16="http://schemas.microsoft.com/office/drawing/2014/main" id="{145A9727-D8C7-BD23-E1BD-ED6185E6BB57}"/>
              </a:ext>
            </a:extLst>
          </p:cNvPr>
          <p:cNvSpPr/>
          <p:nvPr/>
        </p:nvSpPr>
        <p:spPr>
          <a:xfrm>
            <a:off x="180000" y="3055798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64" name="Shape 32">
            <a:extLst>
              <a:ext uri="{FF2B5EF4-FFF2-40B4-BE49-F238E27FC236}">
                <a16:creationId xmlns:a16="http://schemas.microsoft.com/office/drawing/2014/main" id="{2D6263BB-38CB-52A6-2815-B545718559C6}"/>
              </a:ext>
            </a:extLst>
          </p:cNvPr>
          <p:cNvSpPr/>
          <p:nvPr/>
        </p:nvSpPr>
        <p:spPr>
          <a:xfrm>
            <a:off x="144000" y="3174670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6" name="Shape 10">
            <a:extLst>
              <a:ext uri="{FF2B5EF4-FFF2-40B4-BE49-F238E27FC236}">
                <a16:creationId xmlns:a16="http://schemas.microsoft.com/office/drawing/2014/main" id="{EF215C98-76D4-ABEA-D91D-49D591E2D789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0" name="Shape 16">
            <a:extLst>
              <a:ext uri="{FF2B5EF4-FFF2-40B4-BE49-F238E27FC236}">
                <a16:creationId xmlns:a16="http://schemas.microsoft.com/office/drawing/2014/main" id="{60AB8399-F45D-0019-3D9D-99C4FA77ADC7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REDACTED_00408</a:t>
            </a:r>
          </a:p>
        </p:txBody>
      </p:sp>
      <p:sp>
        <p:nvSpPr>
          <p:cNvPr id="272" name="Shape 16">
            <a:extLst>
              <a:ext uri="{FF2B5EF4-FFF2-40B4-BE49-F238E27FC236}">
                <a16:creationId xmlns:a16="http://schemas.microsoft.com/office/drawing/2014/main" id="{77B0D33C-9C47-17A3-0920-4A7019AB9658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REDACTED_00408</a:t>
            </a:r>
          </a:p>
        </p:txBody>
      </p:sp>
      <p:sp>
        <p:nvSpPr>
          <p:cNvPr id="274" name="Shape 16">
            <a:extLst>
              <a:ext uri="{FF2B5EF4-FFF2-40B4-BE49-F238E27FC236}">
                <a16:creationId xmlns:a16="http://schemas.microsoft.com/office/drawing/2014/main" id="{26F8A647-DAF0-9AA5-CAA7-8EE051C2800D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REDACTED_00028</a:t>
            </a:r>
          </a:p>
        </p:txBody>
      </p:sp>
      <p:sp>
        <p:nvSpPr>
          <p:cNvPr id="276" name="Shape 16">
            <a:extLst>
              <a:ext uri="{FF2B5EF4-FFF2-40B4-BE49-F238E27FC236}">
                <a16:creationId xmlns:a16="http://schemas.microsoft.com/office/drawing/2014/main" id="{408CAA71-98B1-F091-6C14-35A1D84CD96F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REDACTED_01202</a:t>
            </a: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AD9C294C-F071-D4CF-D1E6-EECC03EB9308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21DE4E04-4936-3E93-F2D6-DB24A78896AB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CC35A49C-366E-AB30-90C7-05030ACACCA4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E29E50C8-3BDC-A3E0-D7F7-0AE7B95599CE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A5115DD8-615D-6497-DA5C-648079474E64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87" name="Shape 37">
              <a:extLst>
                <a:ext uri="{FF2B5EF4-FFF2-40B4-BE49-F238E27FC236}">
                  <a16:creationId xmlns:a16="http://schemas.microsoft.com/office/drawing/2014/main" id="{5F9816F8-1028-DE53-F9AB-648B7978FE5E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8" name="Shape 38">
              <a:extLst>
                <a:ext uri="{FF2B5EF4-FFF2-40B4-BE49-F238E27FC236}">
                  <a16:creationId xmlns:a16="http://schemas.microsoft.com/office/drawing/2014/main" id="{50734414-97FA-19C8-B670-79717D4657BA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9" name="Text 39">
              <a:extLst>
                <a:ext uri="{FF2B5EF4-FFF2-40B4-BE49-F238E27FC236}">
                  <a16:creationId xmlns:a16="http://schemas.microsoft.com/office/drawing/2014/main" id="{FC99FA1C-B810-32D9-6B3B-4E7BA854663C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REDACTED_00351</a:t>
              </a:r>
              <a:endParaRPr lang="en-US" sz="800"/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9A59530B-D2E6-997C-2492-08BBC71369D2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91" name="Shape 37">
              <a:extLst>
                <a:ext uri="{FF2B5EF4-FFF2-40B4-BE49-F238E27FC236}">
                  <a16:creationId xmlns:a16="http://schemas.microsoft.com/office/drawing/2014/main" id="{49F53D32-BBD5-3CB3-90EC-C7FEB5C12080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2" name="Shape 38">
              <a:extLst>
                <a:ext uri="{FF2B5EF4-FFF2-40B4-BE49-F238E27FC236}">
                  <a16:creationId xmlns:a16="http://schemas.microsoft.com/office/drawing/2014/main" id="{A8747652-A77F-D2CF-4AC0-B2C2CF8E0F70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3" name="Text 39">
              <a:extLst>
                <a:ext uri="{FF2B5EF4-FFF2-40B4-BE49-F238E27FC236}">
                  <a16:creationId xmlns:a16="http://schemas.microsoft.com/office/drawing/2014/main" id="{84C3CBFA-337F-7915-A89F-60E48F5AC274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REDACTED_00351</a:t>
              </a:r>
              <a:endParaRPr lang="en-US" sz="800"/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68C04085-F6FD-E522-D592-3959559A68BB}"/>
              </a:ext>
            </a:extLst>
          </p:cNvPr>
          <p:cNvGrpSpPr/>
          <p:nvPr/>
        </p:nvGrpSpPr>
        <p:grpSpPr>
          <a:xfrm>
            <a:off x="3717780" y="2472279"/>
            <a:ext cx="3065147" cy="336564"/>
            <a:chOff x="3828681" y="1696973"/>
            <a:chExt cx="7721343" cy="449118"/>
          </a:xfrm>
        </p:grpSpPr>
        <p:sp>
          <p:nvSpPr>
            <p:cNvPr id="295" name="Shape 37">
              <a:extLst>
                <a:ext uri="{FF2B5EF4-FFF2-40B4-BE49-F238E27FC236}">
                  <a16:creationId xmlns:a16="http://schemas.microsoft.com/office/drawing/2014/main" id="{60C1E91C-78CC-1940-8A1D-FB9D7802ED43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6" name="Shape 38">
              <a:extLst>
                <a:ext uri="{FF2B5EF4-FFF2-40B4-BE49-F238E27FC236}">
                  <a16:creationId xmlns:a16="http://schemas.microsoft.com/office/drawing/2014/main" id="{0B9D85D2-B185-4D52-1503-0F32A55ACB28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7" name="Text 39">
              <a:extLst>
                <a:ext uri="{FF2B5EF4-FFF2-40B4-BE49-F238E27FC236}">
                  <a16:creationId xmlns:a16="http://schemas.microsoft.com/office/drawing/2014/main" id="{4F96CEF0-DD20-3D1F-D7AD-9BB566213706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REDACTED_00351</a:t>
              </a:r>
              <a:endParaRPr lang="en-US" sz="800"/>
            </a:p>
          </p:txBody>
        </p:sp>
      </p:grpSp>
      <p:sp>
        <p:nvSpPr>
          <p:cNvPr id="298" name="Shape 229">
            <a:extLst>
              <a:ext uri="{FF2B5EF4-FFF2-40B4-BE49-F238E27FC236}">
                <a16:creationId xmlns:a16="http://schemas.microsoft.com/office/drawing/2014/main" id="{F4F5D445-24F5-AC0C-332A-26319913CD50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300" name="Shape 46">
            <a:extLst>
              <a:ext uri="{FF2B5EF4-FFF2-40B4-BE49-F238E27FC236}">
                <a16:creationId xmlns:a16="http://schemas.microsoft.com/office/drawing/2014/main" id="{A9C79626-415B-52D9-9E32-AFAEBF7F305F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CD7CAD18-9EA8-D1AD-E61F-5241015999E2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316" name="Text 35">
            <a:extLst>
              <a:ext uri="{FF2B5EF4-FFF2-40B4-BE49-F238E27FC236}">
                <a16:creationId xmlns:a16="http://schemas.microsoft.com/office/drawing/2014/main" id="{BBB0C9B9-933D-C06E-212E-FE9A8FE07879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18" name="Shape 36">
            <a:extLst>
              <a:ext uri="{FF2B5EF4-FFF2-40B4-BE49-F238E27FC236}">
                <a16:creationId xmlns:a16="http://schemas.microsoft.com/office/drawing/2014/main" id="{7BC3BD27-C5C2-E0B7-D521-1580125B6C33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0" name="Shape 36">
            <a:extLst>
              <a:ext uri="{FF2B5EF4-FFF2-40B4-BE49-F238E27FC236}">
                <a16:creationId xmlns:a16="http://schemas.microsoft.com/office/drawing/2014/main" id="{71D49CEF-913A-12D5-1093-9BE4FB8D7CF2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2" name="Text 35">
            <a:extLst>
              <a:ext uri="{FF2B5EF4-FFF2-40B4-BE49-F238E27FC236}">
                <a16:creationId xmlns:a16="http://schemas.microsoft.com/office/drawing/2014/main" id="{5E857B49-2459-5D56-C749-A7EDAED8B5EF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24" name="Text 90">
            <a:extLst>
              <a:ext uri="{FF2B5EF4-FFF2-40B4-BE49-F238E27FC236}">
                <a16:creationId xmlns:a16="http://schemas.microsoft.com/office/drawing/2014/main" id="{7BD25490-0D84-F097-E36F-6A16ACCBD6C4}"/>
              </a:ext>
            </a:extLst>
          </p:cNvPr>
          <p:cNvSpPr/>
          <p:nvPr/>
        </p:nvSpPr>
        <p:spPr>
          <a:xfrm>
            <a:off x="7215804" y="1917812"/>
            <a:ext cx="2063578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REDACTED_01203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B3CB32-628F-F052-6F4F-C9874C543DFB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/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226981-0E9F-3E81-CD94-970F747EC4AE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REDACTED_00017</a:t>
            </a: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18EEA5DD-720B-7051-C463-D0E3DB9139DE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D8FF662B-12F9-D64C-AB72-411E8826C871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EFF04D4A-E4E0-38E2-0E81-8AD38AB6EC7B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BCE23C86-DD79-9611-A092-130CB69C78BC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62FBC329-B45D-63A2-CE4F-D4CBAE3D9041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60CD80B-4526-B44D-E6D5-FA8A7E0218FE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48" name="PersonIcon">
              <a:extLst>
                <a:ext uri="{FF2B5EF4-FFF2-40B4-BE49-F238E27FC236}">
                  <a16:creationId xmlns:a16="http://schemas.microsoft.com/office/drawing/2014/main" id="{2C77E59D-CA1A-32CE-C60D-67B5FC097479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 107">
              <a:extLst>
                <a:ext uri="{FF2B5EF4-FFF2-40B4-BE49-F238E27FC236}">
                  <a16:creationId xmlns:a16="http://schemas.microsoft.com/office/drawing/2014/main" id="{0ED410F4-418C-602D-0460-8C571D873274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50" name="Text 108">
              <a:extLst>
                <a:ext uri="{FF2B5EF4-FFF2-40B4-BE49-F238E27FC236}">
                  <a16:creationId xmlns:a16="http://schemas.microsoft.com/office/drawing/2014/main" id="{E7C692BB-B9EB-A49E-D271-C60A1D954F96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REDACTED_00004</a:t>
              </a:r>
              <a:endParaRPr lang="en-US" sz="80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F902714-FD0D-738D-7E3C-3CA0D9CB2C45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52" name="GradCapIcon">
              <a:extLst>
                <a:ext uri="{FF2B5EF4-FFF2-40B4-BE49-F238E27FC236}">
                  <a16:creationId xmlns:a16="http://schemas.microsoft.com/office/drawing/2014/main" id="{C2248459-A2A2-C25C-E4BE-2A7EA8FEDE21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Text 111">
              <a:extLst>
                <a:ext uri="{FF2B5EF4-FFF2-40B4-BE49-F238E27FC236}">
                  <a16:creationId xmlns:a16="http://schemas.microsoft.com/office/drawing/2014/main" id="{F1024AD8-7B64-CE0C-342B-C06B79939F0E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54" name="Text 112">
              <a:extLst>
                <a:ext uri="{FF2B5EF4-FFF2-40B4-BE49-F238E27FC236}">
                  <a16:creationId xmlns:a16="http://schemas.microsoft.com/office/drawing/2014/main" id="{716B4F34-DBA0-2DB4-F47C-24CF3CEF557E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REDACTED_00392</a:t>
              </a:r>
              <a:endParaRPr lang="en-US" sz="80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CC52E20-0B9C-CE67-08F0-FD96D7BC9468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56" name="BuildingIcon">
              <a:extLst>
                <a:ext uri="{FF2B5EF4-FFF2-40B4-BE49-F238E27FC236}">
                  <a16:creationId xmlns:a16="http://schemas.microsoft.com/office/drawing/2014/main" id="{B0F1956D-20E6-7B3C-993D-63CCB792B41B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Text 109">
              <a:extLst>
                <a:ext uri="{FF2B5EF4-FFF2-40B4-BE49-F238E27FC236}">
                  <a16:creationId xmlns:a16="http://schemas.microsoft.com/office/drawing/2014/main" id="{980971BF-2DAD-0316-8A2A-FD9509BB2517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58" name="Text 110">
              <a:extLst>
                <a:ext uri="{FF2B5EF4-FFF2-40B4-BE49-F238E27FC236}">
                  <a16:creationId xmlns:a16="http://schemas.microsoft.com/office/drawing/2014/main" id="{064EA70B-0D14-CB7E-0559-83C69EA56B47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REDACTED_00006</a:t>
              </a:r>
              <a:endParaRPr lang="en-US" sz="80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0DAF1BE-07E4-2EB1-5FCA-CA8EE1BD39EC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3C85E46-2FD5-6E8A-58DD-6A001525A66C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62" name="Text 109">
                <a:extLst>
                  <a:ext uri="{FF2B5EF4-FFF2-40B4-BE49-F238E27FC236}">
                    <a16:creationId xmlns:a16="http://schemas.microsoft.com/office/drawing/2014/main" id="{84B65614-FFCE-9A3C-ACFD-81EA4CCF0A33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63" name="Text 110">
                <a:extLst>
                  <a:ext uri="{FF2B5EF4-FFF2-40B4-BE49-F238E27FC236}">
                    <a16:creationId xmlns:a16="http://schemas.microsoft.com/office/drawing/2014/main" id="{B4A9C69F-98A7-F456-8D14-951ADA6EB42B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REDACTED_01204</a:t>
                </a:r>
                <a:endParaRPr lang="en-US" sz="800"/>
              </a:p>
            </p:txBody>
          </p:sp>
        </p:grpSp>
        <p:pic>
          <p:nvPicPr>
            <p:cNvPr id="61" name="Graphic 60" descr="Management with solid fill">
              <a:extLst>
                <a:ext uri="{FF2B5EF4-FFF2-40B4-BE49-F238E27FC236}">
                  <a16:creationId xmlns:a16="http://schemas.microsoft.com/office/drawing/2014/main" id="{EA1C9C72-9450-F2A5-A3AE-54E36CA14B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646F455-F57A-3554-422E-7A3A885BF9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  <p:sp>
        <p:nvSpPr>
          <p:cNvPr id="4" name="Text 11">
            <a:extLst>
              <a:ext uri="{FF2B5EF4-FFF2-40B4-BE49-F238E27FC236}">
                <a16:creationId xmlns:a16="http://schemas.microsoft.com/office/drawing/2014/main" id="{6E6CFFBE-33EE-84AC-1B43-89AA311E16D2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REDACTED_00930</a:t>
            </a:r>
          </a:p>
          <a:p>
            <a:r>
              <a:rPr lang="en-US" sz="650" b="1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2A8CBF36-E525-19F1-F121-14FE70439538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E38B850A-EEC9-361D-96BE-534F66B08458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REDACTED_01030</a:t>
            </a:r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E4ACEF48-58C6-A8CC-CF42-E2E8FAFB9DFA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REDACTED_01031</a:t>
            </a:r>
          </a:p>
        </p:txBody>
      </p:sp>
      <p:sp>
        <p:nvSpPr>
          <p:cNvPr id="12" name="Text 23">
            <a:extLst>
              <a:ext uri="{FF2B5EF4-FFF2-40B4-BE49-F238E27FC236}">
                <a16:creationId xmlns:a16="http://schemas.microsoft.com/office/drawing/2014/main" id="{878D489D-EE19-1B9D-4263-79A26DCD2DD3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14" name="Text 28">
            <a:extLst>
              <a:ext uri="{FF2B5EF4-FFF2-40B4-BE49-F238E27FC236}">
                <a16:creationId xmlns:a16="http://schemas.microsoft.com/office/drawing/2014/main" id="{B13FD8FA-F9EF-4148-82BA-F3DC5A21316E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80261676-A21E-AB89-F7F2-DDCA262BE4A5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REDACTED_01033</a:t>
            </a:r>
          </a:p>
          <a:p>
            <a:r>
              <a:rPr lang="en-US" sz="650">
                <a:solidFill>
                  <a:srgbClr val="444444"/>
                </a:solidFill>
              </a:rPr>
              <a:t>REDACTED_01034</a:t>
            </a:r>
          </a:p>
        </p:txBody>
      </p:sp>
      <p:sp>
        <p:nvSpPr>
          <p:cNvPr id="18" name="Shape 188">
            <a:extLst>
              <a:ext uri="{FF2B5EF4-FFF2-40B4-BE49-F238E27FC236}">
                <a16:creationId xmlns:a16="http://schemas.microsoft.com/office/drawing/2014/main" id="{79AD5C2B-94B2-314C-B8B5-99A7F2FDC229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9">
            <a:extLst>
              <a:ext uri="{FF2B5EF4-FFF2-40B4-BE49-F238E27FC236}">
                <a16:creationId xmlns:a16="http://schemas.microsoft.com/office/drawing/2014/main" id="{1330A357-A0D0-E6DA-F572-1612FCFC8558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576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190">
            <a:extLst>
              <a:ext uri="{FF2B5EF4-FFF2-40B4-BE49-F238E27FC236}">
                <a16:creationId xmlns:a16="http://schemas.microsoft.com/office/drawing/2014/main" id="{3250DB01-B4F4-061A-97E9-EF17A8ACE89B}"/>
              </a:ext>
            </a:extLst>
          </p:cNvPr>
          <p:cNvSpPr>
            <a:spLocks/>
          </p:cNvSpPr>
          <p:nvPr/>
        </p:nvSpPr>
        <p:spPr>
          <a:xfrm>
            <a:off x="10022549" y="3413005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06">
            <a:extLst>
              <a:ext uri="{FF2B5EF4-FFF2-40B4-BE49-F238E27FC236}">
                <a16:creationId xmlns:a16="http://schemas.microsoft.com/office/drawing/2014/main" id="{FFF30B2E-F008-7109-88EF-1DB1AB637A7B}"/>
              </a:ext>
            </a:extLst>
          </p:cNvPr>
          <p:cNvSpPr>
            <a:spLocks/>
          </p:cNvSpPr>
          <p:nvPr/>
        </p:nvSpPr>
        <p:spPr>
          <a:xfrm>
            <a:off x="9986549" y="2802563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26" name="Shape 210">
            <a:extLst>
              <a:ext uri="{FF2B5EF4-FFF2-40B4-BE49-F238E27FC236}">
                <a16:creationId xmlns:a16="http://schemas.microsoft.com/office/drawing/2014/main" id="{08A4FFB9-776F-227B-96A4-F9C5D867AD0F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191">
            <a:extLst>
              <a:ext uri="{FF2B5EF4-FFF2-40B4-BE49-F238E27FC236}">
                <a16:creationId xmlns:a16="http://schemas.microsoft.com/office/drawing/2014/main" id="{C38DE891-6AB7-9844-DBBF-75892725CA33}"/>
              </a:ext>
            </a:extLst>
          </p:cNvPr>
          <p:cNvSpPr/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650" b="1">
                <a:solidFill>
                  <a:schemeClr val="accent1"/>
                </a:solidFill>
              </a:rPr>
              <a:t>REDACTED_00051</a:t>
            </a:r>
          </a:p>
        </p:txBody>
      </p:sp>
      <p:sp>
        <p:nvSpPr>
          <p:cNvPr id="30" name="Shape 202">
            <a:extLst>
              <a:ext uri="{FF2B5EF4-FFF2-40B4-BE49-F238E27FC236}">
                <a16:creationId xmlns:a16="http://schemas.microsoft.com/office/drawing/2014/main" id="{B244F968-C34F-F028-D84B-1C33F7C44279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Text 207">
            <a:extLst>
              <a:ext uri="{FF2B5EF4-FFF2-40B4-BE49-F238E27FC236}">
                <a16:creationId xmlns:a16="http://schemas.microsoft.com/office/drawing/2014/main" id="{433C030D-7BC3-2F70-5C19-4D5479F00368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REDACTED_00055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35" name="Text 211">
            <a:extLst>
              <a:ext uri="{FF2B5EF4-FFF2-40B4-BE49-F238E27FC236}">
                <a16:creationId xmlns:a16="http://schemas.microsoft.com/office/drawing/2014/main" id="{5274E7D1-B8BE-7F6E-8972-219345FF7A3E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REDACTED_00057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41" name="Text 203">
            <a:extLst>
              <a:ext uri="{FF2B5EF4-FFF2-40B4-BE49-F238E27FC236}">
                <a16:creationId xmlns:a16="http://schemas.microsoft.com/office/drawing/2014/main" id="{04A03CD3-710A-A3D8-129B-357F02CE08A8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45" name="Shape 202">
            <a:extLst>
              <a:ext uri="{FF2B5EF4-FFF2-40B4-BE49-F238E27FC236}">
                <a16:creationId xmlns:a16="http://schemas.microsoft.com/office/drawing/2014/main" id="{8F4F6DFE-C8E1-70B5-1219-A64F7D5C461C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5" name="Text 207">
            <a:extLst>
              <a:ext uri="{FF2B5EF4-FFF2-40B4-BE49-F238E27FC236}">
                <a16:creationId xmlns:a16="http://schemas.microsoft.com/office/drawing/2014/main" id="{73121C3B-E86F-0AAF-316B-2FCD31A4A275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REDACTED_00054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67" name="Text 194">
            <a:extLst>
              <a:ext uri="{FF2B5EF4-FFF2-40B4-BE49-F238E27FC236}">
                <a16:creationId xmlns:a16="http://schemas.microsoft.com/office/drawing/2014/main" id="{6B8DA998-8F59-321B-0A7F-68A0F8A3B183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REDACTED_00052</a:t>
            </a:r>
          </a:p>
        </p:txBody>
      </p:sp>
      <p:sp>
        <p:nvSpPr>
          <p:cNvPr id="69" name="Shape 198">
            <a:extLst>
              <a:ext uri="{FF2B5EF4-FFF2-40B4-BE49-F238E27FC236}">
                <a16:creationId xmlns:a16="http://schemas.microsoft.com/office/drawing/2014/main" id="{C868B1A1-DBB3-EF75-C26D-075B8B225189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5" name="Text 199">
            <a:extLst>
              <a:ext uri="{FF2B5EF4-FFF2-40B4-BE49-F238E27FC236}">
                <a16:creationId xmlns:a16="http://schemas.microsoft.com/office/drawing/2014/main" id="{DB54BD9A-E103-62C5-7D4E-0A565071D453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89">
            <a:extLst>
              <a:ext uri="{FF2B5EF4-FFF2-40B4-BE49-F238E27FC236}">
                <a16:creationId xmlns:a16="http://schemas.microsoft.com/office/drawing/2014/main" id="{316A799A-75D3-BC57-48F1-E4192A91C349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solidFill>
            <a:srgbClr val="B8CCCC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0" name="Shape 9">
            <a:extLst>
              <a:ext uri="{FF2B5EF4-FFF2-40B4-BE49-F238E27FC236}">
                <a16:creationId xmlns:a16="http://schemas.microsoft.com/office/drawing/2014/main" id="{89800643-96D5-A208-9924-7EE4C39868A9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0" name="Shape 46">
            <a:extLst>
              <a:ext uri="{FF2B5EF4-FFF2-40B4-BE49-F238E27FC236}">
                <a16:creationId xmlns:a16="http://schemas.microsoft.com/office/drawing/2014/main" id="{1945A815-5032-F70A-B7CF-DA3FD75D2761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5" name="Shape 46">
            <a:extLst>
              <a:ext uri="{FF2B5EF4-FFF2-40B4-BE49-F238E27FC236}">
                <a16:creationId xmlns:a16="http://schemas.microsoft.com/office/drawing/2014/main" id="{4422ED66-BCEF-1D44-4561-EE1ACB113908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5" name="Shape 105">
            <a:extLst>
              <a:ext uri="{FF2B5EF4-FFF2-40B4-BE49-F238E27FC236}">
                <a16:creationId xmlns:a16="http://schemas.microsoft.com/office/drawing/2014/main" id="{FC07B5C4-7C9F-5B2F-11B9-45057B1C6013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8" name="Shape 13">
            <a:extLst>
              <a:ext uri="{FF2B5EF4-FFF2-40B4-BE49-F238E27FC236}">
                <a16:creationId xmlns:a16="http://schemas.microsoft.com/office/drawing/2014/main" id="{03FDB32A-622E-E8A0-114D-7B78BBE97717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4" name="Shape 13">
            <a:extLst>
              <a:ext uri="{FF2B5EF4-FFF2-40B4-BE49-F238E27FC236}">
                <a16:creationId xmlns:a16="http://schemas.microsoft.com/office/drawing/2014/main" id="{AF1BF6A7-E503-8F33-2C94-C38BFDCBD9E5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6" name="Shape 229">
            <a:extLst>
              <a:ext uri="{FF2B5EF4-FFF2-40B4-BE49-F238E27FC236}">
                <a16:creationId xmlns:a16="http://schemas.microsoft.com/office/drawing/2014/main" id="{13180195-AEA5-F411-AF50-0D22CAE47B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1" name="Shape 229">
            <a:extLst>
              <a:ext uri="{FF2B5EF4-FFF2-40B4-BE49-F238E27FC236}">
                <a16:creationId xmlns:a16="http://schemas.microsoft.com/office/drawing/2014/main" id="{6C0EECD2-E3ED-DB9C-62F4-DA30C74F4FC8}"/>
              </a:ext>
            </a:extLst>
          </p:cNvPr>
          <p:cNvSpPr/>
          <p:nvPr/>
        </p:nvSpPr>
        <p:spPr>
          <a:xfrm>
            <a:off x="6711029" y="8209476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Shape 46">
            <a:extLst>
              <a:ext uri="{FF2B5EF4-FFF2-40B4-BE49-F238E27FC236}">
                <a16:creationId xmlns:a16="http://schemas.microsoft.com/office/drawing/2014/main" id="{2F44B228-6CAF-AF02-E7A7-13B796E91EA1}"/>
              </a:ext>
            </a:extLst>
          </p:cNvPr>
          <p:cNvSpPr/>
          <p:nvPr/>
        </p:nvSpPr>
        <p:spPr>
          <a:xfrm>
            <a:off x="3672327" y="8217096"/>
            <a:ext cx="2986916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4F4007B-AE1A-757B-9736-DF33038BD83B}"/>
              </a:ext>
            </a:extLst>
          </p:cNvPr>
          <p:cNvSpPr txBox="1"/>
          <p:nvPr/>
        </p:nvSpPr>
        <p:spPr>
          <a:xfrm>
            <a:off x="6811029" y="8309476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AECA37B-FFAD-4024-DEB2-64FEAB2A4900}"/>
              </a:ext>
            </a:extLst>
          </p:cNvPr>
          <p:cNvSpPr txBox="1"/>
          <p:nvPr/>
        </p:nvSpPr>
        <p:spPr>
          <a:xfrm>
            <a:off x="3772327" y="8317096"/>
            <a:ext cx="2780900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REDACTED_01205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REDACTED_01206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REDACTED_01207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20E6A0B-DB9D-960E-B6A0-AFE18B382DBB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8" name="Text 2">
            <a:extLst>
              <a:ext uri="{FF2B5EF4-FFF2-40B4-BE49-F238E27FC236}">
                <a16:creationId xmlns:a16="http://schemas.microsoft.com/office/drawing/2014/main" id="{DD0B6FBB-5F3E-6C8B-5AA4-7E1BC37C1E28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REDACTED_01208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669166B-AC09-FBD1-49A8-8353AF2E5F29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F443EFA-B284-A619-7099-E99F97BA0C23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>
                  <a:solidFill>
                    <a:schemeClr val="accent1"/>
                  </a:solidFill>
                </a:rPr>
                <a:t>REDACTED_01209</a:t>
              </a:r>
            </a:p>
          </p:txBody>
        </p:sp>
        <p:sp>
          <p:nvSpPr>
            <p:cNvPr id="81" name="Text 4">
              <a:extLst>
                <a:ext uri="{FF2B5EF4-FFF2-40B4-BE49-F238E27FC236}">
                  <a16:creationId xmlns:a16="http://schemas.microsoft.com/office/drawing/2014/main" id="{AABE2A7E-8AF4-5F03-B027-2B24A5BF8BAD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REDACTED_01210</a:t>
              </a:r>
            </a:p>
          </p:txBody>
        </p:sp>
      </p:grpSp>
      <p:sp>
        <p:nvSpPr>
          <p:cNvPr id="83" name="Shape 5">
            <a:extLst>
              <a:ext uri="{FF2B5EF4-FFF2-40B4-BE49-F238E27FC236}">
                <a16:creationId xmlns:a16="http://schemas.microsoft.com/office/drawing/2014/main" id="{4C128EE9-5274-58ED-7A3B-B2349BA2AC91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84" name="Text 6">
            <a:extLst>
              <a:ext uri="{FF2B5EF4-FFF2-40B4-BE49-F238E27FC236}">
                <a16:creationId xmlns:a16="http://schemas.microsoft.com/office/drawing/2014/main" id="{A31ADC97-6064-29A7-8174-44CF4ED1C8E5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REDACTED_01211</a:t>
            </a:r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85" name="Shape 7">
            <a:extLst>
              <a:ext uri="{FF2B5EF4-FFF2-40B4-BE49-F238E27FC236}">
                <a16:creationId xmlns:a16="http://schemas.microsoft.com/office/drawing/2014/main" id="{0F781776-6C7A-E6B0-930C-ED4A70A8F133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6" name="Text 8">
            <a:extLst>
              <a:ext uri="{FF2B5EF4-FFF2-40B4-BE49-F238E27FC236}">
                <a16:creationId xmlns:a16="http://schemas.microsoft.com/office/drawing/2014/main" id="{E65D178D-4F5B-75B8-11D7-1D6659820460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REDACTED_01082</a:t>
            </a:r>
          </a:p>
        </p:txBody>
      </p:sp>
      <p:sp>
        <p:nvSpPr>
          <p:cNvPr id="134" name="Shape 10">
            <a:extLst>
              <a:ext uri="{FF2B5EF4-FFF2-40B4-BE49-F238E27FC236}">
                <a16:creationId xmlns:a16="http://schemas.microsoft.com/office/drawing/2014/main" id="{E510BF5B-1703-16DA-3F48-D1DE50406613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8" name="Text 11">
            <a:extLst>
              <a:ext uri="{FF2B5EF4-FFF2-40B4-BE49-F238E27FC236}">
                <a16:creationId xmlns:a16="http://schemas.microsoft.com/office/drawing/2014/main" id="{62CD68A4-D454-07DC-07F6-5533F1085AEF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41" name="Text 12">
            <a:extLst>
              <a:ext uri="{FF2B5EF4-FFF2-40B4-BE49-F238E27FC236}">
                <a16:creationId xmlns:a16="http://schemas.microsoft.com/office/drawing/2014/main" id="{292C500D-1785-E596-A924-1526218614B7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REDACTED_01212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REDACTED_01213</a:t>
            </a:r>
            <a:endParaRPr lang="en-US" sz="800"/>
          </a:p>
        </p:txBody>
      </p:sp>
      <p:grpSp>
        <p:nvGrpSpPr>
          <p:cNvPr id="241" name="Group 240"/>
          <p:cNvGrpSpPr/>
          <p:nvPr/>
        </p:nvGrpSpPr>
        <p:grpSpPr>
          <a:xfrm>
            <a:off x="9770789" y="1533598"/>
            <a:ext cx="2333207" cy="635928"/>
            <a:chOff x="10112273" y="2891965"/>
            <a:chExt cx="1920240" cy="580547"/>
          </a:xfrm>
        </p:grpSpPr>
        <p:sp>
          <p:nvSpPr>
            <p:cNvPr id="245" name="Shape 243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3" name="Text 241a"/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247" name="Text 245a"/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49" name="Shape 245a"/>
            <p:cNvSpPr/>
            <p:nvPr/>
          </p:nvSpPr>
          <p:spPr>
            <a:xfrm>
              <a:off x="10198303" y="3237891"/>
              <a:ext cx="1390000" cy="64008"/>
            </a:xfrm>
            <a:prstGeom prst="rect">
              <a:avLst/>
            </a:prstGeom>
            <a:solidFill>
              <a:srgbClr val="E0E0E0"/>
            </a:solidFill>
            <a:ln w="1270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9" name="Text 247a"/>
            <p:cNvSpPr/>
            <p:nvPr/>
          </p:nvSpPr>
          <p:spPr>
            <a:xfrm>
              <a:off x="11700022" y="3289632"/>
              <a:ext cx="320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REDACTED_00351</a:t>
              </a:r>
            </a:p>
          </p:txBody>
        </p:sp>
      </p:grpSp>
      <p:sp>
        <p:nvSpPr>
          <p:cNvPr id="160" name="Text 6">
            <a:extLst>
              <a:ext uri="{FF2B5EF4-FFF2-40B4-BE49-F238E27FC236}">
                <a16:creationId xmlns:a16="http://schemas.microsoft.com/office/drawing/2014/main" id="{359DD880-EA0C-F052-C51B-002386F40ECE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66" name="Shape 130">
            <a:extLst>
              <a:ext uri="{FF2B5EF4-FFF2-40B4-BE49-F238E27FC236}">
                <a16:creationId xmlns:a16="http://schemas.microsoft.com/office/drawing/2014/main" id="{91D40C81-A13C-A832-314E-580C54F341BB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2B044A93-81C8-00A9-0598-E6A847C99382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70" name="Picture 169" descr="A black and blue logo  AI-generated content may be incorrect.">
            <a:extLst>
              <a:ext uri="{FF2B5EF4-FFF2-40B4-BE49-F238E27FC236}">
                <a16:creationId xmlns:a16="http://schemas.microsoft.com/office/drawing/2014/main" id="{C77703A9-5DC4-0D80-F2D1-253775B75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75" name="Text 211a">
            <a:extLst>
              <a:ext uri="{FF2B5EF4-FFF2-40B4-BE49-F238E27FC236}">
                <a16:creationId xmlns:a16="http://schemas.microsoft.com/office/drawing/2014/main" id="{74E87FB7-BAD0-1EF6-9193-83B59CD44981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77" name="Text 213a">
            <a:extLst>
              <a:ext uri="{FF2B5EF4-FFF2-40B4-BE49-F238E27FC236}">
                <a16:creationId xmlns:a16="http://schemas.microsoft.com/office/drawing/2014/main" id="{5EC9FF86-4981-F99A-0A60-B619E3A979C7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79" name="Text 218a">
            <a:extLst>
              <a:ext uri="{FF2B5EF4-FFF2-40B4-BE49-F238E27FC236}">
                <a16:creationId xmlns:a16="http://schemas.microsoft.com/office/drawing/2014/main" id="{08057620-5773-3330-4010-8703B9B70E94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83" name="Shape 229">
            <a:extLst>
              <a:ext uri="{FF2B5EF4-FFF2-40B4-BE49-F238E27FC236}">
                <a16:creationId xmlns:a16="http://schemas.microsoft.com/office/drawing/2014/main" id="{FF00B7C4-567B-0A40-6145-3E4AC7423BD5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REDACTED_01214</a:t>
            </a:r>
          </a:p>
        </p:txBody>
      </p:sp>
      <p:sp>
        <p:nvSpPr>
          <p:cNvPr id="188" name="Shape 105">
            <a:extLst>
              <a:ext uri="{FF2B5EF4-FFF2-40B4-BE49-F238E27FC236}">
                <a16:creationId xmlns:a16="http://schemas.microsoft.com/office/drawing/2014/main" id="{7960B1C0-F47B-C6FE-49A2-80F9BB89BAE9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4" name="Shape 10">
            <a:extLst>
              <a:ext uri="{FF2B5EF4-FFF2-40B4-BE49-F238E27FC236}">
                <a16:creationId xmlns:a16="http://schemas.microsoft.com/office/drawing/2014/main" id="{F3508919-E307-1B3C-595C-E4E974BB56CF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8" name="Shape 10">
            <a:extLst>
              <a:ext uri="{FF2B5EF4-FFF2-40B4-BE49-F238E27FC236}">
                <a16:creationId xmlns:a16="http://schemas.microsoft.com/office/drawing/2014/main" id="{43101B33-5EA0-BDDB-7987-5F16302CA80B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0" name="Shape 32">
            <a:extLst>
              <a:ext uri="{FF2B5EF4-FFF2-40B4-BE49-F238E27FC236}">
                <a16:creationId xmlns:a16="http://schemas.microsoft.com/office/drawing/2014/main" id="{BDB3AB8E-578A-2ADC-7B65-0BF0FD02F5F4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2" name="Shape 32">
            <a:extLst>
              <a:ext uri="{FF2B5EF4-FFF2-40B4-BE49-F238E27FC236}">
                <a16:creationId xmlns:a16="http://schemas.microsoft.com/office/drawing/2014/main" id="{4914DC94-296B-05D8-704D-BA6DADFEB798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4" name="Text 31">
            <a:extLst>
              <a:ext uri="{FF2B5EF4-FFF2-40B4-BE49-F238E27FC236}">
                <a16:creationId xmlns:a16="http://schemas.microsoft.com/office/drawing/2014/main" id="{40DAC778-C07C-6051-2152-4A423F5C2DC9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16" name="Shape 32">
            <a:extLst>
              <a:ext uri="{FF2B5EF4-FFF2-40B4-BE49-F238E27FC236}">
                <a16:creationId xmlns:a16="http://schemas.microsoft.com/office/drawing/2014/main" id="{C1A8F1D9-2878-79A4-DEEE-E7FB4D138590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8" name="Text 33">
            <a:extLst>
              <a:ext uri="{FF2B5EF4-FFF2-40B4-BE49-F238E27FC236}">
                <a16:creationId xmlns:a16="http://schemas.microsoft.com/office/drawing/2014/main" id="{086039F5-6390-F42E-86C1-F813E5D716E0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REDACTED_01215</a:t>
            </a:r>
          </a:p>
        </p:txBody>
      </p:sp>
      <p:sp>
        <p:nvSpPr>
          <p:cNvPr id="220" name="Text 33">
            <a:extLst>
              <a:ext uri="{FF2B5EF4-FFF2-40B4-BE49-F238E27FC236}">
                <a16:creationId xmlns:a16="http://schemas.microsoft.com/office/drawing/2014/main" id="{DAEC23F6-5126-0561-C362-9B9EFEB3C88A}"/>
              </a:ext>
            </a:extLst>
          </p:cNvPr>
          <p:cNvSpPr/>
          <p:nvPr/>
        </p:nvSpPr>
        <p:spPr>
          <a:xfrm>
            <a:off x="180001" y="2708701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REDACTED_01216</a:t>
            </a:r>
          </a:p>
          <a:p>
            <a:r>
              <a:rPr lang="en-US" sz="800">
                <a:solidFill>
                  <a:srgbClr val="444444"/>
                </a:solidFill>
              </a:rPr>
              <a:t>REDACTED_01217</a:t>
            </a:r>
          </a:p>
          <a:p>
            <a:r>
              <a:rPr lang="en-US" sz="800">
                <a:solidFill>
                  <a:srgbClr val="444444"/>
                </a:solidFill>
              </a:rPr>
              <a:t>REDACTED_01218</a:t>
            </a:r>
          </a:p>
        </p:txBody>
      </p:sp>
      <p:sp>
        <p:nvSpPr>
          <p:cNvPr id="222" name="Text 31">
            <a:extLst>
              <a:ext uri="{FF2B5EF4-FFF2-40B4-BE49-F238E27FC236}">
                <a16:creationId xmlns:a16="http://schemas.microsoft.com/office/drawing/2014/main" id="{2954142D-45DD-E95B-504F-E4C84A4AB775}"/>
              </a:ext>
            </a:extLst>
          </p:cNvPr>
          <p:cNvSpPr/>
          <p:nvPr/>
        </p:nvSpPr>
        <p:spPr>
          <a:xfrm>
            <a:off x="180000" y="2541448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24" name="Shape 32">
            <a:extLst>
              <a:ext uri="{FF2B5EF4-FFF2-40B4-BE49-F238E27FC236}">
                <a16:creationId xmlns:a16="http://schemas.microsoft.com/office/drawing/2014/main" id="{32DE659B-B8F6-F64D-5BCB-DE9FF770E63F}"/>
              </a:ext>
            </a:extLst>
          </p:cNvPr>
          <p:cNvSpPr/>
          <p:nvPr/>
        </p:nvSpPr>
        <p:spPr>
          <a:xfrm>
            <a:off x="144000" y="2660320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6" name="Shape 10">
            <a:extLst>
              <a:ext uri="{FF2B5EF4-FFF2-40B4-BE49-F238E27FC236}">
                <a16:creationId xmlns:a16="http://schemas.microsoft.com/office/drawing/2014/main" id="{0C1514C4-3204-E627-5072-26BDAC07AEEA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0" name="Shape 16">
            <a:extLst>
              <a:ext uri="{FF2B5EF4-FFF2-40B4-BE49-F238E27FC236}">
                <a16:creationId xmlns:a16="http://schemas.microsoft.com/office/drawing/2014/main" id="{B717369B-7915-639F-D122-EF4C0F7B109B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32" name="Shape 16">
            <a:extLst>
              <a:ext uri="{FF2B5EF4-FFF2-40B4-BE49-F238E27FC236}">
                <a16:creationId xmlns:a16="http://schemas.microsoft.com/office/drawing/2014/main" id="{63FF8CB5-AD0F-CBB9-DCA9-87F9482D5C36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34" name="Shape 16">
            <a:extLst>
              <a:ext uri="{FF2B5EF4-FFF2-40B4-BE49-F238E27FC236}">
                <a16:creationId xmlns:a16="http://schemas.microsoft.com/office/drawing/2014/main" id="{1E6F61BB-8488-B931-449D-703355454486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36" name="Shape 16">
            <a:extLst>
              <a:ext uri="{FF2B5EF4-FFF2-40B4-BE49-F238E27FC236}">
                <a16:creationId xmlns:a16="http://schemas.microsoft.com/office/drawing/2014/main" id="{A8FEF0A5-9811-1E76-509C-C4E5D1BACE9C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33C9F402-B840-AD26-766C-C7AFD39AB27F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697CEDEA-F969-1449-8D71-9EFC2226A879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429859FF-7BE3-E9DB-093E-F3BA5E9C618C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A05263D8-6C34-F511-6CF4-3DC00AA7CB11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sp>
        <p:nvSpPr>
          <p:cNvPr id="293" name="Shape 229">
            <a:extLst>
              <a:ext uri="{FF2B5EF4-FFF2-40B4-BE49-F238E27FC236}">
                <a16:creationId xmlns:a16="http://schemas.microsoft.com/office/drawing/2014/main" id="{C27AC885-5DC1-4E1F-B00C-012E02BB0BB9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295" name="Shape 46">
            <a:extLst>
              <a:ext uri="{FF2B5EF4-FFF2-40B4-BE49-F238E27FC236}">
                <a16:creationId xmlns:a16="http://schemas.microsoft.com/office/drawing/2014/main" id="{B155443D-D4B4-E7F8-FFBE-E0B629071137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FB0E5569-ECE7-6D6C-5651-C6BDB5E1A80E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311" name="Text 35">
            <a:extLst>
              <a:ext uri="{FF2B5EF4-FFF2-40B4-BE49-F238E27FC236}">
                <a16:creationId xmlns:a16="http://schemas.microsoft.com/office/drawing/2014/main" id="{945F58A6-8F5B-9C30-2C8E-4CC8657E964A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13" name="Shape 36">
            <a:extLst>
              <a:ext uri="{FF2B5EF4-FFF2-40B4-BE49-F238E27FC236}">
                <a16:creationId xmlns:a16="http://schemas.microsoft.com/office/drawing/2014/main" id="{39F3CF6F-1173-EF7F-4038-30F1593A2BCB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5" name="Shape 36">
            <a:extLst>
              <a:ext uri="{FF2B5EF4-FFF2-40B4-BE49-F238E27FC236}">
                <a16:creationId xmlns:a16="http://schemas.microsoft.com/office/drawing/2014/main" id="{51086D02-D962-2DC8-5420-24289AFF69E2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7" name="Text 35">
            <a:extLst>
              <a:ext uri="{FF2B5EF4-FFF2-40B4-BE49-F238E27FC236}">
                <a16:creationId xmlns:a16="http://schemas.microsoft.com/office/drawing/2014/main" id="{BE4E9B72-9BAC-8FEE-C57E-59755B5AEB2E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19" name="Text 90">
            <a:extLst>
              <a:ext uri="{FF2B5EF4-FFF2-40B4-BE49-F238E27FC236}">
                <a16:creationId xmlns:a16="http://schemas.microsoft.com/office/drawing/2014/main" id="{DE4E5652-AC0B-B699-C4A2-3ECA4549EE51}"/>
              </a:ext>
            </a:extLst>
          </p:cNvPr>
          <p:cNvSpPr/>
          <p:nvPr/>
        </p:nvSpPr>
        <p:spPr>
          <a:xfrm>
            <a:off x="7206357" y="1917812"/>
            <a:ext cx="2082473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REDACTED_01219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829115-288D-0FE3-C30C-0B9EEAC23D09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/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599C25-FA02-B600-22D3-7DBFD7A802EA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REDACTED_00017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9945604-7A86-57B4-3EEA-ECC3DFF016DE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41" name="Shape 37">
              <a:extLst>
                <a:ext uri="{FF2B5EF4-FFF2-40B4-BE49-F238E27FC236}">
                  <a16:creationId xmlns:a16="http://schemas.microsoft.com/office/drawing/2014/main" id="{35B0DC21-E27B-88F4-105F-69D93F991F51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Shape 38">
              <a:extLst>
                <a:ext uri="{FF2B5EF4-FFF2-40B4-BE49-F238E27FC236}">
                  <a16:creationId xmlns:a16="http://schemas.microsoft.com/office/drawing/2014/main" id="{CDAEBA2B-8F2D-8CAE-D180-980BAD8A4D45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0FA004B5-D627-2428-5733-BE793F6E660A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REDACTED_00351</a:t>
              </a:r>
              <a:endParaRPr lang="en-US" sz="80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34DE4E5-2E5F-641D-34D4-820FBD92533E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45" name="Shape 37">
              <a:extLst>
                <a:ext uri="{FF2B5EF4-FFF2-40B4-BE49-F238E27FC236}">
                  <a16:creationId xmlns:a16="http://schemas.microsoft.com/office/drawing/2014/main" id="{BEDBC89F-F951-9EEF-6A65-930858A53166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Shape 38">
              <a:extLst>
                <a:ext uri="{FF2B5EF4-FFF2-40B4-BE49-F238E27FC236}">
                  <a16:creationId xmlns:a16="http://schemas.microsoft.com/office/drawing/2014/main" id="{B86B6974-B79B-D466-0D91-F2813CC6590A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Text 39">
              <a:extLst>
                <a:ext uri="{FF2B5EF4-FFF2-40B4-BE49-F238E27FC236}">
                  <a16:creationId xmlns:a16="http://schemas.microsoft.com/office/drawing/2014/main" id="{FCBB69CD-B9ED-3B2D-1ECF-00AB366013C7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REDACTED_00351</a:t>
              </a:r>
              <a:endParaRPr lang="en-US" sz="80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117C5A6-5E1C-D68F-C875-5D58F06E016F}"/>
              </a:ext>
            </a:extLst>
          </p:cNvPr>
          <p:cNvGrpSpPr/>
          <p:nvPr/>
        </p:nvGrpSpPr>
        <p:grpSpPr>
          <a:xfrm>
            <a:off x="3717780" y="2472279"/>
            <a:ext cx="3065147" cy="336564"/>
            <a:chOff x="3828681" y="1696973"/>
            <a:chExt cx="7721343" cy="449118"/>
          </a:xfrm>
        </p:grpSpPr>
        <p:sp>
          <p:nvSpPr>
            <p:cNvPr id="50" name="Shape 37">
              <a:extLst>
                <a:ext uri="{FF2B5EF4-FFF2-40B4-BE49-F238E27FC236}">
                  <a16:creationId xmlns:a16="http://schemas.microsoft.com/office/drawing/2014/main" id="{D4C56E0B-09B9-EAE7-1152-B0EA8A41B873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Shape 38">
              <a:extLst>
                <a:ext uri="{FF2B5EF4-FFF2-40B4-BE49-F238E27FC236}">
                  <a16:creationId xmlns:a16="http://schemas.microsoft.com/office/drawing/2014/main" id="{CAEA1196-3C45-4759-5A41-0229673BAE67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Text 39">
              <a:extLst>
                <a:ext uri="{FF2B5EF4-FFF2-40B4-BE49-F238E27FC236}">
                  <a16:creationId xmlns:a16="http://schemas.microsoft.com/office/drawing/2014/main" id="{F1AA07FB-7EA3-50A6-6C02-4AB2581CA1C5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REDACTED_00351</a:t>
              </a:r>
              <a:endParaRPr lang="en-US" sz="800"/>
            </a:p>
          </p:txBody>
        </p:sp>
      </p:grpSp>
      <p:sp>
        <p:nvSpPr>
          <p:cNvPr id="38" name="Shape 32">
            <a:extLst>
              <a:ext uri="{FF2B5EF4-FFF2-40B4-BE49-F238E27FC236}">
                <a16:creationId xmlns:a16="http://schemas.microsoft.com/office/drawing/2014/main" id="{108E6673-ADE7-7506-C613-BF5A1E796163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Text 35">
            <a:extLst>
              <a:ext uri="{FF2B5EF4-FFF2-40B4-BE49-F238E27FC236}">
                <a16:creationId xmlns:a16="http://schemas.microsoft.com/office/drawing/2014/main" id="{618658F6-ECD8-2BD6-5A58-E82904F6F98A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55" name="Shape 36">
            <a:extLst>
              <a:ext uri="{FF2B5EF4-FFF2-40B4-BE49-F238E27FC236}">
                <a16:creationId xmlns:a16="http://schemas.microsoft.com/office/drawing/2014/main" id="{099119F1-161B-E437-F1A0-DD1917B91910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AD7A0853-83D2-16A9-DCE8-4FAEC114402E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59" name="Shape 36">
            <a:extLst>
              <a:ext uri="{FF2B5EF4-FFF2-40B4-BE49-F238E27FC236}">
                <a16:creationId xmlns:a16="http://schemas.microsoft.com/office/drawing/2014/main" id="{F2A1D543-0252-CE6B-3988-7B9991FAC7EC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58A5588-EEC8-F6DD-4362-9D3776863EA0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61" name="PersonIcon">
              <a:extLst>
                <a:ext uri="{FF2B5EF4-FFF2-40B4-BE49-F238E27FC236}">
                  <a16:creationId xmlns:a16="http://schemas.microsoft.com/office/drawing/2014/main" id="{E0A3E1A0-870E-AB97-9A00-5DACB8FCC57E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 107">
              <a:extLst>
                <a:ext uri="{FF2B5EF4-FFF2-40B4-BE49-F238E27FC236}">
                  <a16:creationId xmlns:a16="http://schemas.microsoft.com/office/drawing/2014/main" id="{5E460D2B-BE22-BD63-89F0-CCB1EFDE3E61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63" name="Text 108">
              <a:extLst>
                <a:ext uri="{FF2B5EF4-FFF2-40B4-BE49-F238E27FC236}">
                  <a16:creationId xmlns:a16="http://schemas.microsoft.com/office/drawing/2014/main" id="{BBFD5303-C936-F2A8-FFB6-DD9F7AAAF035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2202C29-3DBC-3059-51DC-6C139719E9FF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65" name="GradCapIcon">
              <a:extLst>
                <a:ext uri="{FF2B5EF4-FFF2-40B4-BE49-F238E27FC236}">
                  <a16:creationId xmlns:a16="http://schemas.microsoft.com/office/drawing/2014/main" id="{5FE82B8B-BE0D-9461-6438-B926A02CB9C9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6" name="Text 111">
              <a:extLst>
                <a:ext uri="{FF2B5EF4-FFF2-40B4-BE49-F238E27FC236}">
                  <a16:creationId xmlns:a16="http://schemas.microsoft.com/office/drawing/2014/main" id="{5CC825A4-D731-330B-1CDE-17A1824C7089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67" name="Text 112">
              <a:extLst>
                <a:ext uri="{FF2B5EF4-FFF2-40B4-BE49-F238E27FC236}">
                  <a16:creationId xmlns:a16="http://schemas.microsoft.com/office/drawing/2014/main" id="{02142023-68A4-C7E0-9421-553DBD43E6FA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C8D3433-065E-0225-56F1-D9C7665B15DA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69" name="BuildingIcon">
              <a:extLst>
                <a:ext uri="{FF2B5EF4-FFF2-40B4-BE49-F238E27FC236}">
                  <a16:creationId xmlns:a16="http://schemas.microsoft.com/office/drawing/2014/main" id="{BDA25019-E99A-B048-7207-79A97BDC3C59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 109">
              <a:extLst>
                <a:ext uri="{FF2B5EF4-FFF2-40B4-BE49-F238E27FC236}">
                  <a16:creationId xmlns:a16="http://schemas.microsoft.com/office/drawing/2014/main" id="{79BC7585-87C5-46D9-28EB-815C8F846690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75" name="Text 110">
              <a:extLst>
                <a:ext uri="{FF2B5EF4-FFF2-40B4-BE49-F238E27FC236}">
                  <a16:creationId xmlns:a16="http://schemas.microsoft.com/office/drawing/2014/main" id="{552A9E9C-BC19-CFC8-FAEA-89156CA39DCB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EEC2354-7C03-FEC5-E6C2-BC0BF249200B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199A6B43-3CE6-C6E6-3383-106331FB5646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89" name="Text 109">
                <a:extLst>
                  <a:ext uri="{FF2B5EF4-FFF2-40B4-BE49-F238E27FC236}">
                    <a16:creationId xmlns:a16="http://schemas.microsoft.com/office/drawing/2014/main" id="{F3ED7370-3659-8376-0864-4ECE2D562675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90" name="Text 110">
                <a:extLst>
                  <a:ext uri="{FF2B5EF4-FFF2-40B4-BE49-F238E27FC236}">
                    <a16:creationId xmlns:a16="http://schemas.microsoft.com/office/drawing/2014/main" id="{F448DC21-C215-5B51-70C0-1FFCF2C6713C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REDACTED_01157</a:t>
                </a:r>
                <a:endParaRPr lang="en-US" sz="800"/>
              </a:p>
            </p:txBody>
          </p:sp>
        </p:grpSp>
        <p:pic>
          <p:nvPicPr>
            <p:cNvPr id="88" name="Graphic 87" descr="Management with solid fill">
              <a:extLst>
                <a:ext uri="{FF2B5EF4-FFF2-40B4-BE49-F238E27FC236}">
                  <a16:creationId xmlns:a16="http://schemas.microsoft.com/office/drawing/2014/main" id="{A1A145F3-C31B-6E8F-E720-26A53701E8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60F7E1E-690D-7D48-8D54-4C4BAA4588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  <p:sp>
        <p:nvSpPr>
          <p:cNvPr id="4" name="Text 11">
            <a:extLst>
              <a:ext uri="{FF2B5EF4-FFF2-40B4-BE49-F238E27FC236}">
                <a16:creationId xmlns:a16="http://schemas.microsoft.com/office/drawing/2014/main" id="{A05645C1-C002-561A-9469-BE87C7E40A8C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REDACTED_00930</a:t>
            </a:r>
          </a:p>
          <a:p>
            <a:r>
              <a:rPr lang="en-US" sz="650" b="1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EF5BC5AE-983C-1D15-E588-873AAF63AF46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60D00539-EC04-9D94-9734-42C923584322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REDACTED_01030</a:t>
            </a:r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6D8C7894-FBCF-CAAE-D739-DD8A280A0F3A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REDACTED_01031</a:t>
            </a:r>
          </a:p>
        </p:txBody>
      </p:sp>
      <p:sp>
        <p:nvSpPr>
          <p:cNvPr id="12" name="Text 23">
            <a:extLst>
              <a:ext uri="{FF2B5EF4-FFF2-40B4-BE49-F238E27FC236}">
                <a16:creationId xmlns:a16="http://schemas.microsoft.com/office/drawing/2014/main" id="{50F85CC4-B7D9-736B-B9C0-69D0FC49DFFB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14" name="Text 28">
            <a:extLst>
              <a:ext uri="{FF2B5EF4-FFF2-40B4-BE49-F238E27FC236}">
                <a16:creationId xmlns:a16="http://schemas.microsoft.com/office/drawing/2014/main" id="{F4BF0C2F-9B66-50CF-69B5-858673F5359B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39DFF5B-FF2F-99A7-9C1B-B462E3AA811D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REDACTED_01033</a:t>
            </a:r>
          </a:p>
          <a:p>
            <a:r>
              <a:rPr lang="en-US" sz="650">
                <a:solidFill>
                  <a:srgbClr val="444444"/>
                </a:solidFill>
              </a:rPr>
              <a:t>REDACTED_01034</a:t>
            </a:r>
          </a:p>
        </p:txBody>
      </p:sp>
      <p:sp>
        <p:nvSpPr>
          <p:cNvPr id="18" name="Shape 188">
            <a:extLst>
              <a:ext uri="{FF2B5EF4-FFF2-40B4-BE49-F238E27FC236}">
                <a16:creationId xmlns:a16="http://schemas.microsoft.com/office/drawing/2014/main" id="{7CD8AC44-5E12-7F1E-2D5A-2C628AFEE4E0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9">
            <a:extLst>
              <a:ext uri="{FF2B5EF4-FFF2-40B4-BE49-F238E27FC236}">
                <a16:creationId xmlns:a16="http://schemas.microsoft.com/office/drawing/2014/main" id="{D25CCBF2-2729-AB22-7D5E-F3C59951FBD1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576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190">
            <a:extLst>
              <a:ext uri="{FF2B5EF4-FFF2-40B4-BE49-F238E27FC236}">
                <a16:creationId xmlns:a16="http://schemas.microsoft.com/office/drawing/2014/main" id="{622B8B3D-FFD7-29EB-57F8-000DAC702E61}"/>
              </a:ext>
            </a:extLst>
          </p:cNvPr>
          <p:cNvSpPr>
            <a:spLocks/>
          </p:cNvSpPr>
          <p:nvPr/>
        </p:nvSpPr>
        <p:spPr>
          <a:xfrm>
            <a:off x="10022549" y="3413005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06">
            <a:extLst>
              <a:ext uri="{FF2B5EF4-FFF2-40B4-BE49-F238E27FC236}">
                <a16:creationId xmlns:a16="http://schemas.microsoft.com/office/drawing/2014/main" id="{B00AA3B6-D0F7-17E5-FF50-042850EBB8FB}"/>
              </a:ext>
            </a:extLst>
          </p:cNvPr>
          <p:cNvSpPr>
            <a:spLocks/>
          </p:cNvSpPr>
          <p:nvPr/>
        </p:nvSpPr>
        <p:spPr>
          <a:xfrm>
            <a:off x="9986549" y="2802563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26" name="Shape 210">
            <a:extLst>
              <a:ext uri="{FF2B5EF4-FFF2-40B4-BE49-F238E27FC236}">
                <a16:creationId xmlns:a16="http://schemas.microsoft.com/office/drawing/2014/main" id="{6354BA0E-3C61-BF94-6759-D130D0573ED1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191">
            <a:extLst>
              <a:ext uri="{FF2B5EF4-FFF2-40B4-BE49-F238E27FC236}">
                <a16:creationId xmlns:a16="http://schemas.microsoft.com/office/drawing/2014/main" id="{D486E134-8240-0242-44B4-7E6308FE30DF}"/>
              </a:ext>
            </a:extLst>
          </p:cNvPr>
          <p:cNvSpPr/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650" b="1">
                <a:solidFill>
                  <a:schemeClr val="accent1"/>
                </a:solidFill>
              </a:rPr>
              <a:t>REDACTED_00051</a:t>
            </a:r>
          </a:p>
        </p:txBody>
      </p:sp>
      <p:sp>
        <p:nvSpPr>
          <p:cNvPr id="30" name="Shape 202">
            <a:extLst>
              <a:ext uri="{FF2B5EF4-FFF2-40B4-BE49-F238E27FC236}">
                <a16:creationId xmlns:a16="http://schemas.microsoft.com/office/drawing/2014/main" id="{BBF93A70-91A3-D776-2CFF-9D23E8F6D9C4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Text 207">
            <a:extLst>
              <a:ext uri="{FF2B5EF4-FFF2-40B4-BE49-F238E27FC236}">
                <a16:creationId xmlns:a16="http://schemas.microsoft.com/office/drawing/2014/main" id="{317D4381-F7D0-1971-D0A7-CA3A6D4B329C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REDACTED_00055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35" name="Text 211">
            <a:extLst>
              <a:ext uri="{FF2B5EF4-FFF2-40B4-BE49-F238E27FC236}">
                <a16:creationId xmlns:a16="http://schemas.microsoft.com/office/drawing/2014/main" id="{6FDF5A61-E0DE-CB03-B373-621DF396B88B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REDACTED_00057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54" name="Text 203">
            <a:extLst>
              <a:ext uri="{FF2B5EF4-FFF2-40B4-BE49-F238E27FC236}">
                <a16:creationId xmlns:a16="http://schemas.microsoft.com/office/drawing/2014/main" id="{E22648B2-794D-B858-F97C-A38ABD952426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58" name="Shape 202">
            <a:extLst>
              <a:ext uri="{FF2B5EF4-FFF2-40B4-BE49-F238E27FC236}">
                <a16:creationId xmlns:a16="http://schemas.microsoft.com/office/drawing/2014/main" id="{8587AE2D-BF7F-6D60-7A04-FF3AE5C1A4FC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1" name="Text 207">
            <a:extLst>
              <a:ext uri="{FF2B5EF4-FFF2-40B4-BE49-F238E27FC236}">
                <a16:creationId xmlns:a16="http://schemas.microsoft.com/office/drawing/2014/main" id="{1A4859AD-0BED-250C-9A43-BF3FB1BB328E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REDACTED_00054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113" name="Text 194">
            <a:extLst>
              <a:ext uri="{FF2B5EF4-FFF2-40B4-BE49-F238E27FC236}">
                <a16:creationId xmlns:a16="http://schemas.microsoft.com/office/drawing/2014/main" id="{FF3E6531-E67D-E0A4-C3DC-2E9C32D45EF4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REDACTED_00052</a:t>
            </a:r>
          </a:p>
        </p:txBody>
      </p:sp>
      <p:sp>
        <p:nvSpPr>
          <p:cNvPr id="122" name="Shape 198">
            <a:extLst>
              <a:ext uri="{FF2B5EF4-FFF2-40B4-BE49-F238E27FC236}">
                <a16:creationId xmlns:a16="http://schemas.microsoft.com/office/drawing/2014/main" id="{E77B0116-3771-5B43-9472-512E4F8E00AA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4" name="Text 199">
            <a:extLst>
              <a:ext uri="{FF2B5EF4-FFF2-40B4-BE49-F238E27FC236}">
                <a16:creationId xmlns:a16="http://schemas.microsoft.com/office/drawing/2014/main" id="{8AE422A5-989E-1003-7B3B-271DE9E08E7F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89">
            <a:extLst>
              <a:ext uri="{FF2B5EF4-FFF2-40B4-BE49-F238E27FC236}">
                <a16:creationId xmlns:a16="http://schemas.microsoft.com/office/drawing/2014/main" id="{0107D287-C088-3924-E803-D4615406E4B4}"/>
              </a:ext>
            </a:extLst>
          </p:cNvPr>
          <p:cNvSpPr>
            <a:spLocks/>
          </p:cNvSpPr>
          <p:nvPr/>
        </p:nvSpPr>
        <p:spPr>
          <a:xfrm>
            <a:off x="6840000" y="1472978"/>
            <a:ext cx="2826000" cy="1371600"/>
          </a:xfrm>
          <a:prstGeom prst="rect">
            <a:avLst/>
          </a:prstGeom>
          <a:solidFill>
            <a:srgbClr val="B8CCCC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3" name="Shape 9">
            <a:extLst>
              <a:ext uri="{FF2B5EF4-FFF2-40B4-BE49-F238E27FC236}">
                <a16:creationId xmlns:a16="http://schemas.microsoft.com/office/drawing/2014/main" id="{FFC0A9F8-6C04-D980-AD1E-0E18105280FE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8" name="Shape 46">
            <a:extLst>
              <a:ext uri="{FF2B5EF4-FFF2-40B4-BE49-F238E27FC236}">
                <a16:creationId xmlns:a16="http://schemas.microsoft.com/office/drawing/2014/main" id="{54685C42-D97E-21FC-5758-82BDBC93B4EB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4" name="Shape 46">
            <a:extLst>
              <a:ext uri="{FF2B5EF4-FFF2-40B4-BE49-F238E27FC236}">
                <a16:creationId xmlns:a16="http://schemas.microsoft.com/office/drawing/2014/main" id="{14AEC200-D08A-518F-44A9-951B2BD60846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2" name="Shape 13">
            <a:extLst>
              <a:ext uri="{FF2B5EF4-FFF2-40B4-BE49-F238E27FC236}">
                <a16:creationId xmlns:a16="http://schemas.microsoft.com/office/drawing/2014/main" id="{60080F9C-77DE-E0A4-4BED-B9551F2E4D9F}"/>
              </a:ext>
            </a:extLst>
          </p:cNvPr>
          <p:cNvSpPr/>
          <p:nvPr/>
        </p:nvSpPr>
        <p:spPr>
          <a:xfrm>
            <a:off x="9682785" y="532800"/>
            <a:ext cx="2509215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-520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8" name="Shape 105">
            <a:extLst>
              <a:ext uri="{FF2B5EF4-FFF2-40B4-BE49-F238E27FC236}">
                <a16:creationId xmlns:a16="http://schemas.microsoft.com/office/drawing/2014/main" id="{AFBAF16D-DD4C-E1B3-EB9D-8EA991288C0A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1" name="Shape 13">
            <a:extLst>
              <a:ext uri="{FF2B5EF4-FFF2-40B4-BE49-F238E27FC236}">
                <a16:creationId xmlns:a16="http://schemas.microsoft.com/office/drawing/2014/main" id="{C3942A10-1C9A-1E97-E573-1E83FA0172FB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5" name="Shape 13">
            <a:extLst>
              <a:ext uri="{FF2B5EF4-FFF2-40B4-BE49-F238E27FC236}">
                <a16:creationId xmlns:a16="http://schemas.microsoft.com/office/drawing/2014/main" id="{AB768D19-80D3-72D3-E9E1-3AECEB820E95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5" name="Shape 229">
            <a:extLst>
              <a:ext uri="{FF2B5EF4-FFF2-40B4-BE49-F238E27FC236}">
                <a16:creationId xmlns:a16="http://schemas.microsoft.com/office/drawing/2014/main" id="{871DCC12-C984-D006-3499-8F44C16F9A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8" name="Shape 229">
            <a:extLst>
              <a:ext uri="{FF2B5EF4-FFF2-40B4-BE49-F238E27FC236}">
                <a16:creationId xmlns:a16="http://schemas.microsoft.com/office/drawing/2014/main" id="{65837F30-707C-FE7A-588B-5E9DC64EC21B}"/>
              </a:ext>
            </a:extLst>
          </p:cNvPr>
          <p:cNvSpPr/>
          <p:nvPr/>
        </p:nvSpPr>
        <p:spPr>
          <a:xfrm>
            <a:off x="7644784" y="8283909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Shape 46">
            <a:extLst>
              <a:ext uri="{FF2B5EF4-FFF2-40B4-BE49-F238E27FC236}">
                <a16:creationId xmlns:a16="http://schemas.microsoft.com/office/drawing/2014/main" id="{4E382886-B41D-9D82-014A-95388C34FFE6}"/>
              </a:ext>
            </a:extLst>
          </p:cNvPr>
          <p:cNvSpPr/>
          <p:nvPr/>
        </p:nvSpPr>
        <p:spPr>
          <a:xfrm>
            <a:off x="4622691" y="8276301"/>
            <a:ext cx="2970307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796DED7-E833-F09A-4C2D-5E7EF1623CA1}"/>
              </a:ext>
            </a:extLst>
          </p:cNvPr>
          <p:cNvSpPr txBox="1"/>
          <p:nvPr/>
        </p:nvSpPr>
        <p:spPr>
          <a:xfrm>
            <a:off x="7744784" y="8383909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AD0CEF-770C-E2D3-BD20-A36C67074B23}"/>
              </a:ext>
            </a:extLst>
          </p:cNvPr>
          <p:cNvSpPr txBox="1"/>
          <p:nvPr/>
        </p:nvSpPr>
        <p:spPr>
          <a:xfrm>
            <a:off x="4722691" y="8376301"/>
            <a:ext cx="2765437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REDACTED_01220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 err="1">
                <a:solidFill>
                  <a:srgbClr val="444444"/>
                </a:solidFill>
              </a:rPr>
              <a:t>REDACTED_01005</a:t>
            </a:r>
            <a:r>
              <a:rPr lang="en-US" sz="700">
                <a:solidFill>
                  <a:srgbClr val="444444"/>
                </a:solidFill>
              </a:rPr>
              <a:t>REDACTED_01221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REDACTED_01222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E28E76-D8E2-79AD-1EDC-F11F8C1B6ED9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5" name="Text 2">
            <a:extLst>
              <a:ext uri="{FF2B5EF4-FFF2-40B4-BE49-F238E27FC236}">
                <a16:creationId xmlns:a16="http://schemas.microsoft.com/office/drawing/2014/main" id="{43AA81A9-5E03-EA85-32A5-DADD9B53F85E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REDACTED_01223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8ACB88B-FA14-5818-8E5C-9B5AD50E96DC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A738C6E-2D1C-94EE-9DE4-166709BC01F7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>
                  <a:solidFill>
                    <a:schemeClr val="accent1"/>
                  </a:solidFill>
                </a:rPr>
                <a:t>REDACTED_01224</a:t>
              </a:r>
              <a:r>
                <a:rPr lang="en-US" err="1">
                  <a:solidFill>
                    <a:schemeClr val="accent1"/>
                  </a:solidFill>
                </a:rPr>
                <a:t>REDACTED_01225</a:t>
              </a:r>
              <a:r>
                <a:rPr lang="en-US">
                  <a:solidFill>
                    <a:schemeClr val="accent1"/>
                  </a:solidFill>
                </a:rPr>
                <a:t>REDACTED_01226</a:t>
              </a:r>
            </a:p>
          </p:txBody>
        </p:sp>
        <p:sp>
          <p:nvSpPr>
            <p:cNvPr id="90" name="Text 4">
              <a:extLst>
                <a:ext uri="{FF2B5EF4-FFF2-40B4-BE49-F238E27FC236}">
                  <a16:creationId xmlns:a16="http://schemas.microsoft.com/office/drawing/2014/main" id="{6F2943DC-8F3B-9DC7-B118-C428C5A513EE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REDACTED_01227</a:t>
              </a:r>
            </a:p>
          </p:txBody>
        </p:sp>
      </p:grpSp>
      <p:sp>
        <p:nvSpPr>
          <p:cNvPr id="92" name="Shape 5">
            <a:extLst>
              <a:ext uri="{FF2B5EF4-FFF2-40B4-BE49-F238E27FC236}">
                <a16:creationId xmlns:a16="http://schemas.microsoft.com/office/drawing/2014/main" id="{EFE93554-61F1-4105-373D-F50520D5365C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93" name="Text 6">
            <a:extLst>
              <a:ext uri="{FF2B5EF4-FFF2-40B4-BE49-F238E27FC236}">
                <a16:creationId xmlns:a16="http://schemas.microsoft.com/office/drawing/2014/main" id="{E32B48F1-8429-3270-8A07-33C38C7F4068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1"/>
                </a:solidFill>
              </a:rPr>
              <a:t>REDACTED_00944</a:t>
            </a:r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94" name="Shape 7">
            <a:extLst>
              <a:ext uri="{FF2B5EF4-FFF2-40B4-BE49-F238E27FC236}">
                <a16:creationId xmlns:a16="http://schemas.microsoft.com/office/drawing/2014/main" id="{E12087A9-DF13-22A8-6887-DD49F58B307C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5" name="Text 8">
            <a:extLst>
              <a:ext uri="{FF2B5EF4-FFF2-40B4-BE49-F238E27FC236}">
                <a16:creationId xmlns:a16="http://schemas.microsoft.com/office/drawing/2014/main" id="{CDD02162-4B62-C248-0E7B-2BA31D764518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REDACTED_00097</a:t>
            </a:r>
          </a:p>
        </p:txBody>
      </p:sp>
      <p:sp>
        <p:nvSpPr>
          <p:cNvPr id="105" name="Shape 10">
            <a:extLst>
              <a:ext uri="{FF2B5EF4-FFF2-40B4-BE49-F238E27FC236}">
                <a16:creationId xmlns:a16="http://schemas.microsoft.com/office/drawing/2014/main" id="{4E895500-FE14-2413-6471-698E3B597DC0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7" name="Text 11">
            <a:extLst>
              <a:ext uri="{FF2B5EF4-FFF2-40B4-BE49-F238E27FC236}">
                <a16:creationId xmlns:a16="http://schemas.microsoft.com/office/drawing/2014/main" id="{A03081CF-219A-9F0D-A96C-C832AB3F9FC2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11" name="Text 12">
            <a:extLst>
              <a:ext uri="{FF2B5EF4-FFF2-40B4-BE49-F238E27FC236}">
                <a16:creationId xmlns:a16="http://schemas.microsoft.com/office/drawing/2014/main" id="{5CD0EE84-CB84-DF76-4BC6-C361799E33F9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REDACTED_01228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REDACTED_01229</a:t>
            </a:r>
            <a:endParaRPr lang="en-US" sz="800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830A041-9E8B-52EA-F16D-0F6CA8A8AEE1}"/>
              </a:ext>
            </a:extLst>
          </p:cNvPr>
          <p:cNvGrpSpPr/>
          <p:nvPr/>
        </p:nvGrpSpPr>
        <p:grpSpPr>
          <a:xfrm>
            <a:off x="9770789" y="1533598"/>
            <a:ext cx="2333207" cy="635928"/>
            <a:chOff x="9693896" y="1603989"/>
            <a:chExt cx="2333207" cy="635928"/>
          </a:xfrm>
        </p:grpSpPr>
        <p:grpSp>
          <p:nvGrpSpPr>
            <p:cNvPr id="241" name="Group 240"/>
            <p:cNvGrpSpPr/>
            <p:nvPr/>
          </p:nvGrpSpPr>
          <p:grpSpPr>
            <a:xfrm>
              <a:off x="9693896" y="1603989"/>
              <a:ext cx="2333207" cy="635928"/>
              <a:chOff x="10112273" y="2891965"/>
              <a:chExt cx="1920240" cy="580547"/>
            </a:xfrm>
          </p:grpSpPr>
          <p:sp>
            <p:nvSpPr>
              <p:cNvPr id="245" name="Shape 243"/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3" name="Text 241a"/>
              <p:cNvSpPr/>
              <p:nvPr/>
            </p:nvSpPr>
            <p:spPr>
              <a:xfrm>
                <a:off x="10870434" y="2891965"/>
                <a:ext cx="1152144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REDACTED_01230</a:t>
                </a:r>
              </a:p>
            </p:txBody>
          </p:sp>
          <p:sp>
            <p:nvSpPr>
              <p:cNvPr id="247" name="Text 245a"/>
              <p:cNvSpPr/>
              <p:nvPr/>
            </p:nvSpPr>
            <p:spPr>
              <a:xfrm>
                <a:off x="10870434" y="3026714"/>
                <a:ext cx="1152144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REDACTED_01231</a:t>
                </a:r>
              </a:p>
            </p:txBody>
          </p:sp>
          <p:sp>
            <p:nvSpPr>
              <p:cNvPr id="46" name="Shape 245a"/>
              <p:cNvSpPr/>
              <p:nvPr/>
            </p:nvSpPr>
            <p:spPr>
              <a:xfrm>
                <a:off x="10449802" y="3234244"/>
                <a:ext cx="1220680" cy="64008"/>
              </a:xfrm>
              <a:prstGeom prst="rect">
                <a:avLst/>
              </a:prstGeom>
              <a:solidFill>
                <a:srgbClr val="E0E0E0"/>
              </a:solidFill>
              <a:ln w="12700">
                <a:solidFill>
                  <a:srgbClr val="E0E0E0"/>
                </a:solidFill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9" name="Text 247a"/>
              <p:cNvSpPr/>
              <p:nvPr/>
            </p:nvSpPr>
            <p:spPr>
              <a:xfrm>
                <a:off x="11700022" y="3289632"/>
                <a:ext cx="32000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REDACTED_01232</a:t>
                </a:r>
              </a:p>
            </p:txBody>
          </p:sp>
        </p:grpSp>
        <p:sp>
          <p:nvSpPr>
            <p:cNvPr id="99" name="Shape 246a">
              <a:extLst>
                <a:ext uri="{FF2B5EF4-FFF2-40B4-BE49-F238E27FC236}">
                  <a16:creationId xmlns:a16="http://schemas.microsoft.com/office/drawing/2014/main" id="{62F7F5C5-34DC-2CC4-2E57-520B5CD379F0}"/>
                </a:ext>
              </a:extLst>
            </p:cNvPr>
            <p:cNvSpPr/>
            <p:nvPr/>
          </p:nvSpPr>
          <p:spPr>
            <a:xfrm>
              <a:off x="9782546" y="1979844"/>
              <a:ext cx="316800" cy="73186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43" name="Text 6">
            <a:extLst>
              <a:ext uri="{FF2B5EF4-FFF2-40B4-BE49-F238E27FC236}">
                <a16:creationId xmlns:a16="http://schemas.microsoft.com/office/drawing/2014/main" id="{5F37157D-CD78-80DB-2BB7-8955C037A9EB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49" name="Shape 130">
            <a:extLst>
              <a:ext uri="{FF2B5EF4-FFF2-40B4-BE49-F238E27FC236}">
                <a16:creationId xmlns:a16="http://schemas.microsoft.com/office/drawing/2014/main" id="{AEA3D8BA-379B-3491-D478-105310B663DC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9429D66D-2FF2-9F7C-96BB-DF0D60BBCC1D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3" name="Picture 152" descr="A black and blue logo  AI-generated content may be incorrect.">
            <a:extLst>
              <a:ext uri="{FF2B5EF4-FFF2-40B4-BE49-F238E27FC236}">
                <a16:creationId xmlns:a16="http://schemas.microsoft.com/office/drawing/2014/main" id="{E994E14C-A626-9EA2-D839-3AAF2F902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58" name="Text 211a">
            <a:extLst>
              <a:ext uri="{FF2B5EF4-FFF2-40B4-BE49-F238E27FC236}">
                <a16:creationId xmlns:a16="http://schemas.microsoft.com/office/drawing/2014/main" id="{31F2D7BC-28C2-5244-9C63-19134F49A7D2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60" name="Text 213a">
            <a:extLst>
              <a:ext uri="{FF2B5EF4-FFF2-40B4-BE49-F238E27FC236}">
                <a16:creationId xmlns:a16="http://schemas.microsoft.com/office/drawing/2014/main" id="{748E19D9-7A30-809F-0F32-E7507EDCD6B1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62" name="Text 218a">
            <a:extLst>
              <a:ext uri="{FF2B5EF4-FFF2-40B4-BE49-F238E27FC236}">
                <a16:creationId xmlns:a16="http://schemas.microsoft.com/office/drawing/2014/main" id="{DC66ED96-1681-CFFA-D722-701E9432B55C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66" name="Shape 229">
            <a:extLst>
              <a:ext uri="{FF2B5EF4-FFF2-40B4-BE49-F238E27FC236}">
                <a16:creationId xmlns:a16="http://schemas.microsoft.com/office/drawing/2014/main" id="{769131C9-6EEA-7449-F9D9-EA73E4BC98F3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REDACTED_01233</a:t>
            </a:r>
          </a:p>
        </p:txBody>
      </p:sp>
      <p:sp>
        <p:nvSpPr>
          <p:cNvPr id="171" name="Shape 105">
            <a:extLst>
              <a:ext uri="{FF2B5EF4-FFF2-40B4-BE49-F238E27FC236}">
                <a16:creationId xmlns:a16="http://schemas.microsoft.com/office/drawing/2014/main" id="{648BDCF3-A6A7-2278-38E2-641EE0957599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7" name="Shape 10">
            <a:extLst>
              <a:ext uri="{FF2B5EF4-FFF2-40B4-BE49-F238E27FC236}">
                <a16:creationId xmlns:a16="http://schemas.microsoft.com/office/drawing/2014/main" id="{E2B5D522-BD6E-508D-9DED-CF3230B1BA06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1" name="Shape 10">
            <a:extLst>
              <a:ext uri="{FF2B5EF4-FFF2-40B4-BE49-F238E27FC236}">
                <a16:creationId xmlns:a16="http://schemas.microsoft.com/office/drawing/2014/main" id="{631993C7-2FC8-B6E7-D343-35D7D8279D03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3" name="Shape 32">
            <a:extLst>
              <a:ext uri="{FF2B5EF4-FFF2-40B4-BE49-F238E27FC236}">
                <a16:creationId xmlns:a16="http://schemas.microsoft.com/office/drawing/2014/main" id="{C787ADD3-5CE1-542A-7833-88CF231C0F28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5" name="Shape 32">
            <a:extLst>
              <a:ext uri="{FF2B5EF4-FFF2-40B4-BE49-F238E27FC236}">
                <a16:creationId xmlns:a16="http://schemas.microsoft.com/office/drawing/2014/main" id="{49454005-A172-F847-2CF2-D0DB5D5C7C0E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7" name="Text 31">
            <a:extLst>
              <a:ext uri="{FF2B5EF4-FFF2-40B4-BE49-F238E27FC236}">
                <a16:creationId xmlns:a16="http://schemas.microsoft.com/office/drawing/2014/main" id="{BBB52F79-A3B9-6D74-0600-53D8BE2C0683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199" name="Shape 32">
            <a:extLst>
              <a:ext uri="{FF2B5EF4-FFF2-40B4-BE49-F238E27FC236}">
                <a16:creationId xmlns:a16="http://schemas.microsoft.com/office/drawing/2014/main" id="{AB8DF2CB-7DD2-3992-DD5A-388C8D966BC8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1" name="Text 33">
            <a:extLst>
              <a:ext uri="{FF2B5EF4-FFF2-40B4-BE49-F238E27FC236}">
                <a16:creationId xmlns:a16="http://schemas.microsoft.com/office/drawing/2014/main" id="{5F63154F-187E-B9EC-F638-0FDA1478A28E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REDACTED_01234</a:t>
            </a:r>
            <a:r>
              <a:rPr lang="en-US" sz="800" err="1">
                <a:solidFill>
                  <a:srgbClr val="444444"/>
                </a:solidFill>
              </a:rPr>
              <a:t>REDACTED_01235</a:t>
            </a:r>
            <a:r>
              <a:rPr lang="en-US" sz="800">
                <a:solidFill>
                  <a:srgbClr val="444444"/>
                </a:solidFill>
              </a:rPr>
              <a:t>REDACTED_01236</a:t>
            </a:r>
          </a:p>
        </p:txBody>
      </p:sp>
      <p:sp>
        <p:nvSpPr>
          <p:cNvPr id="203" name="Text 33">
            <a:extLst>
              <a:ext uri="{FF2B5EF4-FFF2-40B4-BE49-F238E27FC236}">
                <a16:creationId xmlns:a16="http://schemas.microsoft.com/office/drawing/2014/main" id="{4634EE46-109A-60AF-46F6-9AE9A4DC31A7}"/>
              </a:ext>
            </a:extLst>
          </p:cNvPr>
          <p:cNvSpPr/>
          <p:nvPr/>
        </p:nvSpPr>
        <p:spPr>
          <a:xfrm>
            <a:off x="180001" y="2823001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REDACTED_01237</a:t>
            </a:r>
          </a:p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>
                <a:solidFill>
                  <a:srgbClr val="444444"/>
                </a:solidFill>
              </a:rPr>
              <a:t>REDACTED_01238</a:t>
            </a:r>
            <a:endParaRPr lang="en-US" sz="800"/>
          </a:p>
        </p:txBody>
      </p:sp>
      <p:sp>
        <p:nvSpPr>
          <p:cNvPr id="205" name="Text 31">
            <a:extLst>
              <a:ext uri="{FF2B5EF4-FFF2-40B4-BE49-F238E27FC236}">
                <a16:creationId xmlns:a16="http://schemas.microsoft.com/office/drawing/2014/main" id="{E595E321-0053-99F0-199A-66AF5C69A655}"/>
              </a:ext>
            </a:extLst>
          </p:cNvPr>
          <p:cNvSpPr/>
          <p:nvPr/>
        </p:nvSpPr>
        <p:spPr>
          <a:xfrm>
            <a:off x="180000" y="2655748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07" name="Shape 32">
            <a:extLst>
              <a:ext uri="{FF2B5EF4-FFF2-40B4-BE49-F238E27FC236}">
                <a16:creationId xmlns:a16="http://schemas.microsoft.com/office/drawing/2014/main" id="{836951A0-3217-64C8-1ECD-7727F6B0FDA3}"/>
              </a:ext>
            </a:extLst>
          </p:cNvPr>
          <p:cNvSpPr/>
          <p:nvPr/>
        </p:nvSpPr>
        <p:spPr>
          <a:xfrm>
            <a:off x="144000" y="2774620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9" name="Shape 10">
            <a:extLst>
              <a:ext uri="{FF2B5EF4-FFF2-40B4-BE49-F238E27FC236}">
                <a16:creationId xmlns:a16="http://schemas.microsoft.com/office/drawing/2014/main" id="{E43AAAEA-E3D5-72EA-16BF-1F31ADDBD71A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3" name="Shape 16">
            <a:extLst>
              <a:ext uri="{FF2B5EF4-FFF2-40B4-BE49-F238E27FC236}">
                <a16:creationId xmlns:a16="http://schemas.microsoft.com/office/drawing/2014/main" id="{A5A500A3-ADFC-5633-CDF9-7D0A40B2FD62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REDACTED_01239</a:t>
            </a:r>
          </a:p>
        </p:txBody>
      </p:sp>
      <p:sp>
        <p:nvSpPr>
          <p:cNvPr id="215" name="Shape 16">
            <a:extLst>
              <a:ext uri="{FF2B5EF4-FFF2-40B4-BE49-F238E27FC236}">
                <a16:creationId xmlns:a16="http://schemas.microsoft.com/office/drawing/2014/main" id="{A3FFC305-5A7B-8128-0D65-9B50FC03AB1B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REDACTED_00727</a:t>
            </a:r>
          </a:p>
        </p:txBody>
      </p:sp>
      <p:sp>
        <p:nvSpPr>
          <p:cNvPr id="217" name="Shape 16">
            <a:extLst>
              <a:ext uri="{FF2B5EF4-FFF2-40B4-BE49-F238E27FC236}">
                <a16:creationId xmlns:a16="http://schemas.microsoft.com/office/drawing/2014/main" id="{34150D88-39D4-DB60-F90E-788E257E233A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REDACTED_00515</a:t>
            </a:r>
          </a:p>
        </p:txBody>
      </p:sp>
      <p:sp>
        <p:nvSpPr>
          <p:cNvPr id="219" name="Shape 16">
            <a:extLst>
              <a:ext uri="{FF2B5EF4-FFF2-40B4-BE49-F238E27FC236}">
                <a16:creationId xmlns:a16="http://schemas.microsoft.com/office/drawing/2014/main" id="{7E88D264-B392-C6C5-3308-3B25EF604BC4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REDACTED_00028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FCE8EF3E-DAE8-4D32-DA28-A126BC3E4901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DD19FDE-912A-EA9D-C64A-63B122F72FC5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09BFA51D-6F87-3CF7-96AB-8A4D36D1C734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37ED6900-6CCF-E1B2-1D94-B89250A97EAC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77EEA84D-E81D-F77A-074C-B39518FD935B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30" name="Shape 37">
              <a:extLst>
                <a:ext uri="{FF2B5EF4-FFF2-40B4-BE49-F238E27FC236}">
                  <a16:creationId xmlns:a16="http://schemas.microsoft.com/office/drawing/2014/main" id="{229E29B2-DAFD-737F-CFDC-65E53C8F8ED3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1" name="Shape 38">
              <a:extLst>
                <a:ext uri="{FF2B5EF4-FFF2-40B4-BE49-F238E27FC236}">
                  <a16:creationId xmlns:a16="http://schemas.microsoft.com/office/drawing/2014/main" id="{383424EC-DF74-7E41-405C-FB2E9F035198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2" name="Text 39">
              <a:extLst>
                <a:ext uri="{FF2B5EF4-FFF2-40B4-BE49-F238E27FC236}">
                  <a16:creationId xmlns:a16="http://schemas.microsoft.com/office/drawing/2014/main" id="{704BD112-E60E-C0EC-B373-0CD14784D853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REDACTED_01240</a:t>
              </a:r>
              <a:endParaRPr lang="en-US" sz="800"/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51F6A224-AE95-9AEA-5580-D99DF90AC158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34" name="Shape 37">
              <a:extLst>
                <a:ext uri="{FF2B5EF4-FFF2-40B4-BE49-F238E27FC236}">
                  <a16:creationId xmlns:a16="http://schemas.microsoft.com/office/drawing/2014/main" id="{F0CE8617-F0AE-AD25-9CA0-51EFE94C40DE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5" name="Shape 38">
              <a:extLst>
                <a:ext uri="{FF2B5EF4-FFF2-40B4-BE49-F238E27FC236}">
                  <a16:creationId xmlns:a16="http://schemas.microsoft.com/office/drawing/2014/main" id="{E5AB5BC1-5DA4-35A8-E11C-0FA5C1D728B7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6" name="Text 39">
              <a:extLst>
                <a:ext uri="{FF2B5EF4-FFF2-40B4-BE49-F238E27FC236}">
                  <a16:creationId xmlns:a16="http://schemas.microsoft.com/office/drawing/2014/main" id="{777F25BE-FA4D-46F9-5CAA-42C531FD1DCD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REDACTED_01241</a:t>
              </a:r>
              <a:endParaRPr lang="en-US" sz="800"/>
            </a:p>
          </p:txBody>
        </p:sp>
      </p:grpSp>
      <p:sp>
        <p:nvSpPr>
          <p:cNvPr id="246" name="Shape 229">
            <a:extLst>
              <a:ext uri="{FF2B5EF4-FFF2-40B4-BE49-F238E27FC236}">
                <a16:creationId xmlns:a16="http://schemas.microsoft.com/office/drawing/2014/main" id="{C2CABAB6-F733-912B-58DB-3D32CB646B33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264" name="Shape 46">
            <a:extLst>
              <a:ext uri="{FF2B5EF4-FFF2-40B4-BE49-F238E27FC236}">
                <a16:creationId xmlns:a16="http://schemas.microsoft.com/office/drawing/2014/main" id="{05F76834-6A67-4CB6-EF5D-FD5F9A1E774D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FF0D8134-020C-FC22-E83B-687E8B3D738B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280" name="Text 35">
            <a:extLst>
              <a:ext uri="{FF2B5EF4-FFF2-40B4-BE49-F238E27FC236}">
                <a16:creationId xmlns:a16="http://schemas.microsoft.com/office/drawing/2014/main" id="{5617F582-64A1-4F2F-F698-2B4F4A84816E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282" name="Shape 36">
            <a:extLst>
              <a:ext uri="{FF2B5EF4-FFF2-40B4-BE49-F238E27FC236}">
                <a16:creationId xmlns:a16="http://schemas.microsoft.com/office/drawing/2014/main" id="{ECEEBD5F-CAE5-8503-2D8C-14E6278F330D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4" name="Shape 36">
            <a:extLst>
              <a:ext uri="{FF2B5EF4-FFF2-40B4-BE49-F238E27FC236}">
                <a16:creationId xmlns:a16="http://schemas.microsoft.com/office/drawing/2014/main" id="{3E252437-55CB-0E94-B53E-F4774361E2A0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6" name="Text 35">
            <a:extLst>
              <a:ext uri="{FF2B5EF4-FFF2-40B4-BE49-F238E27FC236}">
                <a16:creationId xmlns:a16="http://schemas.microsoft.com/office/drawing/2014/main" id="{B24F6B49-FECD-C3FA-2451-4D9FCDD86E7F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288" name="Text 90">
            <a:extLst>
              <a:ext uri="{FF2B5EF4-FFF2-40B4-BE49-F238E27FC236}">
                <a16:creationId xmlns:a16="http://schemas.microsoft.com/office/drawing/2014/main" id="{216CB67F-98BD-E6A8-B366-1DA995251624}"/>
              </a:ext>
            </a:extLst>
          </p:cNvPr>
          <p:cNvSpPr/>
          <p:nvPr/>
        </p:nvSpPr>
        <p:spPr>
          <a:xfrm>
            <a:off x="6946951" y="1917812"/>
            <a:ext cx="2601284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REDACTED_01242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518E58-B096-9809-A1FD-726A6C7E0497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/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4C53AC-73D1-BBFF-CF81-A474D2BF0337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REDACTED_00017</a:t>
            </a: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19D6236A-2C0E-572A-DC05-20B08FA60B0A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38F411B1-B4EE-5FA1-74EE-DD593D31825F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B9B9E793-F1FD-9BE1-AC46-59BBDC7C9258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258AA744-0BD8-2048-40E8-09669781C4FF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62" name="Shape 36">
            <a:extLst>
              <a:ext uri="{FF2B5EF4-FFF2-40B4-BE49-F238E27FC236}">
                <a16:creationId xmlns:a16="http://schemas.microsoft.com/office/drawing/2014/main" id="{8EE07473-37AE-34BF-FEE3-540397217FD1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518C32B-6B25-A8F1-38B8-ADEA1CA63D4E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64" name="PersonIcon">
              <a:extLst>
                <a:ext uri="{FF2B5EF4-FFF2-40B4-BE49-F238E27FC236}">
                  <a16:creationId xmlns:a16="http://schemas.microsoft.com/office/drawing/2014/main" id="{30ACBCE5-9C8A-9832-F02A-A15DC2AC7450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Text 107">
              <a:extLst>
                <a:ext uri="{FF2B5EF4-FFF2-40B4-BE49-F238E27FC236}">
                  <a16:creationId xmlns:a16="http://schemas.microsoft.com/office/drawing/2014/main" id="{61763BEC-C7F0-D9AC-7923-C029F8722B98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66" name="Text 108">
              <a:extLst>
                <a:ext uri="{FF2B5EF4-FFF2-40B4-BE49-F238E27FC236}">
                  <a16:creationId xmlns:a16="http://schemas.microsoft.com/office/drawing/2014/main" id="{19B5350B-1F2A-42A2-7F92-58B65C838BD3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REDACTED_00004</a:t>
              </a:r>
              <a:endParaRPr lang="en-US" sz="80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42464DF-D6B3-6362-F122-83B3333106AC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72" name="GradCapIcon">
              <a:extLst>
                <a:ext uri="{FF2B5EF4-FFF2-40B4-BE49-F238E27FC236}">
                  <a16:creationId xmlns:a16="http://schemas.microsoft.com/office/drawing/2014/main" id="{04D452DD-5C2E-A214-0412-6845E5843ADA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Text 111">
              <a:extLst>
                <a:ext uri="{FF2B5EF4-FFF2-40B4-BE49-F238E27FC236}">
                  <a16:creationId xmlns:a16="http://schemas.microsoft.com/office/drawing/2014/main" id="{210B8604-5B23-04D3-D8B1-4AA5A0EAEA49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74" name="Text 112">
              <a:extLst>
                <a:ext uri="{FF2B5EF4-FFF2-40B4-BE49-F238E27FC236}">
                  <a16:creationId xmlns:a16="http://schemas.microsoft.com/office/drawing/2014/main" id="{AFDBCFB4-1903-9BD4-F0BE-6D05E2D093B6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REDACTED_01243</a:t>
              </a:r>
              <a:endParaRPr lang="en-US" sz="80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BBF2184-83E8-F2C5-B875-98BE4D513C73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76" name="BuildingIcon">
              <a:extLst>
                <a:ext uri="{FF2B5EF4-FFF2-40B4-BE49-F238E27FC236}">
                  <a16:creationId xmlns:a16="http://schemas.microsoft.com/office/drawing/2014/main" id="{8722BB42-40CE-E13A-B777-9BF8CF76D10F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77" name="Text 109">
              <a:extLst>
                <a:ext uri="{FF2B5EF4-FFF2-40B4-BE49-F238E27FC236}">
                  <a16:creationId xmlns:a16="http://schemas.microsoft.com/office/drawing/2014/main" id="{5F41B32A-D235-7704-4ADB-4B1F8B9951C2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78" name="Text 110">
              <a:extLst>
                <a:ext uri="{FF2B5EF4-FFF2-40B4-BE49-F238E27FC236}">
                  <a16:creationId xmlns:a16="http://schemas.microsoft.com/office/drawing/2014/main" id="{C3AE0824-2BD8-BA28-55BE-343D27573F9F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0CEA042-8C19-5D2F-1442-10F52B28C885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1EC1E91-E896-A7AF-8419-FC89B73F5FD3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82" name="Text 109">
                <a:extLst>
                  <a:ext uri="{FF2B5EF4-FFF2-40B4-BE49-F238E27FC236}">
                    <a16:creationId xmlns:a16="http://schemas.microsoft.com/office/drawing/2014/main" id="{773507CB-08D9-11D3-143F-C47B003FC497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83" name="Text 110">
                <a:extLst>
                  <a:ext uri="{FF2B5EF4-FFF2-40B4-BE49-F238E27FC236}">
                    <a16:creationId xmlns:a16="http://schemas.microsoft.com/office/drawing/2014/main" id="{FE9CF4E9-0AA0-1C0E-0574-EA7EC9DBF7C7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REDACTED_01244</a:t>
                </a:r>
                <a:endParaRPr lang="en-US" sz="800"/>
              </a:p>
            </p:txBody>
          </p:sp>
        </p:grpSp>
        <p:pic>
          <p:nvPicPr>
            <p:cNvPr id="81" name="Graphic 80" descr="Management with solid fill">
              <a:extLst>
                <a:ext uri="{FF2B5EF4-FFF2-40B4-BE49-F238E27FC236}">
                  <a16:creationId xmlns:a16="http://schemas.microsoft.com/office/drawing/2014/main" id="{016D8C55-BE7A-D91F-DCB1-67B24C20DB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4CE7F1C-F6F2-158C-FF72-F9920E47E5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  <p:sp>
        <p:nvSpPr>
          <p:cNvPr id="4" name="Text 11">
            <a:extLst>
              <a:ext uri="{FF2B5EF4-FFF2-40B4-BE49-F238E27FC236}">
                <a16:creationId xmlns:a16="http://schemas.microsoft.com/office/drawing/2014/main" id="{BC22E412-7273-90DB-3C20-F925F6CFB38B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REDACTED_00930</a:t>
            </a:r>
          </a:p>
          <a:p>
            <a:pPr marL="0" indent="0" algn="l">
              <a:buNone/>
            </a:pPr>
            <a:r>
              <a:rPr lang="en-US" sz="650">
                <a:solidFill>
                  <a:srgbClr val="444444"/>
                </a:solidFill>
              </a:rPr>
              <a:t>REDACTED_00865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2BFDC889-07D6-95C4-EC3E-137E0326C8C4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42410BC9-037E-45F7-38D1-8971DA4EC8A7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REDACTED_01245</a:t>
            </a:r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2B5456B4-F54A-3066-4CAF-95067A75E169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REDACTED_01111</a:t>
            </a:r>
          </a:p>
        </p:txBody>
      </p:sp>
      <p:sp>
        <p:nvSpPr>
          <p:cNvPr id="12" name="Text 23">
            <a:extLst>
              <a:ext uri="{FF2B5EF4-FFF2-40B4-BE49-F238E27FC236}">
                <a16:creationId xmlns:a16="http://schemas.microsoft.com/office/drawing/2014/main" id="{A7FB2444-F0B8-1616-A1D8-70D4A8A8449E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REDACTED_01137</a:t>
            </a:r>
          </a:p>
        </p:txBody>
      </p:sp>
      <p:sp>
        <p:nvSpPr>
          <p:cNvPr id="14" name="Text 28">
            <a:extLst>
              <a:ext uri="{FF2B5EF4-FFF2-40B4-BE49-F238E27FC236}">
                <a16:creationId xmlns:a16="http://schemas.microsoft.com/office/drawing/2014/main" id="{6626A2B4-E3AB-5CC7-AD55-928DC950D6C4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REDACTED_01246</a:t>
            </a:r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8BBA8D48-703E-15B8-7C80-AF671A921807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REDACTED_00937</a:t>
            </a:r>
          </a:p>
          <a:p>
            <a:r>
              <a:rPr lang="en-US" sz="650">
                <a:solidFill>
                  <a:srgbClr val="444444"/>
                </a:solidFill>
              </a:rPr>
              <a:t>REDACTED_01247</a:t>
            </a:r>
          </a:p>
        </p:txBody>
      </p:sp>
      <p:sp>
        <p:nvSpPr>
          <p:cNvPr id="18" name="Shape 188">
            <a:extLst>
              <a:ext uri="{FF2B5EF4-FFF2-40B4-BE49-F238E27FC236}">
                <a16:creationId xmlns:a16="http://schemas.microsoft.com/office/drawing/2014/main" id="{5A1C2D35-9498-8DE3-5957-E899A1C6E1B4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9">
            <a:extLst>
              <a:ext uri="{FF2B5EF4-FFF2-40B4-BE49-F238E27FC236}">
                <a16:creationId xmlns:a16="http://schemas.microsoft.com/office/drawing/2014/main" id="{5CCE6276-24C6-25C9-611B-432D278B7DDC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1116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190">
            <a:extLst>
              <a:ext uri="{FF2B5EF4-FFF2-40B4-BE49-F238E27FC236}">
                <a16:creationId xmlns:a16="http://schemas.microsoft.com/office/drawing/2014/main" id="{2EAE08D0-9912-C7BF-6349-DE9ED1E1513F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ellipse">
            <a:avLst/>
          </a:prstGeom>
          <a:solidFill>
            <a:srgbClr val="485BAE"/>
          </a:solidFill>
          <a:ln w="9525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rgbClr val="F55A2D"/>
              </a:solidFill>
            </a:endParaRPr>
          </a:p>
        </p:txBody>
      </p:sp>
      <p:sp>
        <p:nvSpPr>
          <p:cNvPr id="24" name="Shape 206">
            <a:extLst>
              <a:ext uri="{FF2B5EF4-FFF2-40B4-BE49-F238E27FC236}">
                <a16:creationId xmlns:a16="http://schemas.microsoft.com/office/drawing/2014/main" id="{026C546B-DE84-2B77-D660-C614D7C3C54A}"/>
              </a:ext>
            </a:extLst>
          </p:cNvPr>
          <p:cNvSpPr>
            <a:spLocks/>
          </p:cNvSpPr>
          <p:nvPr/>
        </p:nvSpPr>
        <p:spPr>
          <a:xfrm>
            <a:off x="9986549" y="3368177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10">
            <a:extLst>
              <a:ext uri="{FF2B5EF4-FFF2-40B4-BE49-F238E27FC236}">
                <a16:creationId xmlns:a16="http://schemas.microsoft.com/office/drawing/2014/main" id="{2188B0C4-9DB6-9D79-E99A-68481F2C6CE5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191">
            <a:extLst>
              <a:ext uri="{FF2B5EF4-FFF2-40B4-BE49-F238E27FC236}">
                <a16:creationId xmlns:a16="http://schemas.microsoft.com/office/drawing/2014/main" id="{EEB8355A-61BD-239F-FEED-93AF6D0E6CF8}"/>
              </a:ext>
            </a:extLst>
          </p:cNvPr>
          <p:cNvSpPr>
            <a:spLocks/>
          </p:cNvSpPr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accent1"/>
                </a:solidFill>
              </a:rPr>
              <a:t>REDACTED_00051</a:t>
            </a:r>
            <a:endParaRPr lang="en-US" sz="650">
              <a:solidFill>
                <a:schemeClr val="accent1"/>
              </a:solidFill>
            </a:endParaRPr>
          </a:p>
        </p:txBody>
      </p:sp>
      <p:sp>
        <p:nvSpPr>
          <p:cNvPr id="30" name="Shape 202">
            <a:extLst>
              <a:ext uri="{FF2B5EF4-FFF2-40B4-BE49-F238E27FC236}">
                <a16:creationId xmlns:a16="http://schemas.microsoft.com/office/drawing/2014/main" id="{E155D8E7-9E23-F5F8-DC00-378A5666805B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Text 207">
            <a:extLst>
              <a:ext uri="{FF2B5EF4-FFF2-40B4-BE49-F238E27FC236}">
                <a16:creationId xmlns:a16="http://schemas.microsoft.com/office/drawing/2014/main" id="{E968188C-3D25-8387-E4C8-66B8A05561A2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/>
              <a:t>REDACTED_00055</a:t>
            </a:r>
          </a:p>
        </p:txBody>
      </p:sp>
      <p:sp>
        <p:nvSpPr>
          <p:cNvPr id="35" name="Text 211">
            <a:extLst>
              <a:ext uri="{FF2B5EF4-FFF2-40B4-BE49-F238E27FC236}">
                <a16:creationId xmlns:a16="http://schemas.microsoft.com/office/drawing/2014/main" id="{89900B5C-F023-B900-A2C5-B47B07D2C067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/>
              <a:t>REDACTED_00057</a:t>
            </a:r>
            <a:endParaRPr lang="en-US" sz="650"/>
          </a:p>
        </p:txBody>
      </p:sp>
      <p:sp>
        <p:nvSpPr>
          <p:cNvPr id="41" name="Text 203">
            <a:extLst>
              <a:ext uri="{FF2B5EF4-FFF2-40B4-BE49-F238E27FC236}">
                <a16:creationId xmlns:a16="http://schemas.microsoft.com/office/drawing/2014/main" id="{D24BE3A0-2196-0379-F6DC-2874F85A6DFD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53" name="Shape 202">
            <a:extLst>
              <a:ext uri="{FF2B5EF4-FFF2-40B4-BE49-F238E27FC236}">
                <a16:creationId xmlns:a16="http://schemas.microsoft.com/office/drawing/2014/main" id="{E73398E2-3693-D85C-3974-DE4C9A377FE1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9" name="Text 207">
            <a:extLst>
              <a:ext uri="{FF2B5EF4-FFF2-40B4-BE49-F238E27FC236}">
                <a16:creationId xmlns:a16="http://schemas.microsoft.com/office/drawing/2014/main" id="{7413E542-4529-E2F2-1669-829E8576D2B5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/>
              <a:t>REDACTED_00054</a:t>
            </a:r>
          </a:p>
        </p:txBody>
      </p:sp>
      <p:sp>
        <p:nvSpPr>
          <p:cNvPr id="96" name="Text 194">
            <a:extLst>
              <a:ext uri="{FF2B5EF4-FFF2-40B4-BE49-F238E27FC236}">
                <a16:creationId xmlns:a16="http://schemas.microsoft.com/office/drawing/2014/main" id="{E8B5838A-ED93-87F9-E538-E56CA0EF1B8D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chemeClr val="accent1"/>
                </a:solidFill>
              </a:rPr>
              <a:t>REDACTED_00052</a:t>
            </a:r>
          </a:p>
        </p:txBody>
      </p:sp>
      <p:sp>
        <p:nvSpPr>
          <p:cNvPr id="100" name="Shape 198">
            <a:extLst>
              <a:ext uri="{FF2B5EF4-FFF2-40B4-BE49-F238E27FC236}">
                <a16:creationId xmlns:a16="http://schemas.microsoft.com/office/drawing/2014/main" id="{8674D671-72F1-5549-F278-F3C99C3362AA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4" name="Text 199">
            <a:extLst>
              <a:ext uri="{FF2B5EF4-FFF2-40B4-BE49-F238E27FC236}">
                <a16:creationId xmlns:a16="http://schemas.microsoft.com/office/drawing/2014/main" id="{F4CADD76-0EC3-6853-2423-2BC851424A6B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650" b="1"/>
              <a:t>REDACTED_00053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89">
            <a:extLst>
              <a:ext uri="{FF2B5EF4-FFF2-40B4-BE49-F238E27FC236}">
                <a16:creationId xmlns:a16="http://schemas.microsoft.com/office/drawing/2014/main" id="{9AFD6101-98E7-9011-887F-35F1DD581C94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solidFill>
            <a:srgbClr val="B8CCCC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5" name="Shape 9">
            <a:extLst>
              <a:ext uri="{FF2B5EF4-FFF2-40B4-BE49-F238E27FC236}">
                <a16:creationId xmlns:a16="http://schemas.microsoft.com/office/drawing/2014/main" id="{F8CCD2DF-DE3A-A77F-84DD-6D74E141DD84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9" name="Shape 46">
            <a:extLst>
              <a:ext uri="{FF2B5EF4-FFF2-40B4-BE49-F238E27FC236}">
                <a16:creationId xmlns:a16="http://schemas.microsoft.com/office/drawing/2014/main" id="{B786F4A8-C241-FA08-3CCB-063418A99574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4" name="Shape 46">
            <a:extLst>
              <a:ext uri="{FF2B5EF4-FFF2-40B4-BE49-F238E27FC236}">
                <a16:creationId xmlns:a16="http://schemas.microsoft.com/office/drawing/2014/main" id="{E36C1DE2-F297-42BE-F6E4-F369011D2EA9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6" name="Shape 105">
            <a:extLst>
              <a:ext uri="{FF2B5EF4-FFF2-40B4-BE49-F238E27FC236}">
                <a16:creationId xmlns:a16="http://schemas.microsoft.com/office/drawing/2014/main" id="{FD46D78F-56E4-AEAB-634F-37983DAC4E71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2" name="Shape 13">
            <a:extLst>
              <a:ext uri="{FF2B5EF4-FFF2-40B4-BE49-F238E27FC236}">
                <a16:creationId xmlns:a16="http://schemas.microsoft.com/office/drawing/2014/main" id="{8395D540-F6FA-2C5D-C489-BA98DB899931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5" name="Shape 13">
            <a:extLst>
              <a:ext uri="{FF2B5EF4-FFF2-40B4-BE49-F238E27FC236}">
                <a16:creationId xmlns:a16="http://schemas.microsoft.com/office/drawing/2014/main" id="{019253F8-9548-40F6-20D7-F83DAF9A0AE5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5" name="Shape 229">
            <a:extLst>
              <a:ext uri="{FF2B5EF4-FFF2-40B4-BE49-F238E27FC236}">
                <a16:creationId xmlns:a16="http://schemas.microsoft.com/office/drawing/2014/main" id="{60F0FB73-DEB3-6559-9EFF-65574AD19F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8" name="Shape 229">
            <a:extLst>
              <a:ext uri="{FF2B5EF4-FFF2-40B4-BE49-F238E27FC236}">
                <a16:creationId xmlns:a16="http://schemas.microsoft.com/office/drawing/2014/main" id="{E270D662-F15F-92CA-2D5A-40E2D2E17C81}"/>
              </a:ext>
            </a:extLst>
          </p:cNvPr>
          <p:cNvSpPr/>
          <p:nvPr/>
        </p:nvSpPr>
        <p:spPr>
          <a:xfrm>
            <a:off x="7371257" y="8017077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Shape 46">
            <a:extLst>
              <a:ext uri="{FF2B5EF4-FFF2-40B4-BE49-F238E27FC236}">
                <a16:creationId xmlns:a16="http://schemas.microsoft.com/office/drawing/2014/main" id="{EC0641EC-4C01-B2DB-B767-F2BB4D6376B7}"/>
              </a:ext>
            </a:extLst>
          </p:cNvPr>
          <p:cNvSpPr/>
          <p:nvPr/>
        </p:nvSpPr>
        <p:spPr>
          <a:xfrm>
            <a:off x="4369547" y="8026113"/>
            <a:ext cx="2949924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B46BB7-4E15-7CE0-F503-D8B8B009D3E5}"/>
              </a:ext>
            </a:extLst>
          </p:cNvPr>
          <p:cNvSpPr txBox="1"/>
          <p:nvPr/>
        </p:nvSpPr>
        <p:spPr>
          <a:xfrm>
            <a:off x="7471257" y="8117077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E6564A-92FF-2962-5AD8-5E1106FD8032}"/>
              </a:ext>
            </a:extLst>
          </p:cNvPr>
          <p:cNvSpPr txBox="1"/>
          <p:nvPr/>
        </p:nvSpPr>
        <p:spPr>
          <a:xfrm>
            <a:off x="4469547" y="8126113"/>
            <a:ext cx="2746460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REDACTED_01248</a:t>
            </a:r>
            <a:r>
              <a:rPr lang="en-US" sz="700" err="1">
                <a:solidFill>
                  <a:srgbClr val="444444"/>
                </a:solidFill>
              </a:rPr>
              <a:t>REDACTED_00569</a:t>
            </a:r>
            <a:r>
              <a:rPr lang="en-US" sz="700">
                <a:solidFill>
                  <a:srgbClr val="444444"/>
                </a:solidFill>
              </a:rPr>
              <a:t>REDACTED_01249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REDACTED_01250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REDACTED_01251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05B048D-AFF2-9BC9-EE43-88DECACA5F09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5" name="Text 2">
            <a:extLst>
              <a:ext uri="{FF2B5EF4-FFF2-40B4-BE49-F238E27FC236}">
                <a16:creationId xmlns:a16="http://schemas.microsoft.com/office/drawing/2014/main" id="{DFF338EE-A84C-5816-2B67-E0D2EB573627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REDACTED_01252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49FEFF7-213A-E9F0-4C9A-2471CC1FAA0F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59284A0-F7C9-985A-3C4E-7AAE5550E6B4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>
                  <a:solidFill>
                    <a:schemeClr val="accent1"/>
                  </a:solidFill>
                </a:rPr>
                <a:t>REDACTED_01253</a:t>
              </a:r>
            </a:p>
          </p:txBody>
        </p:sp>
        <p:sp>
          <p:nvSpPr>
            <p:cNvPr id="90" name="Text 4">
              <a:extLst>
                <a:ext uri="{FF2B5EF4-FFF2-40B4-BE49-F238E27FC236}">
                  <a16:creationId xmlns:a16="http://schemas.microsoft.com/office/drawing/2014/main" id="{8F7EDA75-81C1-7CD0-0FAA-D0356508C661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REDACTED_01254</a:t>
              </a:r>
            </a:p>
          </p:txBody>
        </p:sp>
      </p:grpSp>
      <p:sp>
        <p:nvSpPr>
          <p:cNvPr id="92" name="Shape 5">
            <a:extLst>
              <a:ext uri="{FF2B5EF4-FFF2-40B4-BE49-F238E27FC236}">
                <a16:creationId xmlns:a16="http://schemas.microsoft.com/office/drawing/2014/main" id="{58D0843E-2DAF-419D-466A-227A99A7F21F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93" name="Text 6">
            <a:extLst>
              <a:ext uri="{FF2B5EF4-FFF2-40B4-BE49-F238E27FC236}">
                <a16:creationId xmlns:a16="http://schemas.microsoft.com/office/drawing/2014/main" id="{838000CF-9E2E-12E9-E66C-AB78D7680567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chemeClr val="accent1"/>
                </a:solidFill>
              </a:rPr>
              <a:t>REDACTED_01255</a:t>
            </a:r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94" name="Shape 7">
            <a:extLst>
              <a:ext uri="{FF2B5EF4-FFF2-40B4-BE49-F238E27FC236}">
                <a16:creationId xmlns:a16="http://schemas.microsoft.com/office/drawing/2014/main" id="{90D1557C-9B86-02DD-E3B6-AAFC89A55D45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5" name="Text 8">
            <a:extLst>
              <a:ext uri="{FF2B5EF4-FFF2-40B4-BE49-F238E27FC236}">
                <a16:creationId xmlns:a16="http://schemas.microsoft.com/office/drawing/2014/main" id="{77018D00-3920-88A9-812B-F9492D0D8E31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REDACTED_00097</a:t>
            </a:r>
          </a:p>
        </p:txBody>
      </p:sp>
      <p:sp>
        <p:nvSpPr>
          <p:cNvPr id="157" name="Shape 10">
            <a:extLst>
              <a:ext uri="{FF2B5EF4-FFF2-40B4-BE49-F238E27FC236}">
                <a16:creationId xmlns:a16="http://schemas.microsoft.com/office/drawing/2014/main" id="{443FFBB5-E95E-F258-810A-CCF770694E66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9" name="Text 11">
            <a:extLst>
              <a:ext uri="{FF2B5EF4-FFF2-40B4-BE49-F238E27FC236}">
                <a16:creationId xmlns:a16="http://schemas.microsoft.com/office/drawing/2014/main" id="{9F47719D-9465-9DCF-360B-C6518DCD299F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61" name="Text 12">
            <a:extLst>
              <a:ext uri="{FF2B5EF4-FFF2-40B4-BE49-F238E27FC236}">
                <a16:creationId xmlns:a16="http://schemas.microsoft.com/office/drawing/2014/main" id="{22260601-6DE4-2B4B-B137-08FA089EDCF2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REDACTED_01256</a:t>
            </a:r>
            <a:r>
              <a:rPr lang="en-US" sz="800" err="1">
                <a:solidFill>
                  <a:srgbClr val="1A1A1A"/>
                </a:solidFill>
              </a:rPr>
              <a:t>REDACTED_00569</a:t>
            </a:r>
            <a:r>
              <a:rPr lang="en-US" sz="800">
                <a:solidFill>
                  <a:srgbClr val="1A1A1A"/>
                </a:solidFill>
              </a:rPr>
              <a:t>REDACTED_01257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REDACTED_01258</a:t>
            </a:r>
            <a:r>
              <a:rPr lang="en-US" sz="800" err="1">
                <a:solidFill>
                  <a:srgbClr val="1A1A1A"/>
                </a:solidFill>
              </a:rPr>
              <a:t>REDACTED_01259</a:t>
            </a:r>
            <a:r>
              <a:rPr lang="en-US" sz="800">
                <a:solidFill>
                  <a:srgbClr val="1A1A1A"/>
                </a:solidFill>
              </a:rPr>
              <a:t>REDACTED_01260</a:t>
            </a:r>
            <a:endParaRPr lang="en-US" sz="800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2653B39-B69A-B01F-39B2-3CFB6D8528E9}"/>
              </a:ext>
            </a:extLst>
          </p:cNvPr>
          <p:cNvGrpSpPr/>
          <p:nvPr/>
        </p:nvGrpSpPr>
        <p:grpSpPr>
          <a:xfrm>
            <a:off x="9770789" y="1533598"/>
            <a:ext cx="2333207" cy="635928"/>
            <a:chOff x="9693896" y="1603989"/>
            <a:chExt cx="2333207" cy="635928"/>
          </a:xfrm>
        </p:grpSpPr>
        <p:grpSp>
          <p:nvGrpSpPr>
            <p:cNvPr id="241" name="Group 240"/>
            <p:cNvGrpSpPr/>
            <p:nvPr/>
          </p:nvGrpSpPr>
          <p:grpSpPr>
            <a:xfrm>
              <a:off x="9693896" y="1603989"/>
              <a:ext cx="2333207" cy="635928"/>
              <a:chOff x="10112273" y="2891965"/>
              <a:chExt cx="1920240" cy="580547"/>
            </a:xfrm>
          </p:grpSpPr>
          <p:sp>
            <p:nvSpPr>
              <p:cNvPr id="245" name="Shape 243"/>
              <p:cNvSpPr/>
              <p:nvPr/>
            </p:nvSpPr>
            <p:spPr>
              <a:xfrm>
                <a:off x="10112273" y="2917851"/>
                <a:ext cx="1920240" cy="502920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3" name="Text 241a"/>
              <p:cNvSpPr/>
              <p:nvPr/>
            </p:nvSpPr>
            <p:spPr>
              <a:xfrm>
                <a:off x="10870434" y="2891965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REDACTED_01261</a:t>
                </a:r>
              </a:p>
            </p:txBody>
          </p:sp>
          <p:sp>
            <p:nvSpPr>
              <p:cNvPr id="247" name="Text 245a"/>
              <p:cNvSpPr/>
              <p:nvPr/>
            </p:nvSpPr>
            <p:spPr>
              <a:xfrm>
                <a:off x="10870434" y="3026714"/>
                <a:ext cx="1152144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1A1A1A"/>
                    </a:solidFill>
                    <a:latin typeface="Calibri"/>
                  </a:rPr>
                  <a:t>REDACTED_01262</a:t>
                </a:r>
              </a:p>
            </p:txBody>
          </p:sp>
          <p:sp>
            <p:nvSpPr>
              <p:cNvPr id="46" name="Shape 245a"/>
              <p:cNvSpPr/>
              <p:nvPr/>
            </p:nvSpPr>
            <p:spPr>
              <a:xfrm>
                <a:off x="10342262" y="3237891"/>
                <a:ext cx="1324379" cy="64008"/>
              </a:xfrm>
              <a:prstGeom prst="rect">
                <a:avLst/>
              </a:prstGeom>
              <a:solidFill>
                <a:srgbClr val="E0E0E0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AU" sz="1800"/>
              </a:p>
            </p:txBody>
          </p:sp>
          <p:sp>
            <p:nvSpPr>
              <p:cNvPr id="249" name="Text 247a"/>
              <p:cNvSpPr/>
              <p:nvPr/>
            </p:nvSpPr>
            <p:spPr>
              <a:xfrm>
                <a:off x="11700022" y="3289632"/>
                <a:ext cx="320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r"/>
                <a:r>
                  <a:rPr lang="en-US" sz="900" b="1">
                    <a:solidFill>
                      <a:srgbClr val="444444"/>
                    </a:solidFill>
                    <a:latin typeface="Calibri"/>
                  </a:rPr>
                  <a:t>REDACTED_01263</a:t>
                </a:r>
              </a:p>
            </p:txBody>
          </p:sp>
        </p:grpSp>
        <p:sp>
          <p:nvSpPr>
            <p:cNvPr id="153" name="Shape 246a">
              <a:extLst>
                <a:ext uri="{FF2B5EF4-FFF2-40B4-BE49-F238E27FC236}">
                  <a16:creationId xmlns:a16="http://schemas.microsoft.com/office/drawing/2014/main" id="{6D5B08D1-54F5-A7F5-3B63-9D825BA5114B}"/>
                </a:ext>
              </a:extLst>
            </p:cNvPr>
            <p:cNvSpPr/>
            <p:nvPr/>
          </p:nvSpPr>
          <p:spPr>
            <a:xfrm>
              <a:off x="9782546" y="1979844"/>
              <a:ext cx="190800" cy="73186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181" name="Text 6">
            <a:extLst>
              <a:ext uri="{FF2B5EF4-FFF2-40B4-BE49-F238E27FC236}">
                <a16:creationId xmlns:a16="http://schemas.microsoft.com/office/drawing/2014/main" id="{7C9B1A19-12DC-6648-C58F-3323109011C6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87" name="Shape 130">
            <a:extLst>
              <a:ext uri="{FF2B5EF4-FFF2-40B4-BE49-F238E27FC236}">
                <a16:creationId xmlns:a16="http://schemas.microsoft.com/office/drawing/2014/main" id="{13F04DB3-7519-B5F5-A83C-3D4CEC1717D7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2D36759-4390-DB42-C2D8-3B501E55E99A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91" name="Picture 190" descr="A black and blue logo  AI-generated content may be incorrect.">
            <a:extLst>
              <a:ext uri="{FF2B5EF4-FFF2-40B4-BE49-F238E27FC236}">
                <a16:creationId xmlns:a16="http://schemas.microsoft.com/office/drawing/2014/main" id="{D1C1D42B-274D-E303-B6D2-F96B36BB7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96" name="Text 211a">
            <a:extLst>
              <a:ext uri="{FF2B5EF4-FFF2-40B4-BE49-F238E27FC236}">
                <a16:creationId xmlns:a16="http://schemas.microsoft.com/office/drawing/2014/main" id="{95CBB3A9-F88D-AE7B-7AE5-E4068540B93C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98" name="Text 213a">
            <a:extLst>
              <a:ext uri="{FF2B5EF4-FFF2-40B4-BE49-F238E27FC236}">
                <a16:creationId xmlns:a16="http://schemas.microsoft.com/office/drawing/2014/main" id="{B733B94A-3B75-C896-BB0A-E60961515301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200" name="Text 218a">
            <a:extLst>
              <a:ext uri="{FF2B5EF4-FFF2-40B4-BE49-F238E27FC236}">
                <a16:creationId xmlns:a16="http://schemas.microsoft.com/office/drawing/2014/main" id="{DE8702A6-7517-D153-87B9-B8B2D9973CD6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204" name="Shape 229">
            <a:extLst>
              <a:ext uri="{FF2B5EF4-FFF2-40B4-BE49-F238E27FC236}">
                <a16:creationId xmlns:a16="http://schemas.microsoft.com/office/drawing/2014/main" id="{B8E5A488-A70C-0B33-2C77-11E74D987C5A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REDACTED_01264</a:t>
            </a:r>
          </a:p>
        </p:txBody>
      </p:sp>
      <p:sp>
        <p:nvSpPr>
          <p:cNvPr id="209" name="Shape 105">
            <a:extLst>
              <a:ext uri="{FF2B5EF4-FFF2-40B4-BE49-F238E27FC236}">
                <a16:creationId xmlns:a16="http://schemas.microsoft.com/office/drawing/2014/main" id="{9BB10163-ADFF-7BC4-DA39-2D16C39C34F2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5" name="Shape 10">
            <a:extLst>
              <a:ext uri="{FF2B5EF4-FFF2-40B4-BE49-F238E27FC236}">
                <a16:creationId xmlns:a16="http://schemas.microsoft.com/office/drawing/2014/main" id="{2889F914-605D-1A35-1645-8148B0DD0D83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9" name="Shape 10">
            <a:extLst>
              <a:ext uri="{FF2B5EF4-FFF2-40B4-BE49-F238E27FC236}">
                <a16:creationId xmlns:a16="http://schemas.microsoft.com/office/drawing/2014/main" id="{1A7781ED-1417-0A06-0314-14FF7C8CF608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3" name="Shape 32">
            <a:extLst>
              <a:ext uri="{FF2B5EF4-FFF2-40B4-BE49-F238E27FC236}">
                <a16:creationId xmlns:a16="http://schemas.microsoft.com/office/drawing/2014/main" id="{CBA64CE5-4521-3E9E-1C3E-11F5E1C2240E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5" name="Shape 32">
            <a:extLst>
              <a:ext uri="{FF2B5EF4-FFF2-40B4-BE49-F238E27FC236}">
                <a16:creationId xmlns:a16="http://schemas.microsoft.com/office/drawing/2014/main" id="{2B26052B-0E69-8223-C985-4F0F31B3A559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7" name="Text 31">
            <a:extLst>
              <a:ext uri="{FF2B5EF4-FFF2-40B4-BE49-F238E27FC236}">
                <a16:creationId xmlns:a16="http://schemas.microsoft.com/office/drawing/2014/main" id="{A72AD866-B061-6F7B-F711-218805CEA948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39" name="Shape 32">
            <a:extLst>
              <a:ext uri="{FF2B5EF4-FFF2-40B4-BE49-F238E27FC236}">
                <a16:creationId xmlns:a16="http://schemas.microsoft.com/office/drawing/2014/main" id="{26688A96-8BAE-CACE-3CE0-23C99C8BFACE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6" name="Text 33">
            <a:extLst>
              <a:ext uri="{FF2B5EF4-FFF2-40B4-BE49-F238E27FC236}">
                <a16:creationId xmlns:a16="http://schemas.microsoft.com/office/drawing/2014/main" id="{D3E147CE-CF5B-6646-1386-4D340FAA496F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REDACTED_01265</a:t>
            </a:r>
            <a:r>
              <a:rPr lang="en-US" sz="800" err="1">
                <a:solidFill>
                  <a:srgbClr val="444444"/>
                </a:solidFill>
              </a:rPr>
              <a:t>REDACTED_01266</a:t>
            </a:r>
            <a:r>
              <a:rPr lang="en-US" sz="800">
                <a:solidFill>
                  <a:srgbClr val="444444"/>
                </a:solidFill>
              </a:rPr>
              <a:t>REDACTED_01267</a:t>
            </a:r>
            <a:endParaRPr lang="en-US" sz="400"/>
          </a:p>
        </p:txBody>
      </p:sp>
      <p:sp>
        <p:nvSpPr>
          <p:cNvPr id="264" name="Text 33">
            <a:extLst>
              <a:ext uri="{FF2B5EF4-FFF2-40B4-BE49-F238E27FC236}">
                <a16:creationId xmlns:a16="http://schemas.microsoft.com/office/drawing/2014/main" id="{4AAB8AD5-C88D-C7E7-44D3-B64E82129B55}"/>
              </a:ext>
            </a:extLst>
          </p:cNvPr>
          <p:cNvSpPr/>
          <p:nvPr/>
        </p:nvSpPr>
        <p:spPr>
          <a:xfrm>
            <a:off x="180001" y="2702351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REDACTED_01268</a:t>
            </a:r>
            <a:r>
              <a:rPr lang="en-US" sz="800" err="1">
                <a:solidFill>
                  <a:srgbClr val="444444"/>
                </a:solidFill>
              </a:rPr>
              <a:t>REDACTED_01269</a:t>
            </a:r>
            <a:r>
              <a:rPr lang="en-US" sz="800">
                <a:solidFill>
                  <a:srgbClr val="444444"/>
                </a:solidFill>
              </a:rPr>
              <a:t>REDACTED_01270</a:t>
            </a:r>
            <a:r>
              <a:rPr lang="en-US" sz="800" err="1">
                <a:solidFill>
                  <a:srgbClr val="444444"/>
                </a:solidFill>
              </a:rPr>
              <a:t>REDACTED_01271</a:t>
            </a:r>
            <a:r>
              <a:rPr lang="en-US" sz="800">
                <a:solidFill>
                  <a:srgbClr val="444444"/>
                </a:solidFill>
              </a:rPr>
              <a:t>REDACTED_00143</a:t>
            </a:r>
            <a:r>
              <a:rPr lang="en-US" sz="800" err="1">
                <a:solidFill>
                  <a:srgbClr val="444444"/>
                </a:solidFill>
              </a:rPr>
              <a:t>REDACTED_01272</a:t>
            </a:r>
            <a:r>
              <a:rPr lang="en-US" sz="800">
                <a:solidFill>
                  <a:srgbClr val="444444"/>
                </a:solidFill>
              </a:rPr>
              <a:t>REDACTED_01273</a:t>
            </a:r>
            <a:r>
              <a:rPr lang="en-US" sz="800" err="1">
                <a:solidFill>
                  <a:srgbClr val="444444"/>
                </a:solidFill>
              </a:rPr>
              <a:t>REDACTED_01274</a:t>
            </a:r>
            <a:r>
              <a:rPr lang="en-US" sz="800">
                <a:solidFill>
                  <a:srgbClr val="444444"/>
                </a:solidFill>
              </a:rPr>
              <a:t>REDACTED_01275</a:t>
            </a:r>
          </a:p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>
                <a:solidFill>
                  <a:srgbClr val="444444"/>
                </a:solidFill>
              </a:rPr>
              <a:t>REDACTED_01276</a:t>
            </a:r>
            <a:r>
              <a:rPr lang="en-US" sz="800" err="1">
                <a:solidFill>
                  <a:srgbClr val="444444"/>
                </a:solidFill>
              </a:rPr>
              <a:t>REDACTED_00421</a:t>
            </a:r>
            <a:r>
              <a:rPr lang="en-US" sz="800">
                <a:solidFill>
                  <a:srgbClr val="444444"/>
                </a:solidFill>
              </a:rPr>
              <a:t>REDACTED_01277</a:t>
            </a:r>
          </a:p>
          <a:p>
            <a:endParaRPr lang="en-US" sz="800">
              <a:solidFill>
                <a:srgbClr val="444444"/>
              </a:solidFill>
            </a:endParaRPr>
          </a:p>
          <a:p>
            <a:r>
              <a:rPr lang="en-US" sz="800">
                <a:solidFill>
                  <a:srgbClr val="444444"/>
                </a:solidFill>
              </a:rPr>
              <a:t>REDACTED_01278</a:t>
            </a:r>
            <a:r>
              <a:rPr lang="en-US" sz="800" err="1">
                <a:solidFill>
                  <a:srgbClr val="444444"/>
                </a:solidFill>
              </a:rPr>
              <a:t>REDACTED_01266</a:t>
            </a:r>
            <a:r>
              <a:rPr lang="en-US" sz="800">
                <a:solidFill>
                  <a:srgbClr val="444444"/>
                </a:solidFill>
              </a:rPr>
              <a:t>REDACTED_01279</a:t>
            </a:r>
            <a:endParaRPr lang="en-US" sz="800"/>
          </a:p>
        </p:txBody>
      </p:sp>
      <p:sp>
        <p:nvSpPr>
          <p:cNvPr id="266" name="Text 31">
            <a:extLst>
              <a:ext uri="{FF2B5EF4-FFF2-40B4-BE49-F238E27FC236}">
                <a16:creationId xmlns:a16="http://schemas.microsoft.com/office/drawing/2014/main" id="{E19BE73A-434C-C5E4-C477-601A68BD4DED}"/>
              </a:ext>
            </a:extLst>
          </p:cNvPr>
          <p:cNvSpPr/>
          <p:nvPr/>
        </p:nvSpPr>
        <p:spPr>
          <a:xfrm>
            <a:off x="180000" y="2535098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68" name="Shape 32">
            <a:extLst>
              <a:ext uri="{FF2B5EF4-FFF2-40B4-BE49-F238E27FC236}">
                <a16:creationId xmlns:a16="http://schemas.microsoft.com/office/drawing/2014/main" id="{D1978AC1-00EB-CA62-8A4C-D47449509F70}"/>
              </a:ext>
            </a:extLst>
          </p:cNvPr>
          <p:cNvSpPr/>
          <p:nvPr/>
        </p:nvSpPr>
        <p:spPr>
          <a:xfrm>
            <a:off x="144000" y="2653970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0" name="Shape 10">
            <a:extLst>
              <a:ext uri="{FF2B5EF4-FFF2-40B4-BE49-F238E27FC236}">
                <a16:creationId xmlns:a16="http://schemas.microsoft.com/office/drawing/2014/main" id="{88F2D069-3CC9-58B8-D14A-3E0F2D64FF09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4" name="Shape 16">
            <a:extLst>
              <a:ext uri="{FF2B5EF4-FFF2-40B4-BE49-F238E27FC236}">
                <a16:creationId xmlns:a16="http://schemas.microsoft.com/office/drawing/2014/main" id="{05F2AACD-7234-CC99-2AA1-5A33BC248AA1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REDACTED_01239</a:t>
            </a:r>
          </a:p>
        </p:txBody>
      </p:sp>
      <p:sp>
        <p:nvSpPr>
          <p:cNvPr id="276" name="Shape 16">
            <a:extLst>
              <a:ext uri="{FF2B5EF4-FFF2-40B4-BE49-F238E27FC236}">
                <a16:creationId xmlns:a16="http://schemas.microsoft.com/office/drawing/2014/main" id="{AD4A1E5F-FAEC-3694-CED3-FE39DF4E3CD4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REDACTED_01280</a:t>
            </a:r>
          </a:p>
        </p:txBody>
      </p:sp>
      <p:sp>
        <p:nvSpPr>
          <p:cNvPr id="278" name="Shape 16">
            <a:extLst>
              <a:ext uri="{FF2B5EF4-FFF2-40B4-BE49-F238E27FC236}">
                <a16:creationId xmlns:a16="http://schemas.microsoft.com/office/drawing/2014/main" id="{C39AC719-8A19-7CA8-7B53-59EA022BFC5E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>
                <a:solidFill>
                  <a:srgbClr val="003C23"/>
                </a:solidFill>
              </a:rPr>
              <a:t>REDACTED_00545</a:t>
            </a:r>
          </a:p>
        </p:txBody>
      </p:sp>
      <p:sp>
        <p:nvSpPr>
          <p:cNvPr id="280" name="Shape 16">
            <a:extLst>
              <a:ext uri="{FF2B5EF4-FFF2-40B4-BE49-F238E27FC236}">
                <a16:creationId xmlns:a16="http://schemas.microsoft.com/office/drawing/2014/main" id="{74BE4555-69BA-62D2-7D96-FD934A90CCB7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850" b="1"/>
              <a:t>REDACTED_00210</a:t>
            </a: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6091413C-62AC-D981-1FB1-B8B43B848013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8037E2D0-0EF4-8E90-DE98-DEA516D72C84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CF36B3A8-3418-1B8D-CC8C-7C6A3509F64E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B984F0F1-5D0D-2F5B-02FA-04B6F072B6A8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119158A8-CCB3-03C1-E0BF-A2FE5A520D42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91" name="Shape 37">
              <a:extLst>
                <a:ext uri="{FF2B5EF4-FFF2-40B4-BE49-F238E27FC236}">
                  <a16:creationId xmlns:a16="http://schemas.microsoft.com/office/drawing/2014/main" id="{68B369EA-D923-CF7F-26DB-40171031D0D8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2" name="Shape 38">
              <a:extLst>
                <a:ext uri="{FF2B5EF4-FFF2-40B4-BE49-F238E27FC236}">
                  <a16:creationId xmlns:a16="http://schemas.microsoft.com/office/drawing/2014/main" id="{8B99527F-8EE2-3901-230A-D21D12AD4F53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3" name="Text 39">
              <a:extLst>
                <a:ext uri="{FF2B5EF4-FFF2-40B4-BE49-F238E27FC236}">
                  <a16:creationId xmlns:a16="http://schemas.microsoft.com/office/drawing/2014/main" id="{65341772-F54D-ED15-FE3C-170B0AD18593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REDACTED_01281</a:t>
              </a:r>
              <a:r>
                <a:rPr lang="en-US" sz="800" err="1">
                  <a:solidFill>
                    <a:srgbClr val="1A3A36"/>
                  </a:solidFill>
                </a:rPr>
                <a:t>REDACTED_00569</a:t>
              </a:r>
              <a:r>
                <a:rPr lang="en-US" sz="800">
                  <a:solidFill>
                    <a:srgbClr val="1A3A36"/>
                  </a:solidFill>
                </a:rPr>
                <a:t>REDACTED_01282</a:t>
              </a:r>
              <a:endParaRPr lang="en-US" sz="800"/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893E98FF-03BF-206D-17E4-6390DFC046EB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95" name="Shape 37">
              <a:extLst>
                <a:ext uri="{FF2B5EF4-FFF2-40B4-BE49-F238E27FC236}">
                  <a16:creationId xmlns:a16="http://schemas.microsoft.com/office/drawing/2014/main" id="{31C2B03C-A542-A0DB-B1D0-5C136A214B0D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6" name="Shape 38">
              <a:extLst>
                <a:ext uri="{FF2B5EF4-FFF2-40B4-BE49-F238E27FC236}">
                  <a16:creationId xmlns:a16="http://schemas.microsoft.com/office/drawing/2014/main" id="{60889A2D-1A81-F0F9-043B-4414C9B759DE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7" name="Text 39">
              <a:extLst>
                <a:ext uri="{FF2B5EF4-FFF2-40B4-BE49-F238E27FC236}">
                  <a16:creationId xmlns:a16="http://schemas.microsoft.com/office/drawing/2014/main" id="{EAF30C4D-FB64-6BE3-5518-619B03A8DAB3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REDACTED_01283</a:t>
              </a:r>
              <a:r>
                <a:rPr lang="en-US" sz="800" err="1">
                  <a:solidFill>
                    <a:srgbClr val="1A3A36"/>
                  </a:solidFill>
                </a:rPr>
                <a:t>REDACTED_00569</a:t>
              </a:r>
              <a:r>
                <a:rPr lang="en-US" sz="800">
                  <a:solidFill>
                    <a:srgbClr val="1A3A36"/>
                  </a:solidFill>
                </a:rPr>
                <a:t>REDACTED_01284</a:t>
              </a:r>
              <a:endParaRPr lang="en-US" sz="800"/>
            </a:p>
          </p:txBody>
        </p:sp>
      </p:grpSp>
      <p:sp>
        <p:nvSpPr>
          <p:cNvPr id="302" name="Shape 229">
            <a:extLst>
              <a:ext uri="{FF2B5EF4-FFF2-40B4-BE49-F238E27FC236}">
                <a16:creationId xmlns:a16="http://schemas.microsoft.com/office/drawing/2014/main" id="{75463212-6AFF-52E9-3256-D474F5045B59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304" name="Shape 46">
            <a:extLst>
              <a:ext uri="{FF2B5EF4-FFF2-40B4-BE49-F238E27FC236}">
                <a16:creationId xmlns:a16="http://schemas.microsoft.com/office/drawing/2014/main" id="{175186C4-1743-C45E-F184-03741149FEEF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9ED62641-3F2A-B315-8630-56EEEB806534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320" name="Text 35">
            <a:extLst>
              <a:ext uri="{FF2B5EF4-FFF2-40B4-BE49-F238E27FC236}">
                <a16:creationId xmlns:a16="http://schemas.microsoft.com/office/drawing/2014/main" id="{38E58E74-872D-1A42-0BE8-0BBE4CD0A07E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22" name="Shape 36">
            <a:extLst>
              <a:ext uri="{FF2B5EF4-FFF2-40B4-BE49-F238E27FC236}">
                <a16:creationId xmlns:a16="http://schemas.microsoft.com/office/drawing/2014/main" id="{2F9D6D29-96FB-8BAA-2F18-EA034D1BF8AA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4" name="Shape 36">
            <a:extLst>
              <a:ext uri="{FF2B5EF4-FFF2-40B4-BE49-F238E27FC236}">
                <a16:creationId xmlns:a16="http://schemas.microsoft.com/office/drawing/2014/main" id="{60B69289-AC33-59CE-F6F8-671524F77217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6" name="Text 35">
            <a:extLst>
              <a:ext uri="{FF2B5EF4-FFF2-40B4-BE49-F238E27FC236}">
                <a16:creationId xmlns:a16="http://schemas.microsoft.com/office/drawing/2014/main" id="{1505965F-4EEA-AAD5-D7F6-AD93F1F8A3FA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28" name="Text 90">
            <a:extLst>
              <a:ext uri="{FF2B5EF4-FFF2-40B4-BE49-F238E27FC236}">
                <a16:creationId xmlns:a16="http://schemas.microsoft.com/office/drawing/2014/main" id="{9FF26B03-D31D-69F9-41F1-7531521B3BBF}"/>
              </a:ext>
            </a:extLst>
          </p:cNvPr>
          <p:cNvSpPr/>
          <p:nvPr/>
        </p:nvSpPr>
        <p:spPr>
          <a:xfrm>
            <a:off x="7061492" y="1917812"/>
            <a:ext cx="2372203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REDACTED_01285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ABE9AC-AB7E-9697-EBD9-B0531019DDAC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/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442014-A8F2-7E66-95C9-DBDA3FDC19F2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REDACTED_00017</a:t>
            </a: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730D2EC2-E4CA-056F-EA2C-ECCCE9735B0E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6A9CB4D8-B995-0453-8D98-A16C64093A82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355B7DF8-4479-475A-CB83-D4FDA2EDE76E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45A90617-8DC5-3913-B603-0D992603C130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6ADAD332-4B80-E0DA-DD38-5FF5040EA295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3BAE1BA-E047-6A66-06DF-6CD259E60A73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49" name="PersonIcon">
              <a:extLst>
                <a:ext uri="{FF2B5EF4-FFF2-40B4-BE49-F238E27FC236}">
                  <a16:creationId xmlns:a16="http://schemas.microsoft.com/office/drawing/2014/main" id="{A43F1047-3AE9-3111-67B9-04BEDF05BDCB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Text 107">
              <a:extLst>
                <a:ext uri="{FF2B5EF4-FFF2-40B4-BE49-F238E27FC236}">
                  <a16:creationId xmlns:a16="http://schemas.microsoft.com/office/drawing/2014/main" id="{10E89134-FFB8-FEF5-D937-E187CEFD124A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51" name="Text 108">
              <a:extLst>
                <a:ext uri="{FF2B5EF4-FFF2-40B4-BE49-F238E27FC236}">
                  <a16:creationId xmlns:a16="http://schemas.microsoft.com/office/drawing/2014/main" id="{1B2C0FD4-D81C-19E0-4951-B22202FC036C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REDACTED_00004</a:t>
              </a:r>
              <a:endParaRPr lang="en-US" sz="80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368C166-A28E-B906-85F1-EBE1D7C0A031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53" name="GradCapIcon">
              <a:extLst>
                <a:ext uri="{FF2B5EF4-FFF2-40B4-BE49-F238E27FC236}">
                  <a16:creationId xmlns:a16="http://schemas.microsoft.com/office/drawing/2014/main" id="{00CD8857-6A39-E27D-5A6B-67A38F74879F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Text 111">
              <a:extLst>
                <a:ext uri="{FF2B5EF4-FFF2-40B4-BE49-F238E27FC236}">
                  <a16:creationId xmlns:a16="http://schemas.microsoft.com/office/drawing/2014/main" id="{ED422294-8E35-268D-8576-C4BF1E8D8DE9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55" name="Text 112">
              <a:extLst>
                <a:ext uri="{FF2B5EF4-FFF2-40B4-BE49-F238E27FC236}">
                  <a16:creationId xmlns:a16="http://schemas.microsoft.com/office/drawing/2014/main" id="{AA213BF9-B3E0-AF70-CCF2-E404AEA2672C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REDACTED_01243</a:t>
              </a:r>
              <a:endParaRPr lang="en-US" sz="80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F400AE0-96BF-63AB-73E4-BD9133584761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57" name="BuildingIcon">
              <a:extLst>
                <a:ext uri="{FF2B5EF4-FFF2-40B4-BE49-F238E27FC236}">
                  <a16:creationId xmlns:a16="http://schemas.microsoft.com/office/drawing/2014/main" id="{03A45779-6906-64AE-1461-EFE3497B3E00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Text 109">
              <a:extLst>
                <a:ext uri="{FF2B5EF4-FFF2-40B4-BE49-F238E27FC236}">
                  <a16:creationId xmlns:a16="http://schemas.microsoft.com/office/drawing/2014/main" id="{8E996F19-67BA-3036-4FF1-56CFFDEE875F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59" name="Text 110">
              <a:extLst>
                <a:ext uri="{FF2B5EF4-FFF2-40B4-BE49-F238E27FC236}">
                  <a16:creationId xmlns:a16="http://schemas.microsoft.com/office/drawing/2014/main" id="{F223E54B-FA73-2897-0E69-7BA48802980D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8686124-D274-618B-48AF-3A3CBFACC6E5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CB7EAAD-D6C0-CC93-09D3-0245EC0606AA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63" name="Text 109">
                <a:extLst>
                  <a:ext uri="{FF2B5EF4-FFF2-40B4-BE49-F238E27FC236}">
                    <a16:creationId xmlns:a16="http://schemas.microsoft.com/office/drawing/2014/main" id="{DB954CB0-B0A3-6E8D-E570-976A260D0B8E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64" name="Text 110">
                <a:extLst>
                  <a:ext uri="{FF2B5EF4-FFF2-40B4-BE49-F238E27FC236}">
                    <a16:creationId xmlns:a16="http://schemas.microsoft.com/office/drawing/2014/main" id="{C754197D-0316-8BF2-6129-36E52D20EF01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REDACTED_01244</a:t>
                </a:r>
                <a:endParaRPr lang="en-US" sz="800"/>
              </a:p>
            </p:txBody>
          </p:sp>
        </p:grpSp>
        <p:pic>
          <p:nvPicPr>
            <p:cNvPr id="62" name="Graphic 61" descr="Management with solid fill">
              <a:extLst>
                <a:ext uri="{FF2B5EF4-FFF2-40B4-BE49-F238E27FC236}">
                  <a16:creationId xmlns:a16="http://schemas.microsoft.com/office/drawing/2014/main" id="{68BA2CE2-7AA0-BFC6-62E5-66992E76F0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755B018-8913-6723-AFA2-A3623AAE4F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  <p:sp>
        <p:nvSpPr>
          <p:cNvPr id="4" name="Text 11">
            <a:extLst>
              <a:ext uri="{FF2B5EF4-FFF2-40B4-BE49-F238E27FC236}">
                <a16:creationId xmlns:a16="http://schemas.microsoft.com/office/drawing/2014/main" id="{92A86257-01C5-4F4C-9344-330E5DE27655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REDACTED_00930</a:t>
            </a:r>
          </a:p>
          <a:p>
            <a:r>
              <a:rPr lang="en-US" sz="650" b="1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6E34B803-68EE-D325-7217-D128755EB620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FCC1CBBB-A183-9E57-3F15-083D9DA420BC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REDACTED_01030</a:t>
            </a:r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192B170C-910B-AD57-1575-F0B2870D6DD8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REDACTED_01286</a:t>
            </a:r>
          </a:p>
        </p:txBody>
      </p:sp>
      <p:sp>
        <p:nvSpPr>
          <p:cNvPr id="12" name="Text 23">
            <a:extLst>
              <a:ext uri="{FF2B5EF4-FFF2-40B4-BE49-F238E27FC236}">
                <a16:creationId xmlns:a16="http://schemas.microsoft.com/office/drawing/2014/main" id="{D17EC930-8DE4-93EE-EE87-0AECB6267D63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14" name="Text 28">
            <a:extLst>
              <a:ext uri="{FF2B5EF4-FFF2-40B4-BE49-F238E27FC236}">
                <a16:creationId xmlns:a16="http://schemas.microsoft.com/office/drawing/2014/main" id="{D26426B2-9ABC-BF56-9B5C-A6CE1032EB70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5C064A58-C80E-B10B-BCF9-3A611C7141D7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REDACTED_01033</a:t>
            </a:r>
          </a:p>
          <a:p>
            <a:r>
              <a:rPr lang="en-US" sz="650">
                <a:solidFill>
                  <a:srgbClr val="444444"/>
                </a:solidFill>
              </a:rPr>
              <a:t>REDACTED_01034</a:t>
            </a:r>
          </a:p>
        </p:txBody>
      </p:sp>
      <p:sp>
        <p:nvSpPr>
          <p:cNvPr id="18" name="Shape 188">
            <a:extLst>
              <a:ext uri="{FF2B5EF4-FFF2-40B4-BE49-F238E27FC236}">
                <a16:creationId xmlns:a16="http://schemas.microsoft.com/office/drawing/2014/main" id="{A22868C8-D146-0ECF-66FF-F00B840BC1B5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9">
            <a:extLst>
              <a:ext uri="{FF2B5EF4-FFF2-40B4-BE49-F238E27FC236}">
                <a16:creationId xmlns:a16="http://schemas.microsoft.com/office/drawing/2014/main" id="{9A90DC1E-DDB5-8AB1-DD9C-2899D19FD4D1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576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190">
            <a:extLst>
              <a:ext uri="{FF2B5EF4-FFF2-40B4-BE49-F238E27FC236}">
                <a16:creationId xmlns:a16="http://schemas.microsoft.com/office/drawing/2014/main" id="{2FA970D4-F0A0-7C5A-8A56-A1A6DD648776}"/>
              </a:ext>
            </a:extLst>
          </p:cNvPr>
          <p:cNvSpPr>
            <a:spLocks/>
          </p:cNvSpPr>
          <p:nvPr/>
        </p:nvSpPr>
        <p:spPr>
          <a:xfrm>
            <a:off x="10022549" y="3413005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06">
            <a:extLst>
              <a:ext uri="{FF2B5EF4-FFF2-40B4-BE49-F238E27FC236}">
                <a16:creationId xmlns:a16="http://schemas.microsoft.com/office/drawing/2014/main" id="{8AF6190B-4327-2BDB-D11E-83C8BE594A5D}"/>
              </a:ext>
            </a:extLst>
          </p:cNvPr>
          <p:cNvSpPr>
            <a:spLocks/>
          </p:cNvSpPr>
          <p:nvPr/>
        </p:nvSpPr>
        <p:spPr>
          <a:xfrm>
            <a:off x="9986549" y="2802563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26" name="Shape 210">
            <a:extLst>
              <a:ext uri="{FF2B5EF4-FFF2-40B4-BE49-F238E27FC236}">
                <a16:creationId xmlns:a16="http://schemas.microsoft.com/office/drawing/2014/main" id="{557636D0-8E57-19A4-0C2C-53678C322B6D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191">
            <a:extLst>
              <a:ext uri="{FF2B5EF4-FFF2-40B4-BE49-F238E27FC236}">
                <a16:creationId xmlns:a16="http://schemas.microsoft.com/office/drawing/2014/main" id="{80080278-2AF7-17E5-B351-E1553B072175}"/>
              </a:ext>
            </a:extLst>
          </p:cNvPr>
          <p:cNvSpPr/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650" b="1">
                <a:solidFill>
                  <a:schemeClr val="accent1"/>
                </a:solidFill>
              </a:rPr>
              <a:t>REDACTED_00051</a:t>
            </a:r>
          </a:p>
        </p:txBody>
      </p:sp>
      <p:sp>
        <p:nvSpPr>
          <p:cNvPr id="30" name="Shape 202">
            <a:extLst>
              <a:ext uri="{FF2B5EF4-FFF2-40B4-BE49-F238E27FC236}">
                <a16:creationId xmlns:a16="http://schemas.microsoft.com/office/drawing/2014/main" id="{A94B8694-7899-3366-B974-9E24B4670177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Text 207">
            <a:extLst>
              <a:ext uri="{FF2B5EF4-FFF2-40B4-BE49-F238E27FC236}">
                <a16:creationId xmlns:a16="http://schemas.microsoft.com/office/drawing/2014/main" id="{AC36A9AF-CDA8-BA01-E206-0FBEE3A55C0A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REDACTED_00055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35" name="Text 211">
            <a:extLst>
              <a:ext uri="{FF2B5EF4-FFF2-40B4-BE49-F238E27FC236}">
                <a16:creationId xmlns:a16="http://schemas.microsoft.com/office/drawing/2014/main" id="{770F52E1-40C5-3C72-841A-71BDC58571D8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REDACTED_00057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41" name="Text 203">
            <a:extLst>
              <a:ext uri="{FF2B5EF4-FFF2-40B4-BE49-F238E27FC236}">
                <a16:creationId xmlns:a16="http://schemas.microsoft.com/office/drawing/2014/main" id="{F7458D49-EF48-0A7D-2815-68EC38E72E5D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45" name="Shape 202">
            <a:extLst>
              <a:ext uri="{FF2B5EF4-FFF2-40B4-BE49-F238E27FC236}">
                <a16:creationId xmlns:a16="http://schemas.microsoft.com/office/drawing/2014/main" id="{F9EC9619-DFA7-82E6-CACC-325BCF91B0AC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6" name="Text 207">
            <a:extLst>
              <a:ext uri="{FF2B5EF4-FFF2-40B4-BE49-F238E27FC236}">
                <a16:creationId xmlns:a16="http://schemas.microsoft.com/office/drawing/2014/main" id="{64C615C1-C16D-A67B-AE98-F4C017052063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REDACTED_00054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72" name="Text 194">
            <a:extLst>
              <a:ext uri="{FF2B5EF4-FFF2-40B4-BE49-F238E27FC236}">
                <a16:creationId xmlns:a16="http://schemas.microsoft.com/office/drawing/2014/main" id="{B0FEBBE3-7A78-40C2-9A54-0B2975385908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REDACTED_00052</a:t>
            </a:r>
          </a:p>
        </p:txBody>
      </p:sp>
      <p:sp>
        <p:nvSpPr>
          <p:cNvPr id="74" name="Shape 198">
            <a:extLst>
              <a:ext uri="{FF2B5EF4-FFF2-40B4-BE49-F238E27FC236}">
                <a16:creationId xmlns:a16="http://schemas.microsoft.com/office/drawing/2014/main" id="{67CC7447-F1CC-858D-99B9-6F8015D0F1A5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6" name="Text 199">
            <a:extLst>
              <a:ext uri="{FF2B5EF4-FFF2-40B4-BE49-F238E27FC236}">
                <a16:creationId xmlns:a16="http://schemas.microsoft.com/office/drawing/2014/main" id="{B10869ED-64C9-7CF8-C5B9-C59BE5B6C48D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89">
            <a:extLst>
              <a:ext uri="{FF2B5EF4-FFF2-40B4-BE49-F238E27FC236}">
                <a16:creationId xmlns:a16="http://schemas.microsoft.com/office/drawing/2014/main" id="{E08F986A-CAB4-49F4-C16B-A189EE899F67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solidFill>
            <a:srgbClr val="B8CCCC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1" name="Shape 9">
            <a:extLst>
              <a:ext uri="{FF2B5EF4-FFF2-40B4-BE49-F238E27FC236}">
                <a16:creationId xmlns:a16="http://schemas.microsoft.com/office/drawing/2014/main" id="{38B2A6E8-1664-3A1D-0272-6A57EE57C48A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5" name="Shape 46">
            <a:extLst>
              <a:ext uri="{FF2B5EF4-FFF2-40B4-BE49-F238E27FC236}">
                <a16:creationId xmlns:a16="http://schemas.microsoft.com/office/drawing/2014/main" id="{91E8D996-095D-1DC5-1A7E-BAA79F275681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0" name="Shape 46">
            <a:extLst>
              <a:ext uri="{FF2B5EF4-FFF2-40B4-BE49-F238E27FC236}">
                <a16:creationId xmlns:a16="http://schemas.microsoft.com/office/drawing/2014/main" id="{AA7EC252-3990-7921-E7A4-AC14CE48B1B3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0" name="Shape 105">
            <a:extLst>
              <a:ext uri="{FF2B5EF4-FFF2-40B4-BE49-F238E27FC236}">
                <a16:creationId xmlns:a16="http://schemas.microsoft.com/office/drawing/2014/main" id="{544FCBB2-A8FE-E964-B7BD-29D7A3194A06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8" name="Shape 13">
            <a:extLst>
              <a:ext uri="{FF2B5EF4-FFF2-40B4-BE49-F238E27FC236}">
                <a16:creationId xmlns:a16="http://schemas.microsoft.com/office/drawing/2014/main" id="{76CC2FC0-F9D0-B5CE-8A41-1CFBE4DD987D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9" name="Shape 13">
            <a:extLst>
              <a:ext uri="{FF2B5EF4-FFF2-40B4-BE49-F238E27FC236}">
                <a16:creationId xmlns:a16="http://schemas.microsoft.com/office/drawing/2014/main" id="{B35FE93C-374B-FBFE-F85A-AB4B3FB34575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1" name="Shape 229">
            <a:extLst>
              <a:ext uri="{FF2B5EF4-FFF2-40B4-BE49-F238E27FC236}">
                <a16:creationId xmlns:a16="http://schemas.microsoft.com/office/drawing/2014/main" id="{008DCA18-B039-FD8C-2AEC-71C16077BA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5" name="Shape 229">
            <a:extLst>
              <a:ext uri="{FF2B5EF4-FFF2-40B4-BE49-F238E27FC236}">
                <a16:creationId xmlns:a16="http://schemas.microsoft.com/office/drawing/2014/main" id="{568BBBE8-B0CF-8290-F444-6F780E3873CF}"/>
              </a:ext>
            </a:extLst>
          </p:cNvPr>
          <p:cNvSpPr/>
          <p:nvPr/>
        </p:nvSpPr>
        <p:spPr>
          <a:xfrm>
            <a:off x="6775885" y="8367582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6" name="Shape 46">
            <a:extLst>
              <a:ext uri="{FF2B5EF4-FFF2-40B4-BE49-F238E27FC236}">
                <a16:creationId xmlns:a16="http://schemas.microsoft.com/office/drawing/2014/main" id="{60640479-6F7B-AB86-E4D1-A06D6226E8A4}"/>
              </a:ext>
            </a:extLst>
          </p:cNvPr>
          <p:cNvSpPr/>
          <p:nvPr/>
        </p:nvSpPr>
        <p:spPr>
          <a:xfrm>
            <a:off x="3753780" y="8359974"/>
            <a:ext cx="2964993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7AFBC3-EE93-8335-E966-AF25CFEDDDC8}"/>
              </a:ext>
            </a:extLst>
          </p:cNvPr>
          <p:cNvSpPr txBox="1"/>
          <p:nvPr/>
        </p:nvSpPr>
        <p:spPr>
          <a:xfrm>
            <a:off x="6875885" y="8467582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lang="en-US" altLang="en-US" sz="800" b="1" kern="0" spc="40">
              <a:solidFill>
                <a:srgbClr val="003C23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0E69460-AEE5-0A1B-481B-8444CC620168}"/>
              </a:ext>
            </a:extLst>
          </p:cNvPr>
          <p:cNvSpPr txBox="1"/>
          <p:nvPr/>
        </p:nvSpPr>
        <p:spPr>
          <a:xfrm>
            <a:off x="3853780" y="8459974"/>
            <a:ext cx="2760489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REDACTED_01287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REDACTED_01288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REDACTED_01289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0C81720-3F1B-F8A5-2DC5-B1C88C8CBCE2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1" name="Text 2">
            <a:extLst>
              <a:ext uri="{FF2B5EF4-FFF2-40B4-BE49-F238E27FC236}">
                <a16:creationId xmlns:a16="http://schemas.microsoft.com/office/drawing/2014/main" id="{5B8C5C59-F477-3C50-F0E3-5C83A615062B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REDACTED_01290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F2C6A8B-752B-7FDA-B627-60007199633B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83CCD69-67FC-376B-4C7C-1208240E59E5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>
                  <a:solidFill>
                    <a:schemeClr val="accent1"/>
                  </a:solidFill>
                </a:rPr>
                <a:t>REDACTED_01291</a:t>
              </a:r>
            </a:p>
          </p:txBody>
        </p:sp>
        <p:sp>
          <p:nvSpPr>
            <p:cNvPr id="94" name="Text 4">
              <a:extLst>
                <a:ext uri="{FF2B5EF4-FFF2-40B4-BE49-F238E27FC236}">
                  <a16:creationId xmlns:a16="http://schemas.microsoft.com/office/drawing/2014/main" id="{24AC5C33-161E-D778-4100-299607573217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REDACTED_01292</a:t>
              </a:r>
            </a:p>
          </p:txBody>
        </p:sp>
      </p:grpSp>
      <p:sp>
        <p:nvSpPr>
          <p:cNvPr id="96" name="Shape 5">
            <a:extLst>
              <a:ext uri="{FF2B5EF4-FFF2-40B4-BE49-F238E27FC236}">
                <a16:creationId xmlns:a16="http://schemas.microsoft.com/office/drawing/2014/main" id="{5D04085F-9AF5-FE63-1755-35CC23FD5C86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97" name="Text 6">
            <a:extLst>
              <a:ext uri="{FF2B5EF4-FFF2-40B4-BE49-F238E27FC236}">
                <a16:creationId xmlns:a16="http://schemas.microsoft.com/office/drawing/2014/main" id="{86E62A0D-F97E-FD3F-956D-89D0B5C63AE6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REDACTED_01211</a:t>
            </a:r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8D877CA8-AB8C-DCFC-0398-D16D91A5E9F8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F061510A-B02C-20D5-5921-950E5AFE6BED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REDACTED_01082</a:t>
            </a:r>
          </a:p>
        </p:txBody>
      </p:sp>
      <p:sp>
        <p:nvSpPr>
          <p:cNvPr id="145" name="Shape 10">
            <a:extLst>
              <a:ext uri="{FF2B5EF4-FFF2-40B4-BE49-F238E27FC236}">
                <a16:creationId xmlns:a16="http://schemas.microsoft.com/office/drawing/2014/main" id="{8D36F6CA-CC07-874D-6D4B-8D53C8ECE9E0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9" name="Text 11">
            <a:extLst>
              <a:ext uri="{FF2B5EF4-FFF2-40B4-BE49-F238E27FC236}">
                <a16:creationId xmlns:a16="http://schemas.microsoft.com/office/drawing/2014/main" id="{9516EE4B-279E-4CE7-6E8B-043FFDCA0912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51" name="Text 12">
            <a:extLst>
              <a:ext uri="{FF2B5EF4-FFF2-40B4-BE49-F238E27FC236}">
                <a16:creationId xmlns:a16="http://schemas.microsoft.com/office/drawing/2014/main" id="{A87E541C-F1EA-DA8D-8489-FAF981C86B2B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REDACTED_01293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REDACTED_01294</a:t>
            </a:r>
            <a:r>
              <a:rPr lang="en-US" sz="800" err="1">
                <a:solidFill>
                  <a:srgbClr val="1A1A1A"/>
                </a:solidFill>
              </a:rPr>
              <a:t>REDACTED_01295</a:t>
            </a:r>
            <a:r>
              <a:rPr lang="en-US" sz="800">
                <a:solidFill>
                  <a:srgbClr val="1A1A1A"/>
                </a:solidFill>
              </a:rPr>
              <a:t>REDACTED_01296</a:t>
            </a:r>
            <a:endParaRPr lang="en-US" sz="800"/>
          </a:p>
        </p:txBody>
      </p:sp>
      <p:grpSp>
        <p:nvGrpSpPr>
          <p:cNvPr id="241" name="Group 240"/>
          <p:cNvGrpSpPr/>
          <p:nvPr/>
        </p:nvGrpSpPr>
        <p:grpSpPr>
          <a:xfrm>
            <a:off x="9770789" y="1533598"/>
            <a:ext cx="2333207" cy="635929"/>
            <a:chOff x="10112273" y="2891965"/>
            <a:chExt cx="1920240" cy="580548"/>
          </a:xfrm>
        </p:grpSpPr>
        <p:sp>
          <p:nvSpPr>
            <p:cNvPr id="245" name="Shape 243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3" name="Text 241a"/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247" name="Text 245a"/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43" name="Shape 245a"/>
            <p:cNvSpPr/>
            <p:nvPr/>
          </p:nvSpPr>
          <p:spPr>
            <a:xfrm>
              <a:off x="10198303" y="3237891"/>
              <a:ext cx="139000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9" name="Text 247a"/>
            <p:cNvSpPr/>
            <p:nvPr/>
          </p:nvSpPr>
          <p:spPr>
            <a:xfrm>
              <a:off x="11700022" y="3289633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REDACTED_00351</a:t>
              </a:r>
            </a:p>
          </p:txBody>
        </p:sp>
      </p:grpSp>
      <p:sp>
        <p:nvSpPr>
          <p:cNvPr id="175" name="Text 6">
            <a:extLst>
              <a:ext uri="{FF2B5EF4-FFF2-40B4-BE49-F238E27FC236}">
                <a16:creationId xmlns:a16="http://schemas.microsoft.com/office/drawing/2014/main" id="{B5679272-1547-2EF1-B7D0-364B68A92D4E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81" name="Shape 130">
            <a:extLst>
              <a:ext uri="{FF2B5EF4-FFF2-40B4-BE49-F238E27FC236}">
                <a16:creationId xmlns:a16="http://schemas.microsoft.com/office/drawing/2014/main" id="{87445D27-6418-D748-2E20-02F8FE1E2A2A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C7CC6F5D-2762-1063-D3D9-9226F52D0A0E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85" name="Picture 184" descr="A black and blue logo  AI-generated content may be incorrect.">
            <a:extLst>
              <a:ext uri="{FF2B5EF4-FFF2-40B4-BE49-F238E27FC236}">
                <a16:creationId xmlns:a16="http://schemas.microsoft.com/office/drawing/2014/main" id="{01326F37-E207-A18D-B786-2AC29E8F2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90" name="Text 211a">
            <a:extLst>
              <a:ext uri="{FF2B5EF4-FFF2-40B4-BE49-F238E27FC236}">
                <a16:creationId xmlns:a16="http://schemas.microsoft.com/office/drawing/2014/main" id="{013F71DD-E2CD-DBF8-732B-36AD1C3B34AE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92" name="Text 213a">
            <a:extLst>
              <a:ext uri="{FF2B5EF4-FFF2-40B4-BE49-F238E27FC236}">
                <a16:creationId xmlns:a16="http://schemas.microsoft.com/office/drawing/2014/main" id="{937B74CA-4707-C910-029D-84946428664C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94" name="Text 218a">
            <a:extLst>
              <a:ext uri="{FF2B5EF4-FFF2-40B4-BE49-F238E27FC236}">
                <a16:creationId xmlns:a16="http://schemas.microsoft.com/office/drawing/2014/main" id="{5BE6F6CC-0677-01B5-5752-8B8FAB3937C0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98" name="Shape 229">
            <a:extLst>
              <a:ext uri="{FF2B5EF4-FFF2-40B4-BE49-F238E27FC236}">
                <a16:creationId xmlns:a16="http://schemas.microsoft.com/office/drawing/2014/main" id="{6F80D578-0697-6854-79F8-E1243AD9E138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REDACTED_01297</a:t>
            </a:r>
          </a:p>
        </p:txBody>
      </p:sp>
      <p:sp>
        <p:nvSpPr>
          <p:cNvPr id="203" name="Shape 105">
            <a:extLst>
              <a:ext uri="{FF2B5EF4-FFF2-40B4-BE49-F238E27FC236}">
                <a16:creationId xmlns:a16="http://schemas.microsoft.com/office/drawing/2014/main" id="{53388FA6-A2E8-D49A-CB3D-35A0B8B53550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9" name="Shape 10">
            <a:extLst>
              <a:ext uri="{FF2B5EF4-FFF2-40B4-BE49-F238E27FC236}">
                <a16:creationId xmlns:a16="http://schemas.microsoft.com/office/drawing/2014/main" id="{6B99B6C7-9B60-9073-AE91-1BFE67645B72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3" name="Shape 10">
            <a:extLst>
              <a:ext uri="{FF2B5EF4-FFF2-40B4-BE49-F238E27FC236}">
                <a16:creationId xmlns:a16="http://schemas.microsoft.com/office/drawing/2014/main" id="{B1587901-1BCF-FD6B-94B0-CCFF618B8AF1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9" name="Shape 32">
            <a:extLst>
              <a:ext uri="{FF2B5EF4-FFF2-40B4-BE49-F238E27FC236}">
                <a16:creationId xmlns:a16="http://schemas.microsoft.com/office/drawing/2014/main" id="{90A1477A-E402-1C50-BA5C-7466C568B677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1" name="Shape 32">
            <a:extLst>
              <a:ext uri="{FF2B5EF4-FFF2-40B4-BE49-F238E27FC236}">
                <a16:creationId xmlns:a16="http://schemas.microsoft.com/office/drawing/2014/main" id="{2A46C5F6-2B45-B2F6-10F9-2A73C657CF54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3" name="Text 31">
            <a:extLst>
              <a:ext uri="{FF2B5EF4-FFF2-40B4-BE49-F238E27FC236}">
                <a16:creationId xmlns:a16="http://schemas.microsoft.com/office/drawing/2014/main" id="{F6E4C47E-6684-1094-541F-45BE3B03E11B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35" name="Shape 32">
            <a:extLst>
              <a:ext uri="{FF2B5EF4-FFF2-40B4-BE49-F238E27FC236}">
                <a16:creationId xmlns:a16="http://schemas.microsoft.com/office/drawing/2014/main" id="{264A33AF-B99C-9865-B014-6EFA6E23054B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7" name="Text 33">
            <a:extLst>
              <a:ext uri="{FF2B5EF4-FFF2-40B4-BE49-F238E27FC236}">
                <a16:creationId xmlns:a16="http://schemas.microsoft.com/office/drawing/2014/main" id="{C63BE160-693E-0B8B-C5B9-D5AC1D6EC13F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REDACTED_01298</a:t>
            </a:r>
          </a:p>
        </p:txBody>
      </p:sp>
      <p:sp>
        <p:nvSpPr>
          <p:cNvPr id="239" name="Text 33">
            <a:extLst>
              <a:ext uri="{FF2B5EF4-FFF2-40B4-BE49-F238E27FC236}">
                <a16:creationId xmlns:a16="http://schemas.microsoft.com/office/drawing/2014/main" id="{DB55BDCB-FE00-D4E4-8F5E-C12F68C24984}"/>
              </a:ext>
            </a:extLst>
          </p:cNvPr>
          <p:cNvSpPr/>
          <p:nvPr/>
        </p:nvSpPr>
        <p:spPr>
          <a:xfrm>
            <a:off x="180001" y="2511851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REDACTED_01299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REDACTED_01300</a:t>
            </a:r>
            <a:r>
              <a:rPr lang="en-US" sz="800" err="1">
                <a:solidFill>
                  <a:srgbClr val="444444"/>
                </a:solidFill>
              </a:rPr>
              <a:t>REDACTED_00569</a:t>
            </a:r>
            <a:r>
              <a:rPr lang="en-US" sz="800">
                <a:solidFill>
                  <a:srgbClr val="444444"/>
                </a:solidFill>
              </a:rPr>
              <a:t>REDACTED_01301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REDACTED_01302</a:t>
            </a:r>
            <a:endParaRPr lang="en-US" sz="800"/>
          </a:p>
        </p:txBody>
      </p:sp>
      <p:sp>
        <p:nvSpPr>
          <p:cNvPr id="246" name="Text 31">
            <a:extLst>
              <a:ext uri="{FF2B5EF4-FFF2-40B4-BE49-F238E27FC236}">
                <a16:creationId xmlns:a16="http://schemas.microsoft.com/office/drawing/2014/main" id="{565F6E1A-C185-804B-8F80-306CB55622FD}"/>
              </a:ext>
            </a:extLst>
          </p:cNvPr>
          <p:cNvSpPr/>
          <p:nvPr/>
        </p:nvSpPr>
        <p:spPr>
          <a:xfrm>
            <a:off x="180000" y="2344598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64" name="Shape 32">
            <a:extLst>
              <a:ext uri="{FF2B5EF4-FFF2-40B4-BE49-F238E27FC236}">
                <a16:creationId xmlns:a16="http://schemas.microsoft.com/office/drawing/2014/main" id="{1F112528-DBA7-6128-4DE9-5185CD9E0F28}"/>
              </a:ext>
            </a:extLst>
          </p:cNvPr>
          <p:cNvSpPr/>
          <p:nvPr/>
        </p:nvSpPr>
        <p:spPr>
          <a:xfrm>
            <a:off x="144000" y="2463470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6" name="Shape 10">
            <a:extLst>
              <a:ext uri="{FF2B5EF4-FFF2-40B4-BE49-F238E27FC236}">
                <a16:creationId xmlns:a16="http://schemas.microsoft.com/office/drawing/2014/main" id="{9CB43C90-99BF-094E-EE51-DF0B4792F859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0" name="Shape 16">
            <a:extLst>
              <a:ext uri="{FF2B5EF4-FFF2-40B4-BE49-F238E27FC236}">
                <a16:creationId xmlns:a16="http://schemas.microsoft.com/office/drawing/2014/main" id="{D600B617-D176-AAF9-2914-D3CEFCC517CA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72" name="Shape 16">
            <a:extLst>
              <a:ext uri="{FF2B5EF4-FFF2-40B4-BE49-F238E27FC236}">
                <a16:creationId xmlns:a16="http://schemas.microsoft.com/office/drawing/2014/main" id="{7D9B4D63-C79F-8287-1B46-60DF7C879E42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74" name="Shape 16">
            <a:extLst>
              <a:ext uri="{FF2B5EF4-FFF2-40B4-BE49-F238E27FC236}">
                <a16:creationId xmlns:a16="http://schemas.microsoft.com/office/drawing/2014/main" id="{8FC8220F-F196-0624-D35C-B260264909FC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76" name="Shape 16">
            <a:extLst>
              <a:ext uri="{FF2B5EF4-FFF2-40B4-BE49-F238E27FC236}">
                <a16:creationId xmlns:a16="http://schemas.microsoft.com/office/drawing/2014/main" id="{6CD39608-A828-CBF0-DF26-BCBB18323669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4DBB0071-F53E-98A9-11FD-72C460626AE4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8864398F-F6C8-D207-2EB7-C117A549BD4E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20AC875B-E251-3CA9-27D1-28FE0C5F028B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9CAC8616-5936-BB79-F564-98FBBDF1B1A5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B82261C9-D1A1-3669-B583-9E5EAA8EC52F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87" name="Shape 37">
              <a:extLst>
                <a:ext uri="{FF2B5EF4-FFF2-40B4-BE49-F238E27FC236}">
                  <a16:creationId xmlns:a16="http://schemas.microsoft.com/office/drawing/2014/main" id="{DE11794E-7A0A-D563-10A9-02F8CEDCAE2C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8" name="Shape 38">
              <a:extLst>
                <a:ext uri="{FF2B5EF4-FFF2-40B4-BE49-F238E27FC236}">
                  <a16:creationId xmlns:a16="http://schemas.microsoft.com/office/drawing/2014/main" id="{40A5AF1B-D0BF-0F6E-5B93-3D5BB99AE47A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9" name="Text 39">
              <a:extLst>
                <a:ext uri="{FF2B5EF4-FFF2-40B4-BE49-F238E27FC236}">
                  <a16:creationId xmlns:a16="http://schemas.microsoft.com/office/drawing/2014/main" id="{059D8C6C-E5E6-F940-8833-88EEAEEED4D4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REDACTED_01303</a:t>
              </a:r>
              <a:endParaRPr lang="en-US" sz="800"/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38AC5232-7092-CB4E-7072-27108D73F15E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91" name="Shape 37">
              <a:extLst>
                <a:ext uri="{FF2B5EF4-FFF2-40B4-BE49-F238E27FC236}">
                  <a16:creationId xmlns:a16="http://schemas.microsoft.com/office/drawing/2014/main" id="{28389EBB-A70A-243E-B35A-3847851E30ED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2" name="Shape 38">
              <a:extLst>
                <a:ext uri="{FF2B5EF4-FFF2-40B4-BE49-F238E27FC236}">
                  <a16:creationId xmlns:a16="http://schemas.microsoft.com/office/drawing/2014/main" id="{EEAF63D3-4354-BE09-0F31-2B69E87E5C4D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3" name="Text 39">
              <a:extLst>
                <a:ext uri="{FF2B5EF4-FFF2-40B4-BE49-F238E27FC236}">
                  <a16:creationId xmlns:a16="http://schemas.microsoft.com/office/drawing/2014/main" id="{EC5C2345-0DFC-79E4-F60F-118742CD3FF0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REDACTED_01304</a:t>
              </a:r>
              <a:r>
                <a:rPr lang="en-US" sz="800" err="1">
                  <a:solidFill>
                    <a:srgbClr val="1A3A36"/>
                  </a:solidFill>
                </a:rPr>
                <a:t>REDACTED_00119</a:t>
              </a:r>
              <a:r>
                <a:rPr lang="en-US" sz="800">
                  <a:solidFill>
                    <a:srgbClr val="1A3A36"/>
                  </a:solidFill>
                </a:rPr>
                <a:t>REDACTED_01305</a:t>
              </a:r>
              <a:endParaRPr lang="en-US" sz="800"/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6487FFE9-2E2D-7DA1-88C1-49330D1C8A76}"/>
              </a:ext>
            </a:extLst>
          </p:cNvPr>
          <p:cNvGrpSpPr/>
          <p:nvPr/>
        </p:nvGrpSpPr>
        <p:grpSpPr>
          <a:xfrm>
            <a:off x="3717780" y="2472280"/>
            <a:ext cx="3065147" cy="336564"/>
            <a:chOff x="3828681" y="1696973"/>
            <a:chExt cx="7721343" cy="449118"/>
          </a:xfrm>
        </p:grpSpPr>
        <p:sp>
          <p:nvSpPr>
            <p:cNvPr id="295" name="Shape 37">
              <a:extLst>
                <a:ext uri="{FF2B5EF4-FFF2-40B4-BE49-F238E27FC236}">
                  <a16:creationId xmlns:a16="http://schemas.microsoft.com/office/drawing/2014/main" id="{883654DE-02F7-A750-343A-49CE88A72B5C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6" name="Shape 38">
              <a:extLst>
                <a:ext uri="{FF2B5EF4-FFF2-40B4-BE49-F238E27FC236}">
                  <a16:creationId xmlns:a16="http://schemas.microsoft.com/office/drawing/2014/main" id="{17C341F3-C860-FF79-80FD-21EEE463FF61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7" name="Text 39">
              <a:extLst>
                <a:ext uri="{FF2B5EF4-FFF2-40B4-BE49-F238E27FC236}">
                  <a16:creationId xmlns:a16="http://schemas.microsoft.com/office/drawing/2014/main" id="{DFBE2018-C6B4-60CB-E53C-D783BDE567CF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REDACTED_01306</a:t>
              </a:r>
              <a:endParaRPr lang="en-US" sz="800"/>
            </a:p>
          </p:txBody>
        </p:sp>
      </p:grpSp>
      <p:sp>
        <p:nvSpPr>
          <p:cNvPr id="298" name="Shape 229">
            <a:extLst>
              <a:ext uri="{FF2B5EF4-FFF2-40B4-BE49-F238E27FC236}">
                <a16:creationId xmlns:a16="http://schemas.microsoft.com/office/drawing/2014/main" id="{0CC6BD0C-3E69-7A92-1B32-62FBD63417D4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300" name="Shape 46">
            <a:extLst>
              <a:ext uri="{FF2B5EF4-FFF2-40B4-BE49-F238E27FC236}">
                <a16:creationId xmlns:a16="http://schemas.microsoft.com/office/drawing/2014/main" id="{700F86FC-0C6F-1549-6038-2C69AD03A854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236DD35B-E9C0-D236-B678-6C5B143E95C2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6" name="Text 35">
            <a:extLst>
              <a:ext uri="{FF2B5EF4-FFF2-40B4-BE49-F238E27FC236}">
                <a16:creationId xmlns:a16="http://schemas.microsoft.com/office/drawing/2014/main" id="{7C0CACC7-2D0B-9E9B-4140-F52190837D0A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18" name="Shape 36">
            <a:extLst>
              <a:ext uri="{FF2B5EF4-FFF2-40B4-BE49-F238E27FC236}">
                <a16:creationId xmlns:a16="http://schemas.microsoft.com/office/drawing/2014/main" id="{907A7B4E-42ED-1150-5722-0B616CB52BDF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0" name="Shape 36">
            <a:extLst>
              <a:ext uri="{FF2B5EF4-FFF2-40B4-BE49-F238E27FC236}">
                <a16:creationId xmlns:a16="http://schemas.microsoft.com/office/drawing/2014/main" id="{7095BEC2-5139-B3D5-3732-B52F2C6BED4D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2" name="Text 35">
            <a:extLst>
              <a:ext uri="{FF2B5EF4-FFF2-40B4-BE49-F238E27FC236}">
                <a16:creationId xmlns:a16="http://schemas.microsoft.com/office/drawing/2014/main" id="{47AE91E1-2395-3A50-49FB-67C60F473893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24" name="Text 90">
            <a:extLst>
              <a:ext uri="{FF2B5EF4-FFF2-40B4-BE49-F238E27FC236}">
                <a16:creationId xmlns:a16="http://schemas.microsoft.com/office/drawing/2014/main" id="{5EC1E9BB-9980-867D-60B4-58FCA8340383}"/>
              </a:ext>
            </a:extLst>
          </p:cNvPr>
          <p:cNvSpPr/>
          <p:nvPr/>
        </p:nvSpPr>
        <p:spPr>
          <a:xfrm>
            <a:off x="7402005" y="1917812"/>
            <a:ext cx="1691177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REDACTED_01307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FF9A5E-CD06-50ED-063D-E614CEF75E48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/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89F074-3009-7A64-2164-467584E07481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REDACTED_00017</a:t>
            </a: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8F8FF16A-E729-3E5B-8F91-9244B49A4ACC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2BBF6F72-EAB1-F891-20BF-22001D3884BB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86A6E842-C4F0-C3A9-E6D9-7C13710D89E2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35">
            <a:extLst>
              <a:ext uri="{FF2B5EF4-FFF2-40B4-BE49-F238E27FC236}">
                <a16:creationId xmlns:a16="http://schemas.microsoft.com/office/drawing/2014/main" id="{5A56F873-C33D-BCE4-84EB-ACC9DED0A880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76E5962F-70E8-04D8-FEFF-81476890E178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53FA65D-2455-8F69-905E-5C74663442F8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49" name="PersonIcon">
              <a:extLst>
                <a:ext uri="{FF2B5EF4-FFF2-40B4-BE49-F238E27FC236}">
                  <a16:creationId xmlns:a16="http://schemas.microsoft.com/office/drawing/2014/main" id="{2AD6793B-B82A-310F-8513-4AD10B7B2EEA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Text 107">
              <a:extLst>
                <a:ext uri="{FF2B5EF4-FFF2-40B4-BE49-F238E27FC236}">
                  <a16:creationId xmlns:a16="http://schemas.microsoft.com/office/drawing/2014/main" id="{74659257-6582-2518-2C64-3F7A9AC41BCF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51" name="Text 108">
              <a:extLst>
                <a:ext uri="{FF2B5EF4-FFF2-40B4-BE49-F238E27FC236}">
                  <a16:creationId xmlns:a16="http://schemas.microsoft.com/office/drawing/2014/main" id="{03DA2F3F-1043-88F4-47A6-A3BDF667CBB6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DF3D86B-1FC4-27ED-2D9D-0B7B3A93DD04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53" name="GradCapIcon">
              <a:extLst>
                <a:ext uri="{FF2B5EF4-FFF2-40B4-BE49-F238E27FC236}">
                  <a16:creationId xmlns:a16="http://schemas.microsoft.com/office/drawing/2014/main" id="{84D8EF8D-028D-94F0-BD53-71BC38A3C14D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Text 111">
              <a:extLst>
                <a:ext uri="{FF2B5EF4-FFF2-40B4-BE49-F238E27FC236}">
                  <a16:creationId xmlns:a16="http://schemas.microsoft.com/office/drawing/2014/main" id="{36D6B48B-C69E-AA6B-83BB-9354F94F8A2B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55" name="Text 112">
              <a:extLst>
                <a:ext uri="{FF2B5EF4-FFF2-40B4-BE49-F238E27FC236}">
                  <a16:creationId xmlns:a16="http://schemas.microsoft.com/office/drawing/2014/main" id="{A53E12C9-3FA2-45E1-DE64-24DDA3CC3B2B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472B976-ED6A-1B93-54D1-CD1C17F0062D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57" name="BuildingIcon">
              <a:extLst>
                <a:ext uri="{FF2B5EF4-FFF2-40B4-BE49-F238E27FC236}">
                  <a16:creationId xmlns:a16="http://schemas.microsoft.com/office/drawing/2014/main" id="{73FF9604-7A55-091D-8013-28C073B5C2D8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Text 109">
              <a:extLst>
                <a:ext uri="{FF2B5EF4-FFF2-40B4-BE49-F238E27FC236}">
                  <a16:creationId xmlns:a16="http://schemas.microsoft.com/office/drawing/2014/main" id="{3F59844C-84FC-687C-0C9A-F083909BC0FE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59" name="Text 110">
              <a:extLst>
                <a:ext uri="{FF2B5EF4-FFF2-40B4-BE49-F238E27FC236}">
                  <a16:creationId xmlns:a16="http://schemas.microsoft.com/office/drawing/2014/main" id="{6362ACC0-13EA-F919-E970-01A133160B39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6687701-9E0E-BE4B-4536-D9AB5AED57B4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40AB68C-D67F-6749-18C1-886EFC9074D3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63" name="Text 109">
                <a:extLst>
                  <a:ext uri="{FF2B5EF4-FFF2-40B4-BE49-F238E27FC236}">
                    <a16:creationId xmlns:a16="http://schemas.microsoft.com/office/drawing/2014/main" id="{6DCCDBFB-2E90-12EF-E951-5EBA1375E7CE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64" name="Text 110">
                <a:extLst>
                  <a:ext uri="{FF2B5EF4-FFF2-40B4-BE49-F238E27FC236}">
                    <a16:creationId xmlns:a16="http://schemas.microsoft.com/office/drawing/2014/main" id="{8025E500-841D-C1AD-2956-7668064040F7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REDACTED_01157</a:t>
                </a:r>
                <a:endParaRPr lang="en-US" sz="800"/>
              </a:p>
            </p:txBody>
          </p:sp>
        </p:grpSp>
        <p:pic>
          <p:nvPicPr>
            <p:cNvPr id="62" name="Graphic 61" descr="Management with solid fill">
              <a:extLst>
                <a:ext uri="{FF2B5EF4-FFF2-40B4-BE49-F238E27FC236}">
                  <a16:creationId xmlns:a16="http://schemas.microsoft.com/office/drawing/2014/main" id="{BC618807-97FB-BB3C-A7A5-9DEC3A39D4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269CDFB-D818-EEDE-1E79-922258D35B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  <p:sp>
        <p:nvSpPr>
          <p:cNvPr id="4" name="Text 11">
            <a:extLst>
              <a:ext uri="{FF2B5EF4-FFF2-40B4-BE49-F238E27FC236}">
                <a16:creationId xmlns:a16="http://schemas.microsoft.com/office/drawing/2014/main" id="{1CEA2637-690E-2DD9-8A3D-9C14495CEED7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REDACTED_00930</a:t>
            </a:r>
          </a:p>
          <a:p>
            <a:r>
              <a:rPr lang="en-US" sz="650" b="1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BEE020D5-B651-E6BE-8C62-658C92EE9BD1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31F20314-C420-B4A1-2731-6D62F3FA41AF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REDACTED_01030</a:t>
            </a:r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6090683C-CD0F-56E1-1B3A-C37CD1DF0C45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REDACTED_01286</a:t>
            </a:r>
          </a:p>
        </p:txBody>
      </p:sp>
      <p:sp>
        <p:nvSpPr>
          <p:cNvPr id="12" name="Text 23">
            <a:extLst>
              <a:ext uri="{FF2B5EF4-FFF2-40B4-BE49-F238E27FC236}">
                <a16:creationId xmlns:a16="http://schemas.microsoft.com/office/drawing/2014/main" id="{A13366A8-4149-9557-F9B3-A67A701DCE8A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14" name="Text 28">
            <a:extLst>
              <a:ext uri="{FF2B5EF4-FFF2-40B4-BE49-F238E27FC236}">
                <a16:creationId xmlns:a16="http://schemas.microsoft.com/office/drawing/2014/main" id="{01051A26-80D4-A924-E80C-C166FD5985CF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C8FCC39E-6D69-614A-C6F3-15F9F0002F29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REDACTED_01033</a:t>
            </a:r>
          </a:p>
          <a:p>
            <a:r>
              <a:rPr lang="en-US" sz="650">
                <a:solidFill>
                  <a:srgbClr val="444444"/>
                </a:solidFill>
              </a:rPr>
              <a:t>REDACTED_01034</a:t>
            </a:r>
          </a:p>
        </p:txBody>
      </p:sp>
      <p:sp>
        <p:nvSpPr>
          <p:cNvPr id="18" name="Shape 188">
            <a:extLst>
              <a:ext uri="{FF2B5EF4-FFF2-40B4-BE49-F238E27FC236}">
                <a16:creationId xmlns:a16="http://schemas.microsoft.com/office/drawing/2014/main" id="{EEC1BC35-6F19-627D-AC7F-9990DF795D8A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9">
            <a:extLst>
              <a:ext uri="{FF2B5EF4-FFF2-40B4-BE49-F238E27FC236}">
                <a16:creationId xmlns:a16="http://schemas.microsoft.com/office/drawing/2014/main" id="{3FEED227-BF17-4BDB-7269-7079BB367F8D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576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190">
            <a:extLst>
              <a:ext uri="{FF2B5EF4-FFF2-40B4-BE49-F238E27FC236}">
                <a16:creationId xmlns:a16="http://schemas.microsoft.com/office/drawing/2014/main" id="{214FC83F-7D54-B956-4528-E143AB514AB5}"/>
              </a:ext>
            </a:extLst>
          </p:cNvPr>
          <p:cNvSpPr>
            <a:spLocks/>
          </p:cNvSpPr>
          <p:nvPr/>
        </p:nvSpPr>
        <p:spPr>
          <a:xfrm>
            <a:off x="10022549" y="3413005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06">
            <a:extLst>
              <a:ext uri="{FF2B5EF4-FFF2-40B4-BE49-F238E27FC236}">
                <a16:creationId xmlns:a16="http://schemas.microsoft.com/office/drawing/2014/main" id="{652A2554-4445-AB4C-33C4-6630693157DB}"/>
              </a:ext>
            </a:extLst>
          </p:cNvPr>
          <p:cNvSpPr>
            <a:spLocks/>
          </p:cNvSpPr>
          <p:nvPr/>
        </p:nvSpPr>
        <p:spPr>
          <a:xfrm>
            <a:off x="9986549" y="2802563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26" name="Shape 210">
            <a:extLst>
              <a:ext uri="{FF2B5EF4-FFF2-40B4-BE49-F238E27FC236}">
                <a16:creationId xmlns:a16="http://schemas.microsoft.com/office/drawing/2014/main" id="{1D011C76-D5B2-CE9B-030F-869B8076FB93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191">
            <a:extLst>
              <a:ext uri="{FF2B5EF4-FFF2-40B4-BE49-F238E27FC236}">
                <a16:creationId xmlns:a16="http://schemas.microsoft.com/office/drawing/2014/main" id="{B565A07F-7D2F-842E-4DEE-B4F3E0B4FAC9}"/>
              </a:ext>
            </a:extLst>
          </p:cNvPr>
          <p:cNvSpPr/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650" b="1">
                <a:solidFill>
                  <a:schemeClr val="accent1"/>
                </a:solidFill>
              </a:rPr>
              <a:t>REDACTED_00051</a:t>
            </a:r>
          </a:p>
        </p:txBody>
      </p:sp>
      <p:sp>
        <p:nvSpPr>
          <p:cNvPr id="30" name="Shape 202">
            <a:extLst>
              <a:ext uri="{FF2B5EF4-FFF2-40B4-BE49-F238E27FC236}">
                <a16:creationId xmlns:a16="http://schemas.microsoft.com/office/drawing/2014/main" id="{06E7474E-81F6-DEEC-A7F9-9D364807C065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Text 207">
            <a:extLst>
              <a:ext uri="{FF2B5EF4-FFF2-40B4-BE49-F238E27FC236}">
                <a16:creationId xmlns:a16="http://schemas.microsoft.com/office/drawing/2014/main" id="{7F83E38D-ABD8-C91F-D128-7513B469E408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REDACTED_00055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35" name="Text 211">
            <a:extLst>
              <a:ext uri="{FF2B5EF4-FFF2-40B4-BE49-F238E27FC236}">
                <a16:creationId xmlns:a16="http://schemas.microsoft.com/office/drawing/2014/main" id="{F2EF374A-0CCA-D454-C573-BA9BD6C34BB9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REDACTED_00057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41" name="Text 203">
            <a:extLst>
              <a:ext uri="{FF2B5EF4-FFF2-40B4-BE49-F238E27FC236}">
                <a16:creationId xmlns:a16="http://schemas.microsoft.com/office/drawing/2014/main" id="{D0C3D29F-6BA8-59A4-E679-5E1E56F78738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46" name="Shape 202">
            <a:extLst>
              <a:ext uri="{FF2B5EF4-FFF2-40B4-BE49-F238E27FC236}">
                <a16:creationId xmlns:a16="http://schemas.microsoft.com/office/drawing/2014/main" id="{398684FE-599B-48BE-404A-35CB5419DF52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0" name="Text 207">
            <a:extLst>
              <a:ext uri="{FF2B5EF4-FFF2-40B4-BE49-F238E27FC236}">
                <a16:creationId xmlns:a16="http://schemas.microsoft.com/office/drawing/2014/main" id="{FBEE52DE-EBC1-A34F-B5D6-3EB1BF351F75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REDACTED_00054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72" name="Text 194">
            <a:extLst>
              <a:ext uri="{FF2B5EF4-FFF2-40B4-BE49-F238E27FC236}">
                <a16:creationId xmlns:a16="http://schemas.microsoft.com/office/drawing/2014/main" id="{0F479A37-1CD3-A90F-9ECC-E73BA4AAAEA1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REDACTED_00052</a:t>
            </a:r>
          </a:p>
        </p:txBody>
      </p:sp>
      <p:sp>
        <p:nvSpPr>
          <p:cNvPr id="74" name="Shape 198">
            <a:extLst>
              <a:ext uri="{FF2B5EF4-FFF2-40B4-BE49-F238E27FC236}">
                <a16:creationId xmlns:a16="http://schemas.microsoft.com/office/drawing/2014/main" id="{A7C6E84B-FC37-B35E-0284-C9F4EF0E6F68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6" name="Text 199">
            <a:extLst>
              <a:ext uri="{FF2B5EF4-FFF2-40B4-BE49-F238E27FC236}">
                <a16:creationId xmlns:a16="http://schemas.microsoft.com/office/drawing/2014/main" id="{D27E6956-D9CB-5A3C-C359-1E274CCF43F9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89">
            <a:extLst>
              <a:ext uri="{FF2B5EF4-FFF2-40B4-BE49-F238E27FC236}">
                <a16:creationId xmlns:a16="http://schemas.microsoft.com/office/drawing/2014/main" id="{9BA5364A-CE97-9A9F-4F26-9736C4855EB0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solidFill>
            <a:srgbClr val="B8CCCC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2" name="Shape 9">
            <a:extLst>
              <a:ext uri="{FF2B5EF4-FFF2-40B4-BE49-F238E27FC236}">
                <a16:creationId xmlns:a16="http://schemas.microsoft.com/office/drawing/2014/main" id="{FCB3FBB6-9178-2C46-C051-7AB23B9C5A42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3" name="Shape 46">
            <a:extLst>
              <a:ext uri="{FF2B5EF4-FFF2-40B4-BE49-F238E27FC236}">
                <a16:creationId xmlns:a16="http://schemas.microsoft.com/office/drawing/2014/main" id="{8D5EC786-AB6D-778B-153B-4F3458EE81AF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8" name="Shape 46">
            <a:extLst>
              <a:ext uri="{FF2B5EF4-FFF2-40B4-BE49-F238E27FC236}">
                <a16:creationId xmlns:a16="http://schemas.microsoft.com/office/drawing/2014/main" id="{28DE6258-9FD8-C087-3638-500CFC5D17FA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2" name="Shape 105">
            <a:extLst>
              <a:ext uri="{FF2B5EF4-FFF2-40B4-BE49-F238E27FC236}">
                <a16:creationId xmlns:a16="http://schemas.microsoft.com/office/drawing/2014/main" id="{61518E0C-9ABA-71CA-61C0-8DAA1ECDD8A7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5" name="Shape 13">
            <a:extLst>
              <a:ext uri="{FF2B5EF4-FFF2-40B4-BE49-F238E27FC236}">
                <a16:creationId xmlns:a16="http://schemas.microsoft.com/office/drawing/2014/main" id="{AE739485-3E5C-A7A8-D5B4-42AA74639767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1" name="Shape 13">
            <a:extLst>
              <a:ext uri="{FF2B5EF4-FFF2-40B4-BE49-F238E27FC236}">
                <a16:creationId xmlns:a16="http://schemas.microsoft.com/office/drawing/2014/main" id="{EBCF6618-A185-5362-70BC-F860C98E1A81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9" name="Shape 229">
            <a:extLst>
              <a:ext uri="{FF2B5EF4-FFF2-40B4-BE49-F238E27FC236}">
                <a16:creationId xmlns:a16="http://schemas.microsoft.com/office/drawing/2014/main" id="{FB376C9E-D6CE-55AC-9832-D8C7FA1656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8" name="Shape 229">
            <a:extLst>
              <a:ext uri="{FF2B5EF4-FFF2-40B4-BE49-F238E27FC236}">
                <a16:creationId xmlns:a16="http://schemas.microsoft.com/office/drawing/2014/main" id="{67A5FD98-4223-868F-ED90-989EC56C7373}"/>
              </a:ext>
            </a:extLst>
          </p:cNvPr>
          <p:cNvSpPr/>
          <p:nvPr/>
        </p:nvSpPr>
        <p:spPr>
          <a:xfrm>
            <a:off x="7561715" y="8525735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Shape 46">
            <a:extLst>
              <a:ext uri="{FF2B5EF4-FFF2-40B4-BE49-F238E27FC236}">
                <a16:creationId xmlns:a16="http://schemas.microsoft.com/office/drawing/2014/main" id="{CECB2E70-176E-28D3-B643-8F2B97EFDB34}"/>
              </a:ext>
            </a:extLst>
          </p:cNvPr>
          <p:cNvSpPr/>
          <p:nvPr/>
        </p:nvSpPr>
        <p:spPr>
          <a:xfrm>
            <a:off x="4539610" y="8530380"/>
            <a:ext cx="2970319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3B6D0B-816A-6D54-CD54-B9AD8C18C49B}"/>
              </a:ext>
            </a:extLst>
          </p:cNvPr>
          <p:cNvSpPr txBox="1"/>
          <p:nvPr/>
        </p:nvSpPr>
        <p:spPr>
          <a:xfrm>
            <a:off x="7661715" y="8625735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4E14C9-B690-97E8-75E9-D692B3392B2D}"/>
              </a:ext>
            </a:extLst>
          </p:cNvPr>
          <p:cNvSpPr txBox="1"/>
          <p:nvPr/>
        </p:nvSpPr>
        <p:spPr>
          <a:xfrm>
            <a:off x="4639610" y="8630380"/>
            <a:ext cx="2765448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 err="1">
                <a:solidFill>
                  <a:srgbClr val="444444"/>
                </a:solidFill>
              </a:rPr>
              <a:t>REDACTED_01005</a:t>
            </a:r>
            <a:r>
              <a:rPr lang="en-US" sz="700">
                <a:solidFill>
                  <a:srgbClr val="444444"/>
                </a:solidFill>
              </a:rPr>
              <a:t>REDACTED_01308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REDACTED_01309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REDACTED_01310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469D54E-FE66-7E18-C61C-67A9CC578B60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7" name="Text 2">
            <a:extLst>
              <a:ext uri="{FF2B5EF4-FFF2-40B4-BE49-F238E27FC236}">
                <a16:creationId xmlns:a16="http://schemas.microsoft.com/office/drawing/2014/main" id="{82DB7EB8-C376-7383-F9CF-778C77C1502C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REDACTED_01311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DC05E30-E7A9-137E-9ADA-10624B934BD9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2137510-B4EB-DF2A-4213-6F702AFAEEC6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>
                  <a:solidFill>
                    <a:schemeClr val="accent1"/>
                  </a:solidFill>
                </a:rPr>
                <a:t>REDACTED_01312</a:t>
              </a:r>
            </a:p>
          </p:txBody>
        </p:sp>
        <p:sp>
          <p:nvSpPr>
            <p:cNvPr id="90" name="Text 4">
              <a:extLst>
                <a:ext uri="{FF2B5EF4-FFF2-40B4-BE49-F238E27FC236}">
                  <a16:creationId xmlns:a16="http://schemas.microsoft.com/office/drawing/2014/main" id="{2D245B6C-6C49-5B6C-F6CE-5AC61333F793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REDACTED_01313</a:t>
              </a:r>
            </a:p>
          </p:txBody>
        </p:sp>
      </p:grpSp>
      <p:sp>
        <p:nvSpPr>
          <p:cNvPr id="92" name="Shape 5">
            <a:extLst>
              <a:ext uri="{FF2B5EF4-FFF2-40B4-BE49-F238E27FC236}">
                <a16:creationId xmlns:a16="http://schemas.microsoft.com/office/drawing/2014/main" id="{3B459A68-047B-2EFC-8C6A-26BB27BE2FFE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93" name="Text 6">
            <a:extLst>
              <a:ext uri="{FF2B5EF4-FFF2-40B4-BE49-F238E27FC236}">
                <a16:creationId xmlns:a16="http://schemas.microsoft.com/office/drawing/2014/main" id="{F9350042-5D6E-B74E-AF6B-A3809ED8F7F5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REDACTED_01211</a:t>
            </a:r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94" name="Shape 7">
            <a:extLst>
              <a:ext uri="{FF2B5EF4-FFF2-40B4-BE49-F238E27FC236}">
                <a16:creationId xmlns:a16="http://schemas.microsoft.com/office/drawing/2014/main" id="{611193B2-45AE-FBB5-2100-5230FB9B5615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5" name="Text 8">
            <a:extLst>
              <a:ext uri="{FF2B5EF4-FFF2-40B4-BE49-F238E27FC236}">
                <a16:creationId xmlns:a16="http://schemas.microsoft.com/office/drawing/2014/main" id="{AE2CAE8A-E3CB-999C-3E65-05EC41E69078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REDACTED_01082</a:t>
            </a:r>
          </a:p>
        </p:txBody>
      </p:sp>
      <p:sp>
        <p:nvSpPr>
          <p:cNvPr id="144" name="Shape 10">
            <a:extLst>
              <a:ext uri="{FF2B5EF4-FFF2-40B4-BE49-F238E27FC236}">
                <a16:creationId xmlns:a16="http://schemas.microsoft.com/office/drawing/2014/main" id="{33FB6CB1-A628-46DD-5F7E-2F1AD1B60436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6" name="Text 11">
            <a:extLst>
              <a:ext uri="{FF2B5EF4-FFF2-40B4-BE49-F238E27FC236}">
                <a16:creationId xmlns:a16="http://schemas.microsoft.com/office/drawing/2014/main" id="{221DADEA-C63F-F926-A155-EE96BF96DFE7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48" name="Text 12">
            <a:extLst>
              <a:ext uri="{FF2B5EF4-FFF2-40B4-BE49-F238E27FC236}">
                <a16:creationId xmlns:a16="http://schemas.microsoft.com/office/drawing/2014/main" id="{BCF10C5B-AF1A-B158-38E6-ECB268B9C5D3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REDACTED_01314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REDACTED_01315</a:t>
            </a:r>
            <a:endParaRPr lang="en-US" sz="800"/>
          </a:p>
        </p:txBody>
      </p:sp>
      <p:grpSp>
        <p:nvGrpSpPr>
          <p:cNvPr id="241" name="Group 240"/>
          <p:cNvGrpSpPr/>
          <p:nvPr/>
        </p:nvGrpSpPr>
        <p:grpSpPr>
          <a:xfrm>
            <a:off x="9770789" y="1533598"/>
            <a:ext cx="2333207" cy="635928"/>
            <a:chOff x="10112273" y="2891965"/>
            <a:chExt cx="1920240" cy="580547"/>
          </a:xfrm>
        </p:grpSpPr>
        <p:sp>
          <p:nvSpPr>
            <p:cNvPr id="245" name="Shape 243"/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3" name="Text 241a"/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247" name="Text 245a"/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46" name="Shape 245a"/>
            <p:cNvSpPr/>
            <p:nvPr/>
          </p:nvSpPr>
          <p:spPr>
            <a:xfrm>
              <a:off x="10198303" y="3237891"/>
              <a:ext cx="139000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249" name="Text 247a"/>
            <p:cNvSpPr/>
            <p:nvPr/>
          </p:nvSpPr>
          <p:spPr>
            <a:xfrm>
              <a:off x="11700022" y="3289632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REDACTED_00351</a:t>
              </a:r>
            </a:p>
          </p:txBody>
        </p:sp>
      </p:grpSp>
      <p:sp>
        <p:nvSpPr>
          <p:cNvPr id="167" name="Text 6">
            <a:extLst>
              <a:ext uri="{FF2B5EF4-FFF2-40B4-BE49-F238E27FC236}">
                <a16:creationId xmlns:a16="http://schemas.microsoft.com/office/drawing/2014/main" id="{7E9A01D6-A653-5F47-E6A4-D429D89BDD27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73" name="Shape 130">
            <a:extLst>
              <a:ext uri="{FF2B5EF4-FFF2-40B4-BE49-F238E27FC236}">
                <a16:creationId xmlns:a16="http://schemas.microsoft.com/office/drawing/2014/main" id="{52A1B362-8C96-3A9A-D035-3E3473200EEC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4B40864-05DE-65A0-95E8-D1651C84CB37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77" name="Picture 176" descr="A black and blue logo  AI-generated content may be incorrect.">
            <a:extLst>
              <a:ext uri="{FF2B5EF4-FFF2-40B4-BE49-F238E27FC236}">
                <a16:creationId xmlns:a16="http://schemas.microsoft.com/office/drawing/2014/main" id="{44D33A60-13FF-54EF-86C1-71AF5E62E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sp>
        <p:nvSpPr>
          <p:cNvPr id="182" name="Text 211a">
            <a:extLst>
              <a:ext uri="{FF2B5EF4-FFF2-40B4-BE49-F238E27FC236}">
                <a16:creationId xmlns:a16="http://schemas.microsoft.com/office/drawing/2014/main" id="{1EB85F54-7952-F14B-597F-B32B641372D8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84" name="Text 213a">
            <a:extLst>
              <a:ext uri="{FF2B5EF4-FFF2-40B4-BE49-F238E27FC236}">
                <a16:creationId xmlns:a16="http://schemas.microsoft.com/office/drawing/2014/main" id="{1F4BED0B-DD98-8441-F656-FC49FA636166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86" name="Text 218a">
            <a:extLst>
              <a:ext uri="{FF2B5EF4-FFF2-40B4-BE49-F238E27FC236}">
                <a16:creationId xmlns:a16="http://schemas.microsoft.com/office/drawing/2014/main" id="{3002F017-06C1-91AA-C245-1C5417E8212B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190" name="Shape 229">
            <a:extLst>
              <a:ext uri="{FF2B5EF4-FFF2-40B4-BE49-F238E27FC236}">
                <a16:creationId xmlns:a16="http://schemas.microsoft.com/office/drawing/2014/main" id="{7E34F57C-B7D5-5625-FDA1-CFF210971F04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REDACTED_01316</a:t>
            </a:r>
          </a:p>
        </p:txBody>
      </p:sp>
      <p:sp>
        <p:nvSpPr>
          <p:cNvPr id="195" name="Shape 105">
            <a:extLst>
              <a:ext uri="{FF2B5EF4-FFF2-40B4-BE49-F238E27FC236}">
                <a16:creationId xmlns:a16="http://schemas.microsoft.com/office/drawing/2014/main" id="{91B7CEA5-4E48-9FE7-DE2C-7EE6D9F0ECAD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1" name="Shape 10">
            <a:extLst>
              <a:ext uri="{FF2B5EF4-FFF2-40B4-BE49-F238E27FC236}">
                <a16:creationId xmlns:a16="http://schemas.microsoft.com/office/drawing/2014/main" id="{2401ADE2-2AAE-2577-7BC0-E2776C998D5B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5" name="Shape 10">
            <a:extLst>
              <a:ext uri="{FF2B5EF4-FFF2-40B4-BE49-F238E27FC236}">
                <a16:creationId xmlns:a16="http://schemas.microsoft.com/office/drawing/2014/main" id="{24126A0E-D2AA-90D2-D480-41423D0EDF3B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7" name="Shape 32">
            <a:extLst>
              <a:ext uri="{FF2B5EF4-FFF2-40B4-BE49-F238E27FC236}">
                <a16:creationId xmlns:a16="http://schemas.microsoft.com/office/drawing/2014/main" id="{47910536-281B-DAE2-45E4-37023313190E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9" name="Shape 32">
            <a:extLst>
              <a:ext uri="{FF2B5EF4-FFF2-40B4-BE49-F238E27FC236}">
                <a16:creationId xmlns:a16="http://schemas.microsoft.com/office/drawing/2014/main" id="{59F6007F-C5EB-25DB-9651-E5ACD8B50CF0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1" name="Text 31">
            <a:extLst>
              <a:ext uri="{FF2B5EF4-FFF2-40B4-BE49-F238E27FC236}">
                <a16:creationId xmlns:a16="http://schemas.microsoft.com/office/drawing/2014/main" id="{335F832A-2EFF-101A-FF69-ED7A57475274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23" name="Shape 32">
            <a:extLst>
              <a:ext uri="{FF2B5EF4-FFF2-40B4-BE49-F238E27FC236}">
                <a16:creationId xmlns:a16="http://schemas.microsoft.com/office/drawing/2014/main" id="{7DAA2805-B539-A34F-110C-1862F35739C9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5" name="Text 33">
            <a:extLst>
              <a:ext uri="{FF2B5EF4-FFF2-40B4-BE49-F238E27FC236}">
                <a16:creationId xmlns:a16="http://schemas.microsoft.com/office/drawing/2014/main" id="{ED3A029C-9470-4226-5F69-F720113EF4D2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REDACTED_01317</a:t>
            </a:r>
            <a:r>
              <a:rPr lang="en-US" sz="800" err="1">
                <a:solidFill>
                  <a:srgbClr val="444444"/>
                </a:solidFill>
              </a:rPr>
              <a:t>REDACTED_00421</a:t>
            </a:r>
            <a:r>
              <a:rPr lang="en-US" sz="800">
                <a:solidFill>
                  <a:srgbClr val="444444"/>
                </a:solidFill>
              </a:rPr>
              <a:t>REDACTED_00318</a:t>
            </a:r>
          </a:p>
        </p:txBody>
      </p:sp>
      <p:sp>
        <p:nvSpPr>
          <p:cNvPr id="227" name="Text 33">
            <a:extLst>
              <a:ext uri="{FF2B5EF4-FFF2-40B4-BE49-F238E27FC236}">
                <a16:creationId xmlns:a16="http://schemas.microsoft.com/office/drawing/2014/main" id="{2FB86CC5-FE73-DF42-937A-32654F4DD9CC}"/>
              </a:ext>
            </a:extLst>
          </p:cNvPr>
          <p:cNvSpPr/>
          <p:nvPr/>
        </p:nvSpPr>
        <p:spPr>
          <a:xfrm>
            <a:off x="180001" y="2537251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REDACTED_01318</a:t>
            </a:r>
            <a:r>
              <a:rPr lang="en-US" sz="800" err="1">
                <a:solidFill>
                  <a:srgbClr val="444444"/>
                </a:solidFill>
              </a:rPr>
              <a:t>REDACTED_00421</a:t>
            </a:r>
            <a:r>
              <a:rPr lang="en-US" sz="800">
                <a:solidFill>
                  <a:srgbClr val="444444"/>
                </a:solidFill>
              </a:rPr>
              <a:t>REDACTED_01319</a:t>
            </a:r>
            <a:endParaRPr lang="en-US" sz="800"/>
          </a:p>
          <a:p>
            <a:r>
              <a:rPr lang="en-US" sz="800">
                <a:solidFill>
                  <a:srgbClr val="444444"/>
                </a:solidFill>
              </a:rPr>
              <a:t>REDACTED_01320</a:t>
            </a:r>
            <a:endParaRPr lang="en-US" sz="800"/>
          </a:p>
        </p:txBody>
      </p:sp>
      <p:sp>
        <p:nvSpPr>
          <p:cNvPr id="229" name="Text 31">
            <a:extLst>
              <a:ext uri="{FF2B5EF4-FFF2-40B4-BE49-F238E27FC236}">
                <a16:creationId xmlns:a16="http://schemas.microsoft.com/office/drawing/2014/main" id="{3F65D545-81BF-0D62-F381-82E960FBE0B7}"/>
              </a:ext>
            </a:extLst>
          </p:cNvPr>
          <p:cNvSpPr/>
          <p:nvPr/>
        </p:nvSpPr>
        <p:spPr>
          <a:xfrm>
            <a:off x="180000" y="2369998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31" name="Shape 32">
            <a:extLst>
              <a:ext uri="{FF2B5EF4-FFF2-40B4-BE49-F238E27FC236}">
                <a16:creationId xmlns:a16="http://schemas.microsoft.com/office/drawing/2014/main" id="{0F054370-DD89-696E-0FE2-4B6A5A3216C0}"/>
              </a:ext>
            </a:extLst>
          </p:cNvPr>
          <p:cNvSpPr/>
          <p:nvPr/>
        </p:nvSpPr>
        <p:spPr>
          <a:xfrm>
            <a:off x="144000" y="2488870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3" name="Shape 10">
            <a:extLst>
              <a:ext uri="{FF2B5EF4-FFF2-40B4-BE49-F238E27FC236}">
                <a16:creationId xmlns:a16="http://schemas.microsoft.com/office/drawing/2014/main" id="{7B3BBBBC-7087-DC63-D20F-1914394F2784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7" name="Shape 16">
            <a:extLst>
              <a:ext uri="{FF2B5EF4-FFF2-40B4-BE49-F238E27FC236}">
                <a16:creationId xmlns:a16="http://schemas.microsoft.com/office/drawing/2014/main" id="{699FDB39-090D-5C44-EAED-D5B49E775581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39" name="Shape 16">
            <a:extLst>
              <a:ext uri="{FF2B5EF4-FFF2-40B4-BE49-F238E27FC236}">
                <a16:creationId xmlns:a16="http://schemas.microsoft.com/office/drawing/2014/main" id="{CB08AD84-F7C3-E23D-4DBA-49A3655FD536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46" name="Shape 16">
            <a:extLst>
              <a:ext uri="{FF2B5EF4-FFF2-40B4-BE49-F238E27FC236}">
                <a16:creationId xmlns:a16="http://schemas.microsoft.com/office/drawing/2014/main" id="{1F4112FB-0AF5-8BD4-CDF8-DC0DF2CD781A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64" name="Shape 16">
            <a:extLst>
              <a:ext uri="{FF2B5EF4-FFF2-40B4-BE49-F238E27FC236}">
                <a16:creationId xmlns:a16="http://schemas.microsoft.com/office/drawing/2014/main" id="{09A5D697-3AD0-B856-DAD5-76B911C71F21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291515DD-72F6-3685-695C-6C8931DF0C39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401197CE-19BE-F908-5547-C02145F18781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4A3469E7-FB3F-70C7-3092-B83F1CFC5760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AB6B00BB-EA0B-1155-DC7D-B4ADF2690B70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8D7AFE9A-889F-EFEF-5DC1-12826CAA52D1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275" name="Shape 37">
              <a:extLst>
                <a:ext uri="{FF2B5EF4-FFF2-40B4-BE49-F238E27FC236}">
                  <a16:creationId xmlns:a16="http://schemas.microsoft.com/office/drawing/2014/main" id="{2350C7D4-AB62-3445-6322-2E3B6C8904A7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6" name="Shape 38">
              <a:extLst>
                <a:ext uri="{FF2B5EF4-FFF2-40B4-BE49-F238E27FC236}">
                  <a16:creationId xmlns:a16="http://schemas.microsoft.com/office/drawing/2014/main" id="{68A569B4-B29D-4546-3807-C6D1979D8289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7" name="Text 39">
              <a:extLst>
                <a:ext uri="{FF2B5EF4-FFF2-40B4-BE49-F238E27FC236}">
                  <a16:creationId xmlns:a16="http://schemas.microsoft.com/office/drawing/2014/main" id="{FC3D2852-BBE1-F59D-E076-E847A51DFACC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REDACTED_01321</a:t>
              </a:r>
              <a:endParaRPr lang="en-US" sz="800"/>
            </a:p>
          </p:txBody>
        </p: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E52358EE-BC72-2C6A-B993-53639E669BE2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279" name="Shape 37">
              <a:extLst>
                <a:ext uri="{FF2B5EF4-FFF2-40B4-BE49-F238E27FC236}">
                  <a16:creationId xmlns:a16="http://schemas.microsoft.com/office/drawing/2014/main" id="{D6F9B546-5069-7374-A289-3B97DD6AB2D1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0" name="Shape 38">
              <a:extLst>
                <a:ext uri="{FF2B5EF4-FFF2-40B4-BE49-F238E27FC236}">
                  <a16:creationId xmlns:a16="http://schemas.microsoft.com/office/drawing/2014/main" id="{35D17D22-7EDA-CE08-DA49-C5C2888E2EF8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1" name="Text 39">
              <a:extLst>
                <a:ext uri="{FF2B5EF4-FFF2-40B4-BE49-F238E27FC236}">
                  <a16:creationId xmlns:a16="http://schemas.microsoft.com/office/drawing/2014/main" id="{82746848-5AA2-EDD8-07FA-98EDADF3BE58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REDACTED_01322</a:t>
              </a:r>
              <a:endParaRPr lang="en-US" sz="800"/>
            </a:p>
          </p:txBody>
        </p:sp>
      </p:grpSp>
      <p:sp>
        <p:nvSpPr>
          <p:cNvPr id="286" name="Shape 229">
            <a:extLst>
              <a:ext uri="{FF2B5EF4-FFF2-40B4-BE49-F238E27FC236}">
                <a16:creationId xmlns:a16="http://schemas.microsoft.com/office/drawing/2014/main" id="{AD073BE1-5AEC-5683-6805-082870A4E75A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>
                <a:solidFill>
                  <a:schemeClr val="accent1"/>
                </a:solidFill>
              </a:rPr>
              <a:t>REDACTED_00082</a:t>
            </a:r>
          </a:p>
        </p:txBody>
      </p:sp>
      <p:sp>
        <p:nvSpPr>
          <p:cNvPr id="288" name="Shape 46">
            <a:extLst>
              <a:ext uri="{FF2B5EF4-FFF2-40B4-BE49-F238E27FC236}">
                <a16:creationId xmlns:a16="http://schemas.microsoft.com/office/drawing/2014/main" id="{F1B3D9D6-7F47-9DDF-6919-580D81B9879B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1492C67-54A7-946A-28F1-703C72C9F718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304" name="Text 35">
            <a:extLst>
              <a:ext uri="{FF2B5EF4-FFF2-40B4-BE49-F238E27FC236}">
                <a16:creationId xmlns:a16="http://schemas.microsoft.com/office/drawing/2014/main" id="{66D61ECE-EFE7-C38D-AC72-966980CA0F77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06" name="Shape 36">
            <a:extLst>
              <a:ext uri="{FF2B5EF4-FFF2-40B4-BE49-F238E27FC236}">
                <a16:creationId xmlns:a16="http://schemas.microsoft.com/office/drawing/2014/main" id="{9E8A24C1-DD91-A9FA-9EFE-3FEE0A9295D7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8" name="Shape 36">
            <a:extLst>
              <a:ext uri="{FF2B5EF4-FFF2-40B4-BE49-F238E27FC236}">
                <a16:creationId xmlns:a16="http://schemas.microsoft.com/office/drawing/2014/main" id="{57E6A72A-5F6D-7AC1-ED3F-34AC1F8751BC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0" name="Text 35">
            <a:extLst>
              <a:ext uri="{FF2B5EF4-FFF2-40B4-BE49-F238E27FC236}">
                <a16:creationId xmlns:a16="http://schemas.microsoft.com/office/drawing/2014/main" id="{12CF1A21-21D8-566C-5347-D46C094A074C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312" name="Text 90">
            <a:extLst>
              <a:ext uri="{FF2B5EF4-FFF2-40B4-BE49-F238E27FC236}">
                <a16:creationId xmlns:a16="http://schemas.microsoft.com/office/drawing/2014/main" id="{9762EB39-AB74-5800-3222-B53AEEA7922E}"/>
              </a:ext>
            </a:extLst>
          </p:cNvPr>
          <p:cNvSpPr/>
          <p:nvPr/>
        </p:nvSpPr>
        <p:spPr>
          <a:xfrm>
            <a:off x="7368967" y="1917812"/>
            <a:ext cx="1757253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REDACTED_01323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28EB54-66D4-D855-4D0C-8E6E7F9D48D5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/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D8B887-B242-1B64-3A08-44AABF3CD14F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REDACTED_00130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REDACTED_00017</a:t>
            </a: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4F9605FE-EF65-75DC-C65B-4186EA66966B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D6187995-E99A-3039-1FBA-30A9AD52C44D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3A883854-7578-28F2-A139-0B8536651DAF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E41BB0D9-637C-0130-FE31-3F840C0AE19A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2487EEF9-58C7-66F8-6837-5C8CDC1FFAAB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DE92D3A-035F-0A3E-6FC1-80D93B8A29F0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49" name="PersonIcon">
              <a:extLst>
                <a:ext uri="{FF2B5EF4-FFF2-40B4-BE49-F238E27FC236}">
                  <a16:creationId xmlns:a16="http://schemas.microsoft.com/office/drawing/2014/main" id="{5994C7A8-D921-314C-94E2-6BB3598DA57C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Text 107">
              <a:extLst>
                <a:ext uri="{FF2B5EF4-FFF2-40B4-BE49-F238E27FC236}">
                  <a16:creationId xmlns:a16="http://schemas.microsoft.com/office/drawing/2014/main" id="{B71FC2F0-E54F-88A4-18AF-C64F1058E926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51" name="Text 108">
              <a:extLst>
                <a:ext uri="{FF2B5EF4-FFF2-40B4-BE49-F238E27FC236}">
                  <a16:creationId xmlns:a16="http://schemas.microsoft.com/office/drawing/2014/main" id="{DAFC5BEA-8C81-2653-374B-A4B8A29CD743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5CD94EF-47A2-14AB-D6E8-BA7AFA94A803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53" name="GradCapIcon">
              <a:extLst>
                <a:ext uri="{FF2B5EF4-FFF2-40B4-BE49-F238E27FC236}">
                  <a16:creationId xmlns:a16="http://schemas.microsoft.com/office/drawing/2014/main" id="{E9957339-79D8-84CA-509D-A345DE6B73B7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Text 111">
              <a:extLst>
                <a:ext uri="{FF2B5EF4-FFF2-40B4-BE49-F238E27FC236}">
                  <a16:creationId xmlns:a16="http://schemas.microsoft.com/office/drawing/2014/main" id="{73AAF6A3-A90A-771C-4015-72631791B2AA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55" name="Text 112">
              <a:extLst>
                <a:ext uri="{FF2B5EF4-FFF2-40B4-BE49-F238E27FC236}">
                  <a16:creationId xmlns:a16="http://schemas.microsoft.com/office/drawing/2014/main" id="{BA9F63A5-EB52-7800-4032-EC58EDC3F77B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F8D7752-24E5-5FD4-8BFC-D973A05FD98D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57" name="BuildingIcon">
              <a:extLst>
                <a:ext uri="{FF2B5EF4-FFF2-40B4-BE49-F238E27FC236}">
                  <a16:creationId xmlns:a16="http://schemas.microsoft.com/office/drawing/2014/main" id="{FA0FA046-3F08-62CD-BB99-0D2F13E922B6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Text 109">
              <a:extLst>
                <a:ext uri="{FF2B5EF4-FFF2-40B4-BE49-F238E27FC236}">
                  <a16:creationId xmlns:a16="http://schemas.microsoft.com/office/drawing/2014/main" id="{D7D9C5CB-7A2C-E78D-F8C9-5859ECE5BA98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59" name="Text 110">
              <a:extLst>
                <a:ext uri="{FF2B5EF4-FFF2-40B4-BE49-F238E27FC236}">
                  <a16:creationId xmlns:a16="http://schemas.microsoft.com/office/drawing/2014/main" id="{2D376291-6F73-D9B2-471C-22FD0A594656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D5E216-6088-F05E-952B-75B9DB89BD8C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398E8CEF-C2F0-F00D-0E72-AC96509F2D45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63" name="Text 109">
                <a:extLst>
                  <a:ext uri="{FF2B5EF4-FFF2-40B4-BE49-F238E27FC236}">
                    <a16:creationId xmlns:a16="http://schemas.microsoft.com/office/drawing/2014/main" id="{3930A3FC-3D0F-2C4B-4695-7E4D751D14F6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64" name="Text 110">
                <a:extLst>
                  <a:ext uri="{FF2B5EF4-FFF2-40B4-BE49-F238E27FC236}">
                    <a16:creationId xmlns:a16="http://schemas.microsoft.com/office/drawing/2014/main" id="{7EB65A3A-DD6F-F7A7-E27F-C62718990229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REDACTED_01157</a:t>
                </a:r>
                <a:endParaRPr lang="en-US" sz="800"/>
              </a:p>
            </p:txBody>
          </p:sp>
        </p:grpSp>
        <p:pic>
          <p:nvPicPr>
            <p:cNvPr id="62" name="Graphic 61" descr="Management with solid fill">
              <a:extLst>
                <a:ext uri="{FF2B5EF4-FFF2-40B4-BE49-F238E27FC236}">
                  <a16:creationId xmlns:a16="http://schemas.microsoft.com/office/drawing/2014/main" id="{DC357C54-83D4-11F9-57AC-D1FB8E1C30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EA7691A-BB4B-69CC-1502-92C4CDBF66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  <p:sp>
        <p:nvSpPr>
          <p:cNvPr id="4" name="Text 11">
            <a:extLst>
              <a:ext uri="{FF2B5EF4-FFF2-40B4-BE49-F238E27FC236}">
                <a16:creationId xmlns:a16="http://schemas.microsoft.com/office/drawing/2014/main" id="{67804DD3-9E99-599A-63AC-FD5DA2582A60}"/>
              </a:ext>
            </a:extLst>
          </p:cNvPr>
          <p:cNvSpPr/>
          <p:nvPr/>
        </p:nvSpPr>
        <p:spPr>
          <a:xfrm>
            <a:off x="10610735" y="293001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>
                <a:solidFill>
                  <a:srgbClr val="444444"/>
                </a:solidFill>
              </a:rPr>
              <a:t>REDACTED_00930</a:t>
            </a:r>
          </a:p>
          <a:p>
            <a:r>
              <a:rPr lang="en-US" sz="650" b="1">
                <a:solidFill>
                  <a:srgbClr val="444444"/>
                </a:solidFill>
              </a:rPr>
              <a:t>REDACTED_00594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EEFEB8E6-BE38-73DF-D1DF-4530D34107D5}"/>
              </a:ext>
            </a:extLst>
          </p:cNvPr>
          <p:cNvSpPr/>
          <p:nvPr/>
        </p:nvSpPr>
        <p:spPr>
          <a:xfrm>
            <a:off x="10610735" y="2973956"/>
            <a:ext cx="1601159" cy="1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15958C2D-5EDF-B430-02B5-BF8700EE027B}"/>
              </a:ext>
            </a:extLst>
          </p:cNvPr>
          <p:cNvSpPr/>
          <p:nvPr/>
        </p:nvSpPr>
        <p:spPr>
          <a:xfrm>
            <a:off x="10610735" y="3416239"/>
            <a:ext cx="1440000" cy="29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REDACTED_01030</a:t>
            </a:r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4CBA565B-5498-36AC-B0FB-37C2EF08E5FC}"/>
              </a:ext>
            </a:extLst>
          </p:cNvPr>
          <p:cNvSpPr/>
          <p:nvPr/>
        </p:nvSpPr>
        <p:spPr>
          <a:xfrm>
            <a:off x="10610736" y="4037483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REDACTED_01286</a:t>
            </a:r>
          </a:p>
        </p:txBody>
      </p:sp>
      <p:sp>
        <p:nvSpPr>
          <p:cNvPr id="12" name="Text 23">
            <a:extLst>
              <a:ext uri="{FF2B5EF4-FFF2-40B4-BE49-F238E27FC236}">
                <a16:creationId xmlns:a16="http://schemas.microsoft.com/office/drawing/2014/main" id="{27B93AC8-50E0-6FA6-EE39-7A897BFA5408}"/>
              </a:ext>
            </a:extLst>
          </p:cNvPr>
          <p:cNvSpPr/>
          <p:nvPr/>
        </p:nvSpPr>
        <p:spPr>
          <a:xfrm>
            <a:off x="10610735" y="4602488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14" name="Text 28">
            <a:extLst>
              <a:ext uri="{FF2B5EF4-FFF2-40B4-BE49-F238E27FC236}">
                <a16:creationId xmlns:a16="http://schemas.microsoft.com/office/drawing/2014/main" id="{9096E3AC-D52C-73B7-3CD4-5864DC20B007}"/>
              </a:ext>
            </a:extLst>
          </p:cNvPr>
          <p:cNvSpPr/>
          <p:nvPr/>
        </p:nvSpPr>
        <p:spPr>
          <a:xfrm>
            <a:off x="10610735" y="5116443"/>
            <a:ext cx="1440000" cy="2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REDACTED_01032</a:t>
            </a:r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359092AF-1001-8F35-478E-B327E6C9A19F}"/>
              </a:ext>
            </a:extLst>
          </p:cNvPr>
          <p:cNvSpPr/>
          <p:nvPr/>
        </p:nvSpPr>
        <p:spPr>
          <a:xfrm>
            <a:off x="10610735" y="5693536"/>
            <a:ext cx="1440000" cy="1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>
                <a:solidFill>
                  <a:srgbClr val="444444"/>
                </a:solidFill>
              </a:rPr>
              <a:t>REDACTED_01033</a:t>
            </a:r>
          </a:p>
          <a:p>
            <a:r>
              <a:rPr lang="en-US" sz="650">
                <a:solidFill>
                  <a:srgbClr val="444444"/>
                </a:solidFill>
              </a:rPr>
              <a:t>REDACTED_01034</a:t>
            </a:r>
          </a:p>
        </p:txBody>
      </p:sp>
      <p:sp>
        <p:nvSpPr>
          <p:cNvPr id="18" name="Shape 188">
            <a:extLst>
              <a:ext uri="{FF2B5EF4-FFF2-40B4-BE49-F238E27FC236}">
                <a16:creationId xmlns:a16="http://schemas.microsoft.com/office/drawing/2014/main" id="{CFA6FC71-0631-9E71-52B8-65C0C6F7701E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2772000"/>
          </a:xfrm>
          <a:prstGeom prst="roundRect">
            <a:avLst>
              <a:gd name="adj" fmla="val 44444"/>
            </a:avLst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9">
            <a:extLst>
              <a:ext uri="{FF2B5EF4-FFF2-40B4-BE49-F238E27FC236}">
                <a16:creationId xmlns:a16="http://schemas.microsoft.com/office/drawing/2014/main" id="{2A9C696D-B5C8-BB87-09D9-6EF1C09A9231}"/>
              </a:ext>
            </a:extLst>
          </p:cNvPr>
          <p:cNvSpPr>
            <a:spLocks/>
          </p:cNvSpPr>
          <p:nvPr/>
        </p:nvSpPr>
        <p:spPr>
          <a:xfrm>
            <a:off x="10159436" y="3001218"/>
            <a:ext cx="50226" cy="57600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190">
            <a:extLst>
              <a:ext uri="{FF2B5EF4-FFF2-40B4-BE49-F238E27FC236}">
                <a16:creationId xmlns:a16="http://schemas.microsoft.com/office/drawing/2014/main" id="{B2D5EAEA-D380-EFFB-4549-CAFFDB058A2B}"/>
              </a:ext>
            </a:extLst>
          </p:cNvPr>
          <p:cNvSpPr>
            <a:spLocks/>
          </p:cNvSpPr>
          <p:nvPr/>
        </p:nvSpPr>
        <p:spPr>
          <a:xfrm>
            <a:off x="10022549" y="3413005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06">
            <a:extLst>
              <a:ext uri="{FF2B5EF4-FFF2-40B4-BE49-F238E27FC236}">
                <a16:creationId xmlns:a16="http://schemas.microsoft.com/office/drawing/2014/main" id="{BB1577DF-E134-0487-D582-31DB98DD65F5}"/>
              </a:ext>
            </a:extLst>
          </p:cNvPr>
          <p:cNvSpPr>
            <a:spLocks/>
          </p:cNvSpPr>
          <p:nvPr/>
        </p:nvSpPr>
        <p:spPr>
          <a:xfrm>
            <a:off x="9986549" y="2802563"/>
            <a:ext cx="396000" cy="39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26" name="Shape 210">
            <a:extLst>
              <a:ext uri="{FF2B5EF4-FFF2-40B4-BE49-F238E27FC236}">
                <a16:creationId xmlns:a16="http://schemas.microsoft.com/office/drawing/2014/main" id="{B7A434BB-EEC1-06C7-59E4-48405A321B8F}"/>
              </a:ext>
            </a:extLst>
          </p:cNvPr>
          <p:cNvSpPr>
            <a:spLocks/>
          </p:cNvSpPr>
          <p:nvPr/>
        </p:nvSpPr>
        <p:spPr>
          <a:xfrm>
            <a:off x="10022549" y="5610914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191">
            <a:extLst>
              <a:ext uri="{FF2B5EF4-FFF2-40B4-BE49-F238E27FC236}">
                <a16:creationId xmlns:a16="http://schemas.microsoft.com/office/drawing/2014/main" id="{EE6D13D4-3D49-D290-5ED0-6127C7E0D875}"/>
              </a:ext>
            </a:extLst>
          </p:cNvPr>
          <p:cNvSpPr/>
          <p:nvPr/>
        </p:nvSpPr>
        <p:spPr>
          <a:xfrm>
            <a:off x="10022549" y="2847394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650" b="1">
                <a:solidFill>
                  <a:schemeClr val="accent1"/>
                </a:solidFill>
              </a:rPr>
              <a:t>REDACTED_00051</a:t>
            </a:r>
          </a:p>
        </p:txBody>
      </p:sp>
      <p:sp>
        <p:nvSpPr>
          <p:cNvPr id="30" name="Shape 202">
            <a:extLst>
              <a:ext uri="{FF2B5EF4-FFF2-40B4-BE49-F238E27FC236}">
                <a16:creationId xmlns:a16="http://schemas.microsoft.com/office/drawing/2014/main" id="{60E794E7-475D-B35F-3EB6-D372C333D746}"/>
              </a:ext>
            </a:extLst>
          </p:cNvPr>
          <p:cNvSpPr>
            <a:spLocks/>
          </p:cNvSpPr>
          <p:nvPr/>
        </p:nvSpPr>
        <p:spPr>
          <a:xfrm>
            <a:off x="10022549" y="506520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Text 207">
            <a:extLst>
              <a:ext uri="{FF2B5EF4-FFF2-40B4-BE49-F238E27FC236}">
                <a16:creationId xmlns:a16="http://schemas.microsoft.com/office/drawing/2014/main" id="{3F91E6F3-6103-036C-2556-5402A15FF731}"/>
              </a:ext>
            </a:extLst>
          </p:cNvPr>
          <p:cNvSpPr>
            <a:spLocks/>
          </p:cNvSpPr>
          <p:nvPr/>
        </p:nvSpPr>
        <p:spPr>
          <a:xfrm>
            <a:off x="10040549" y="507981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REDACTED_00055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35" name="Text 211">
            <a:extLst>
              <a:ext uri="{FF2B5EF4-FFF2-40B4-BE49-F238E27FC236}">
                <a16:creationId xmlns:a16="http://schemas.microsoft.com/office/drawing/2014/main" id="{132415B3-98FE-CC08-9401-3462BA2614B6}"/>
              </a:ext>
            </a:extLst>
          </p:cNvPr>
          <p:cNvSpPr>
            <a:spLocks/>
          </p:cNvSpPr>
          <p:nvPr/>
        </p:nvSpPr>
        <p:spPr>
          <a:xfrm>
            <a:off x="10040549" y="5628914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REDACTED_00057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41" name="Text 203">
            <a:extLst>
              <a:ext uri="{FF2B5EF4-FFF2-40B4-BE49-F238E27FC236}">
                <a16:creationId xmlns:a16="http://schemas.microsoft.com/office/drawing/2014/main" id="{C5FEDDF5-68D5-697C-81A7-9E03AE475DB5}"/>
              </a:ext>
            </a:extLst>
          </p:cNvPr>
          <p:cNvSpPr>
            <a:spLocks/>
          </p:cNvSpPr>
          <p:nvPr/>
        </p:nvSpPr>
        <p:spPr>
          <a:xfrm>
            <a:off x="10022549" y="4519866"/>
            <a:ext cx="3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chemeClr val="bg1"/>
                </a:solidFill>
              </a:rPr>
              <a:t>REDACTED_00090</a:t>
            </a:r>
            <a:endParaRPr lang="en-US" sz="650">
              <a:solidFill>
                <a:schemeClr val="bg1"/>
              </a:solidFill>
            </a:endParaRPr>
          </a:p>
        </p:txBody>
      </p:sp>
      <p:sp>
        <p:nvSpPr>
          <p:cNvPr id="45" name="Shape 202">
            <a:extLst>
              <a:ext uri="{FF2B5EF4-FFF2-40B4-BE49-F238E27FC236}">
                <a16:creationId xmlns:a16="http://schemas.microsoft.com/office/drawing/2014/main" id="{13692A1A-6A86-D68D-2F00-59138FE6D56A}"/>
              </a:ext>
            </a:extLst>
          </p:cNvPr>
          <p:cNvSpPr>
            <a:spLocks/>
          </p:cNvSpPr>
          <p:nvPr/>
        </p:nvSpPr>
        <p:spPr>
          <a:xfrm>
            <a:off x="10022400" y="4513650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6" name="Text 207">
            <a:extLst>
              <a:ext uri="{FF2B5EF4-FFF2-40B4-BE49-F238E27FC236}">
                <a16:creationId xmlns:a16="http://schemas.microsoft.com/office/drawing/2014/main" id="{08CD333E-D811-2648-F526-0BE2A5EBCAF6}"/>
              </a:ext>
            </a:extLst>
          </p:cNvPr>
          <p:cNvSpPr>
            <a:spLocks/>
          </p:cNvSpPr>
          <p:nvPr/>
        </p:nvSpPr>
        <p:spPr>
          <a:xfrm>
            <a:off x="10040549" y="4530706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444444"/>
                </a:solidFill>
              </a:rPr>
              <a:t>REDACTED_00054</a:t>
            </a:r>
            <a:endParaRPr lang="en-US" sz="650">
              <a:solidFill>
                <a:srgbClr val="444444"/>
              </a:solidFill>
            </a:endParaRPr>
          </a:p>
        </p:txBody>
      </p:sp>
      <p:sp>
        <p:nvSpPr>
          <p:cNvPr id="72" name="Text 194">
            <a:extLst>
              <a:ext uri="{FF2B5EF4-FFF2-40B4-BE49-F238E27FC236}">
                <a16:creationId xmlns:a16="http://schemas.microsoft.com/office/drawing/2014/main" id="{B72F2667-5792-6A1F-9620-953B471D1E1E}"/>
              </a:ext>
            </a:extLst>
          </p:cNvPr>
          <p:cNvSpPr/>
          <p:nvPr/>
        </p:nvSpPr>
        <p:spPr>
          <a:xfrm>
            <a:off x="10040549" y="3432498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REDACTED_00052</a:t>
            </a:r>
          </a:p>
        </p:txBody>
      </p:sp>
      <p:sp>
        <p:nvSpPr>
          <p:cNvPr id="74" name="Shape 198">
            <a:extLst>
              <a:ext uri="{FF2B5EF4-FFF2-40B4-BE49-F238E27FC236}">
                <a16:creationId xmlns:a16="http://schemas.microsoft.com/office/drawing/2014/main" id="{10B585F8-B240-18EE-D3FB-E010BFE8F8DB}"/>
              </a:ext>
            </a:extLst>
          </p:cNvPr>
          <p:cNvSpPr/>
          <p:nvPr/>
        </p:nvSpPr>
        <p:spPr>
          <a:xfrm>
            <a:off x="10022549" y="3954861"/>
            <a:ext cx="324000" cy="324000"/>
          </a:xfrm>
          <a:prstGeom prst="ellipse">
            <a:avLst/>
          </a:prstGeom>
          <a:solidFill>
            <a:srgbClr val="C0A2F2"/>
          </a:solidFill>
          <a:ln w="12700">
            <a:solidFill>
              <a:srgbClr val="C0A2F2"/>
            </a:solidFill>
            <a:prstDash val="solid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6" name="Text 199">
            <a:extLst>
              <a:ext uri="{FF2B5EF4-FFF2-40B4-BE49-F238E27FC236}">
                <a16:creationId xmlns:a16="http://schemas.microsoft.com/office/drawing/2014/main" id="{F3B1CA01-8C85-05AC-3682-4E6D27B088F8}"/>
              </a:ext>
            </a:extLst>
          </p:cNvPr>
          <p:cNvSpPr>
            <a:spLocks/>
          </p:cNvSpPr>
          <p:nvPr/>
        </p:nvSpPr>
        <p:spPr>
          <a:xfrm>
            <a:off x="10040549" y="3981602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 b="1">
                <a:solidFill>
                  <a:srgbClr val="444444"/>
                </a:solidFill>
              </a:rPr>
              <a:t>REDACTED_00053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89">
            <a:extLst>
              <a:ext uri="{FF2B5EF4-FFF2-40B4-BE49-F238E27FC236}">
                <a16:creationId xmlns:a16="http://schemas.microsoft.com/office/drawing/2014/main" id="{201F15D9-B1A6-6087-8A87-F8315AE3A6A8}"/>
              </a:ext>
            </a:extLst>
          </p:cNvPr>
          <p:cNvSpPr>
            <a:spLocks/>
          </p:cNvSpPr>
          <p:nvPr/>
        </p:nvSpPr>
        <p:spPr>
          <a:xfrm>
            <a:off x="6840000" y="1465200"/>
            <a:ext cx="2826000" cy="1371600"/>
          </a:xfrm>
          <a:prstGeom prst="rect">
            <a:avLst/>
          </a:prstGeom>
          <a:solidFill>
            <a:srgbClr val="B8CCCC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5" name="Shape 9">
            <a:extLst>
              <a:ext uri="{FF2B5EF4-FFF2-40B4-BE49-F238E27FC236}">
                <a16:creationId xmlns:a16="http://schemas.microsoft.com/office/drawing/2014/main" id="{1D2DEB52-24A4-41EF-38DE-59549DE32B67}"/>
              </a:ext>
            </a:extLst>
          </p:cNvPr>
          <p:cNvSpPr/>
          <p:nvPr/>
        </p:nvSpPr>
        <p:spPr>
          <a:xfrm>
            <a:off x="1828" y="533927"/>
            <a:ext cx="9666000" cy="9070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4" name="Shape 46">
            <a:extLst>
              <a:ext uri="{FF2B5EF4-FFF2-40B4-BE49-F238E27FC236}">
                <a16:creationId xmlns:a16="http://schemas.microsoft.com/office/drawing/2014/main" id="{C5C79608-3317-E717-CE7B-2A49AEBE2D37}"/>
              </a:ext>
            </a:extLst>
          </p:cNvPr>
          <p:cNvSpPr/>
          <p:nvPr/>
        </p:nvSpPr>
        <p:spPr>
          <a:xfrm>
            <a:off x="3672338" y="1465220"/>
            <a:ext cx="3156030" cy="1372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9" name="Shape 46">
            <a:extLst>
              <a:ext uri="{FF2B5EF4-FFF2-40B4-BE49-F238E27FC236}">
                <a16:creationId xmlns:a16="http://schemas.microsoft.com/office/drawing/2014/main" id="{7F8353D0-2708-EEEA-1BC4-5517CC4A198E}"/>
              </a:ext>
            </a:extLst>
          </p:cNvPr>
          <p:cNvSpPr/>
          <p:nvPr/>
        </p:nvSpPr>
        <p:spPr>
          <a:xfrm>
            <a:off x="3673361" y="2862398"/>
            <a:ext cx="5994000" cy="148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0" y="1468800"/>
            <a:ext cx="3650400" cy="28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3" name="Shape 105">
            <a:extLst>
              <a:ext uri="{FF2B5EF4-FFF2-40B4-BE49-F238E27FC236}">
                <a16:creationId xmlns:a16="http://schemas.microsoft.com/office/drawing/2014/main" id="{BF874862-1183-A302-F760-E88F1C90C3C9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7" name="Shape 13">
            <a:extLst>
              <a:ext uri="{FF2B5EF4-FFF2-40B4-BE49-F238E27FC236}">
                <a16:creationId xmlns:a16="http://schemas.microsoft.com/office/drawing/2014/main" id="{C641FDE3-E3F2-46B4-4A8E-FA0CB8AA994F}"/>
              </a:ext>
            </a:extLst>
          </p:cNvPr>
          <p:cNvSpPr>
            <a:spLocks/>
          </p:cNvSpPr>
          <p:nvPr/>
        </p:nvSpPr>
        <p:spPr>
          <a:xfrm>
            <a:off x="9682785" y="532800"/>
            <a:ext cx="2509216" cy="90814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4" name="Shape 13">
            <a:extLst>
              <a:ext uri="{FF2B5EF4-FFF2-40B4-BE49-F238E27FC236}">
                <a16:creationId xmlns:a16="http://schemas.microsoft.com/office/drawing/2014/main" id="{B1FF49CE-5E94-F150-7E70-D8FC339A55BB}"/>
              </a:ext>
            </a:extLst>
          </p:cNvPr>
          <p:cNvSpPr>
            <a:spLocks/>
          </p:cNvSpPr>
          <p:nvPr/>
        </p:nvSpPr>
        <p:spPr>
          <a:xfrm>
            <a:off x="9682785" y="1468799"/>
            <a:ext cx="2509215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381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8" name="Shape 229">
            <a:extLst>
              <a:ext uri="{FF2B5EF4-FFF2-40B4-BE49-F238E27FC236}">
                <a16:creationId xmlns:a16="http://schemas.microsoft.com/office/drawing/2014/main" id="{4A690F44-329D-E934-F666-CC626CF1B0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785" y="2206396"/>
            <a:ext cx="2509215" cy="40985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2700000" algn="tl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1" name="Shape 229">
            <a:extLst>
              <a:ext uri="{FF2B5EF4-FFF2-40B4-BE49-F238E27FC236}">
                <a16:creationId xmlns:a16="http://schemas.microsoft.com/office/drawing/2014/main" id="{F0B1F9ED-BB47-E1B0-5CFD-29B1A73E2149}"/>
              </a:ext>
            </a:extLst>
          </p:cNvPr>
          <p:cNvSpPr/>
          <p:nvPr/>
        </p:nvSpPr>
        <p:spPr>
          <a:xfrm>
            <a:off x="6978153" y="7880980"/>
            <a:ext cx="2899695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Shape 46">
            <a:extLst>
              <a:ext uri="{FF2B5EF4-FFF2-40B4-BE49-F238E27FC236}">
                <a16:creationId xmlns:a16="http://schemas.microsoft.com/office/drawing/2014/main" id="{64AD5056-649C-6865-81D0-0825410822D5}"/>
              </a:ext>
            </a:extLst>
          </p:cNvPr>
          <p:cNvSpPr/>
          <p:nvPr/>
        </p:nvSpPr>
        <p:spPr>
          <a:xfrm>
            <a:off x="3963276" y="7865058"/>
            <a:ext cx="2963091" cy="2764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AA0A7C3-0424-49C6-7877-6207A3743D48}"/>
              </a:ext>
            </a:extLst>
          </p:cNvPr>
          <p:cNvSpPr txBox="1"/>
          <p:nvPr/>
        </p:nvSpPr>
        <p:spPr>
          <a:xfrm>
            <a:off x="7078153" y="7980980"/>
            <a:ext cx="2699695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0" cap="none" spc="40" normalizeH="0" baseline="0" noProof="0">
              <a:ln>
                <a:noFill/>
              </a:ln>
              <a:solidFill>
                <a:srgbClr val="003C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240A799-CD4A-F7E1-D17B-2BFAA8C37FD2}"/>
              </a:ext>
            </a:extLst>
          </p:cNvPr>
          <p:cNvSpPr txBox="1"/>
          <p:nvPr/>
        </p:nvSpPr>
        <p:spPr>
          <a:xfrm>
            <a:off x="4063276" y="7965058"/>
            <a:ext cx="2758718" cy="2564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0" cap="none" spc="40" normalizeH="0" baseline="0" noProof="0">
                <a:ln>
                  <a:noFill/>
                </a:ln>
                <a:solidFill>
                  <a:srgbClr val="003C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REDACTED_00455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REDACTED_01324</a:t>
            </a:r>
            <a:r>
              <a:rPr lang="en-US" sz="700" err="1">
                <a:solidFill>
                  <a:srgbClr val="444444"/>
                </a:solidFill>
              </a:rPr>
              <a:t>REDACTED_00569</a:t>
            </a:r>
            <a:r>
              <a:rPr lang="en-US" sz="700">
                <a:solidFill>
                  <a:srgbClr val="444444"/>
                </a:solidFill>
              </a:rPr>
              <a:t>REDACTED_01325</a:t>
            </a:r>
            <a:r>
              <a:rPr lang="en-US" sz="700" err="1">
                <a:solidFill>
                  <a:srgbClr val="444444"/>
                </a:solidFill>
              </a:rPr>
              <a:t>REDACTED_01326</a:t>
            </a:r>
            <a:r>
              <a:rPr lang="en-US" sz="700">
                <a:solidFill>
                  <a:srgbClr val="444444"/>
                </a:solidFill>
              </a:rPr>
              <a:t>REDACTED_01327</a:t>
            </a:r>
            <a:r>
              <a:rPr lang="en-US" sz="700" err="1">
                <a:solidFill>
                  <a:srgbClr val="444444"/>
                </a:solidFill>
              </a:rPr>
              <a:t>REDACTED_01328</a:t>
            </a:r>
            <a:r>
              <a:rPr lang="en-US" sz="700">
                <a:solidFill>
                  <a:srgbClr val="444444"/>
                </a:solidFill>
              </a:rPr>
              <a:t>REDACTED_00318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REDACTED_01329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700">
                <a:solidFill>
                  <a:srgbClr val="444444"/>
                </a:solidFill>
              </a:rPr>
              <a:t>REDACTED_01330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0883DC2-E746-A496-C451-6BCA97068B45}"/>
              </a:ext>
            </a:extLst>
          </p:cNvPr>
          <p:cNvSpPr/>
          <p:nvPr/>
        </p:nvSpPr>
        <p:spPr>
          <a:xfrm>
            <a:off x="0" y="3567"/>
            <a:ext cx="12192000" cy="501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r="2700000" algn="tl" rotWithShape="0">
              <a:prstClr val="black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Text 2">
            <a:extLst>
              <a:ext uri="{FF2B5EF4-FFF2-40B4-BE49-F238E27FC236}">
                <a16:creationId xmlns:a16="http://schemas.microsoft.com/office/drawing/2014/main" id="{4873BF53-9D6A-5696-24C6-BBE685748542}"/>
              </a:ext>
            </a:extLst>
          </p:cNvPr>
          <p:cNvSpPr/>
          <p:nvPr/>
        </p:nvSpPr>
        <p:spPr>
          <a:xfrm>
            <a:off x="102384" y="126180"/>
            <a:ext cx="61200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Inter"/>
              </a:rPr>
              <a:t>REDACTED_01331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551961A-22FE-80D8-800C-7C9198F00C71}"/>
              </a:ext>
            </a:extLst>
          </p:cNvPr>
          <p:cNvGrpSpPr/>
          <p:nvPr/>
        </p:nvGrpSpPr>
        <p:grpSpPr>
          <a:xfrm>
            <a:off x="798483" y="76981"/>
            <a:ext cx="9137599" cy="354431"/>
            <a:chOff x="798483" y="126180"/>
            <a:chExt cx="9137599" cy="354431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F6DB609-6EAD-0A9D-C5A6-FFE8670CE67B}"/>
                </a:ext>
              </a:extLst>
            </p:cNvPr>
            <p:cNvSpPr txBox="1"/>
            <p:nvPr/>
          </p:nvSpPr>
          <p:spPr>
            <a:xfrm>
              <a:off x="798483" y="126180"/>
              <a:ext cx="9137599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>
              <a:lvl1pPr>
                <a:defRPr sz="1400" b="1"/>
              </a:lvl1pPr>
            </a:lstStyle>
            <a:p>
              <a:r>
                <a:rPr lang="en-US">
                  <a:solidFill>
                    <a:schemeClr val="accent1"/>
                  </a:solidFill>
                </a:rPr>
                <a:t>REDACTED_01332</a:t>
              </a:r>
              <a:r>
                <a:rPr lang="en-US" err="1">
                  <a:solidFill>
                    <a:schemeClr val="accent1"/>
                  </a:solidFill>
                </a:rPr>
                <a:t>REDACTED_01333</a:t>
              </a:r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93" name="Text 4">
              <a:extLst>
                <a:ext uri="{FF2B5EF4-FFF2-40B4-BE49-F238E27FC236}">
                  <a16:creationId xmlns:a16="http://schemas.microsoft.com/office/drawing/2014/main" id="{1115FD87-ECC1-FF72-7F5B-9F22B768935E}"/>
                </a:ext>
              </a:extLst>
            </p:cNvPr>
            <p:cNvSpPr/>
            <p:nvPr/>
          </p:nvSpPr>
          <p:spPr>
            <a:xfrm>
              <a:off x="798483" y="325163"/>
              <a:ext cx="82296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>
                  <a:solidFill>
                    <a:schemeClr val="accent1"/>
                  </a:solidFill>
                </a:rPr>
                <a:t>REDACTED_01334</a:t>
              </a:r>
            </a:p>
          </p:txBody>
        </p:sp>
      </p:grpSp>
      <p:sp>
        <p:nvSpPr>
          <p:cNvPr id="95" name="Shape 5">
            <a:extLst>
              <a:ext uri="{FF2B5EF4-FFF2-40B4-BE49-F238E27FC236}">
                <a16:creationId xmlns:a16="http://schemas.microsoft.com/office/drawing/2014/main" id="{250D0B47-75E2-98D6-C41D-3B8536F35162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U">
              <a:solidFill>
                <a:schemeClr val="accent1"/>
              </a:solidFill>
            </a:endParaRPr>
          </a:p>
        </p:txBody>
      </p:sp>
      <p:sp>
        <p:nvSpPr>
          <p:cNvPr id="96" name="Text 6">
            <a:extLst>
              <a:ext uri="{FF2B5EF4-FFF2-40B4-BE49-F238E27FC236}">
                <a16:creationId xmlns:a16="http://schemas.microsoft.com/office/drawing/2014/main" id="{0BD53150-AE9F-ACFF-5583-5B340EDDB0F5}"/>
              </a:ext>
            </a:extLst>
          </p:cNvPr>
          <p:cNvSpPr/>
          <p:nvPr/>
        </p:nvSpPr>
        <p:spPr>
          <a:xfrm>
            <a:off x="10361410" y="1261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REDACTED_01211</a:t>
            </a:r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97" name="Shape 7">
            <a:extLst>
              <a:ext uri="{FF2B5EF4-FFF2-40B4-BE49-F238E27FC236}">
                <a16:creationId xmlns:a16="http://schemas.microsoft.com/office/drawing/2014/main" id="{F7250082-9F5B-5997-301D-F3B8FDE957F3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8" name="Text 8">
            <a:extLst>
              <a:ext uri="{FF2B5EF4-FFF2-40B4-BE49-F238E27FC236}">
                <a16:creationId xmlns:a16="http://schemas.microsoft.com/office/drawing/2014/main" id="{130CC211-C44F-6B7D-F702-48ABCE12BD5B}"/>
              </a:ext>
            </a:extLst>
          </p:cNvPr>
          <p:cNvSpPr/>
          <p:nvPr/>
        </p:nvSpPr>
        <p:spPr>
          <a:xfrm>
            <a:off x="11092930" y="126180"/>
            <a:ext cx="1005840" cy="2560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C0A2F2"/>
                </a:solidFill>
              </a:rPr>
              <a:t>REDACTED_01082</a:t>
            </a:r>
          </a:p>
        </p:txBody>
      </p:sp>
      <p:sp>
        <p:nvSpPr>
          <p:cNvPr id="147" name="Shape 10">
            <a:extLst>
              <a:ext uri="{FF2B5EF4-FFF2-40B4-BE49-F238E27FC236}">
                <a16:creationId xmlns:a16="http://schemas.microsoft.com/office/drawing/2014/main" id="{EBE823E0-CA78-B0D5-B234-98EC4655878E}"/>
              </a:ext>
            </a:extLst>
          </p:cNvPr>
          <p:cNvSpPr/>
          <p:nvPr/>
        </p:nvSpPr>
        <p:spPr>
          <a:xfrm>
            <a:off x="0" y="533927"/>
            <a:ext cx="83387" cy="907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9" name="Text 11">
            <a:extLst>
              <a:ext uri="{FF2B5EF4-FFF2-40B4-BE49-F238E27FC236}">
                <a16:creationId xmlns:a16="http://schemas.microsoft.com/office/drawing/2014/main" id="{16A2B7ED-B58D-E849-194F-5B2C215079E6}"/>
              </a:ext>
            </a:extLst>
          </p:cNvPr>
          <p:cNvSpPr/>
          <p:nvPr/>
        </p:nvSpPr>
        <p:spPr>
          <a:xfrm>
            <a:off x="155448" y="59608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00">
                <a:solidFill>
                  <a:srgbClr val="999999"/>
                </a:solidFill>
              </a:rPr>
              <a:t>REDACTED_00022</a:t>
            </a:r>
            <a:endParaRPr lang="en-US" sz="800"/>
          </a:p>
        </p:txBody>
      </p:sp>
      <p:sp>
        <p:nvSpPr>
          <p:cNvPr id="151" name="Text 12">
            <a:extLst>
              <a:ext uri="{FF2B5EF4-FFF2-40B4-BE49-F238E27FC236}">
                <a16:creationId xmlns:a16="http://schemas.microsoft.com/office/drawing/2014/main" id="{77036494-8E28-4B46-8F1E-97C93DC5D0B5}"/>
              </a:ext>
            </a:extLst>
          </p:cNvPr>
          <p:cNvSpPr/>
          <p:nvPr/>
        </p:nvSpPr>
        <p:spPr>
          <a:xfrm>
            <a:off x="155449" y="757946"/>
            <a:ext cx="9384292" cy="7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1A1A1A"/>
                </a:solidFill>
              </a:rPr>
              <a:t>REDACTED_01335</a:t>
            </a:r>
            <a:r>
              <a:rPr lang="en-US" sz="800" err="1">
                <a:solidFill>
                  <a:srgbClr val="1A1A1A"/>
                </a:solidFill>
              </a:rPr>
              <a:t>REDACTED_01326</a:t>
            </a:r>
            <a:r>
              <a:rPr lang="en-US" sz="800">
                <a:solidFill>
                  <a:srgbClr val="1A1A1A"/>
                </a:solidFill>
              </a:rPr>
              <a:t>REDACTED_01327</a:t>
            </a:r>
            <a:r>
              <a:rPr lang="en-US" sz="800" err="1">
                <a:solidFill>
                  <a:srgbClr val="1A1A1A"/>
                </a:solidFill>
              </a:rPr>
              <a:t>REDACTED_01328</a:t>
            </a:r>
            <a:r>
              <a:rPr lang="en-US" sz="800">
                <a:solidFill>
                  <a:srgbClr val="1A1A1A"/>
                </a:solidFill>
              </a:rPr>
              <a:t>REDACTED_01336</a:t>
            </a:r>
          </a:p>
          <a:p>
            <a:endParaRPr lang="en-US" sz="800">
              <a:solidFill>
                <a:srgbClr val="1A1A1A"/>
              </a:solidFill>
            </a:endParaRPr>
          </a:p>
          <a:p>
            <a:r>
              <a:rPr lang="en-US" sz="800">
                <a:solidFill>
                  <a:srgbClr val="1A1A1A"/>
                </a:solidFill>
              </a:rPr>
              <a:t>REDACTED_01337</a:t>
            </a:r>
            <a:r>
              <a:rPr lang="en-US" sz="800" err="1">
                <a:solidFill>
                  <a:srgbClr val="1A1A1A"/>
                </a:solidFill>
              </a:rPr>
              <a:t>REDACTED_00911</a:t>
            </a:r>
            <a:r>
              <a:rPr lang="en-US" sz="800">
                <a:solidFill>
                  <a:srgbClr val="1A1A1A"/>
                </a:solidFill>
              </a:rPr>
              <a:t>REDACTED_01338</a:t>
            </a:r>
            <a:endParaRPr lang="en-US" sz="80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8BDE5496-1F1C-BFEE-0CD9-48037360C5B0}"/>
              </a:ext>
            </a:extLst>
          </p:cNvPr>
          <p:cNvGrpSpPr/>
          <p:nvPr/>
        </p:nvGrpSpPr>
        <p:grpSpPr>
          <a:xfrm>
            <a:off x="9770789" y="1533598"/>
            <a:ext cx="2333207" cy="635929"/>
            <a:chOff x="10112273" y="2891965"/>
            <a:chExt cx="1920240" cy="580548"/>
          </a:xfrm>
        </p:grpSpPr>
        <p:sp>
          <p:nvSpPr>
            <p:cNvPr id="166" name="Shape 243">
              <a:extLst>
                <a:ext uri="{FF2B5EF4-FFF2-40B4-BE49-F238E27FC236}">
                  <a16:creationId xmlns:a16="http://schemas.microsoft.com/office/drawing/2014/main" id="{1364C9D7-9276-5281-D5F8-605B68285DED}"/>
                </a:ext>
              </a:extLst>
            </p:cNvPr>
            <p:cNvSpPr/>
            <p:nvPr/>
          </p:nvSpPr>
          <p:spPr>
            <a:xfrm>
              <a:off x="10112273" y="2917851"/>
              <a:ext cx="1920240" cy="50292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68" name="Text 241a">
              <a:extLst>
                <a:ext uri="{FF2B5EF4-FFF2-40B4-BE49-F238E27FC236}">
                  <a16:creationId xmlns:a16="http://schemas.microsoft.com/office/drawing/2014/main" id="{135EB500-6BD7-3226-3D67-A0402ABB36C5}"/>
                </a:ext>
              </a:extLst>
            </p:cNvPr>
            <p:cNvSpPr/>
            <p:nvPr/>
          </p:nvSpPr>
          <p:spPr>
            <a:xfrm>
              <a:off x="10870434" y="2891965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170" name="Text 245a">
              <a:extLst>
                <a:ext uri="{FF2B5EF4-FFF2-40B4-BE49-F238E27FC236}">
                  <a16:creationId xmlns:a16="http://schemas.microsoft.com/office/drawing/2014/main" id="{0D097CB7-46DA-1D36-FEDA-AEFC0DF4A2FC}"/>
                </a:ext>
              </a:extLst>
            </p:cNvPr>
            <p:cNvSpPr/>
            <p:nvPr/>
          </p:nvSpPr>
          <p:spPr>
            <a:xfrm>
              <a:off x="10870434" y="3026714"/>
              <a:ext cx="1152144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1A1A1A"/>
                  </a:solidFill>
                  <a:latin typeface="Calibri"/>
                </a:rPr>
                <a:t>REDACTED_00351</a:t>
              </a:r>
            </a:p>
          </p:txBody>
        </p:sp>
        <p:sp>
          <p:nvSpPr>
            <p:cNvPr id="171" name="Shape 245a">
              <a:extLst>
                <a:ext uri="{FF2B5EF4-FFF2-40B4-BE49-F238E27FC236}">
                  <a16:creationId xmlns:a16="http://schemas.microsoft.com/office/drawing/2014/main" id="{75722FFF-50CE-2958-2917-085D7524DDAC}"/>
                </a:ext>
              </a:extLst>
            </p:cNvPr>
            <p:cNvSpPr/>
            <p:nvPr/>
          </p:nvSpPr>
          <p:spPr>
            <a:xfrm>
              <a:off x="10198303" y="3237891"/>
              <a:ext cx="1390000" cy="64008"/>
            </a:xfrm>
            <a:prstGeom prst="rect">
              <a:avLst/>
            </a:prstGeom>
            <a:solidFill>
              <a:srgbClr val="E0E0E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73" name="Text 247a">
              <a:extLst>
                <a:ext uri="{FF2B5EF4-FFF2-40B4-BE49-F238E27FC236}">
                  <a16:creationId xmlns:a16="http://schemas.microsoft.com/office/drawing/2014/main" id="{24245903-DF9C-5E8F-3914-FF797F115A46}"/>
                </a:ext>
              </a:extLst>
            </p:cNvPr>
            <p:cNvSpPr/>
            <p:nvPr/>
          </p:nvSpPr>
          <p:spPr>
            <a:xfrm>
              <a:off x="11700022" y="3289633"/>
              <a:ext cx="320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r"/>
              <a:r>
                <a:rPr lang="en-US" sz="900" b="1">
                  <a:solidFill>
                    <a:srgbClr val="444444"/>
                  </a:solidFill>
                  <a:latin typeface="Calibri"/>
                </a:rPr>
                <a:t>REDACTED_00351</a:t>
              </a:r>
            </a:p>
          </p:txBody>
        </p:sp>
      </p:grpSp>
      <p:sp>
        <p:nvSpPr>
          <p:cNvPr id="179" name="Text 6">
            <a:extLst>
              <a:ext uri="{FF2B5EF4-FFF2-40B4-BE49-F238E27FC236}">
                <a16:creationId xmlns:a16="http://schemas.microsoft.com/office/drawing/2014/main" id="{2AE8B283-6FA7-7291-1485-D6F37ABF4B39}"/>
              </a:ext>
            </a:extLst>
          </p:cNvPr>
          <p:cNvSpPr/>
          <p:nvPr/>
        </p:nvSpPr>
        <p:spPr>
          <a:xfrm rot="16200000">
            <a:off x="9464886" y="3965556"/>
            <a:ext cx="657271" cy="15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>
                <a:solidFill>
                  <a:schemeClr val="tx1">
                    <a:lumMod val="50000"/>
                    <a:lumOff val="50000"/>
                  </a:schemeClr>
                </a:solidFill>
              </a:rPr>
              <a:t>REDACTED_00038</a:t>
            </a:r>
          </a:p>
        </p:txBody>
      </p:sp>
      <p:sp>
        <p:nvSpPr>
          <p:cNvPr id="185" name="Shape 130">
            <a:extLst>
              <a:ext uri="{FF2B5EF4-FFF2-40B4-BE49-F238E27FC236}">
                <a16:creationId xmlns:a16="http://schemas.microsoft.com/office/drawing/2014/main" id="{E45950B7-51F6-3F7A-B50D-526DE5C90F96}"/>
              </a:ext>
            </a:extLst>
          </p:cNvPr>
          <p:cNvSpPr/>
          <p:nvPr/>
        </p:nvSpPr>
        <p:spPr>
          <a:xfrm>
            <a:off x="0" y="6354000"/>
            <a:ext cx="11025139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0CA2910-4497-A1B2-D58A-4B9BC88F33D3}"/>
              </a:ext>
            </a:extLst>
          </p:cNvPr>
          <p:cNvSpPr/>
          <p:nvPr/>
        </p:nvSpPr>
        <p:spPr>
          <a:xfrm>
            <a:off x="11043138" y="6350558"/>
            <a:ext cx="1148862" cy="507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89" name="Picture 188" descr="A black and blue logo  AI-generated content may be incorrect.">
            <a:extLst>
              <a:ext uri="{FF2B5EF4-FFF2-40B4-BE49-F238E27FC236}">
                <a16:creationId xmlns:a16="http://schemas.microsoft.com/office/drawing/2014/main" id="{E59996DF-32CC-A35E-B348-710151FA2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205" y="6366025"/>
            <a:ext cx="710300" cy="435309"/>
          </a:xfrm>
          <a:prstGeom prst="rect">
            <a:avLst/>
          </a:prstGeom>
          <a:ln>
            <a:noFill/>
          </a:ln>
        </p:spPr>
      </p:pic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FE06C2A-35D1-C268-6C93-403B10BBD0FB}"/>
              </a:ext>
            </a:extLst>
          </p:cNvPr>
          <p:cNvGrpSpPr/>
          <p:nvPr/>
        </p:nvGrpSpPr>
        <p:grpSpPr>
          <a:xfrm>
            <a:off x="12983961" y="5554980"/>
            <a:ext cx="2193830" cy="3203158"/>
            <a:chOff x="12690256" y="2670137"/>
            <a:chExt cx="2193830" cy="3203158"/>
          </a:xfrm>
        </p:grpSpPr>
        <p:sp>
          <p:nvSpPr>
            <p:cNvPr id="102" name="Text 176">
              <a:extLst>
                <a:ext uri="{FF2B5EF4-FFF2-40B4-BE49-F238E27FC236}">
                  <a16:creationId xmlns:a16="http://schemas.microsoft.com/office/drawing/2014/main" id="{C7440A85-581F-C469-FB54-D01B5D043103}"/>
                </a:ext>
              </a:extLst>
            </p:cNvPr>
            <p:cNvSpPr/>
            <p:nvPr/>
          </p:nvSpPr>
          <p:spPr>
            <a:xfrm>
              <a:off x="13282927" y="2679229"/>
              <a:ext cx="1601159" cy="158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 b="1">
                  <a:solidFill>
                    <a:srgbClr val="26215C"/>
                  </a:solidFill>
                </a:rPr>
                <a:t>REDACTED_00930</a:t>
              </a:r>
            </a:p>
          </p:txBody>
        </p:sp>
        <p:sp>
          <p:nvSpPr>
            <p:cNvPr id="103" name="Text 177">
              <a:extLst>
                <a:ext uri="{FF2B5EF4-FFF2-40B4-BE49-F238E27FC236}">
                  <a16:creationId xmlns:a16="http://schemas.microsoft.com/office/drawing/2014/main" id="{D1D7F027-4C67-8D90-B0FE-3F37E28AE87E}"/>
                </a:ext>
              </a:extLst>
            </p:cNvPr>
            <p:cNvSpPr/>
            <p:nvPr/>
          </p:nvSpPr>
          <p:spPr>
            <a:xfrm>
              <a:off x="13282927" y="2837927"/>
              <a:ext cx="1601159" cy="132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3C3489"/>
                  </a:solidFill>
                </a:rPr>
                <a:t>REDACTED_00594</a:t>
              </a:r>
              <a:endParaRPr lang="en-US" sz="550"/>
            </a:p>
          </p:txBody>
        </p:sp>
        <p:sp>
          <p:nvSpPr>
            <p:cNvPr id="104" name="Text 181">
              <a:extLst>
                <a:ext uri="{FF2B5EF4-FFF2-40B4-BE49-F238E27FC236}">
                  <a16:creationId xmlns:a16="http://schemas.microsoft.com/office/drawing/2014/main" id="{131C1887-D06A-FC0C-E66C-A2567DF03B6A}"/>
                </a:ext>
              </a:extLst>
            </p:cNvPr>
            <p:cNvSpPr/>
            <p:nvPr/>
          </p:nvSpPr>
          <p:spPr>
            <a:xfrm>
              <a:off x="13282927" y="3241944"/>
              <a:ext cx="1601159" cy="158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50">
                  <a:solidFill>
                    <a:srgbClr val="5A7060"/>
                  </a:solidFill>
                </a:rPr>
                <a:t>REDACTED_00043</a:t>
              </a:r>
            </a:p>
          </p:txBody>
        </p:sp>
        <p:sp>
          <p:nvSpPr>
            <p:cNvPr id="105" name="Text 182">
              <a:extLst>
                <a:ext uri="{FF2B5EF4-FFF2-40B4-BE49-F238E27FC236}">
                  <a16:creationId xmlns:a16="http://schemas.microsoft.com/office/drawing/2014/main" id="{732C742B-2BBA-6223-3EDA-8DEF3C5568CC}"/>
                </a:ext>
              </a:extLst>
            </p:cNvPr>
            <p:cNvSpPr/>
            <p:nvPr/>
          </p:nvSpPr>
          <p:spPr>
            <a:xfrm>
              <a:off x="13282927" y="3400642"/>
              <a:ext cx="1601159" cy="132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50">
                  <a:solidFill>
                    <a:srgbClr val="888780"/>
                  </a:solidFill>
                </a:rPr>
                <a:t>REDACTED_01030</a:t>
              </a:r>
            </a:p>
          </p:txBody>
        </p:sp>
        <p:sp>
          <p:nvSpPr>
            <p:cNvPr id="106" name="Text 185">
              <a:extLst>
                <a:ext uri="{FF2B5EF4-FFF2-40B4-BE49-F238E27FC236}">
                  <a16:creationId xmlns:a16="http://schemas.microsoft.com/office/drawing/2014/main" id="{2857691F-86A4-C31B-AA07-9EEEBE39D332}"/>
                </a:ext>
              </a:extLst>
            </p:cNvPr>
            <p:cNvSpPr/>
            <p:nvPr/>
          </p:nvSpPr>
          <p:spPr>
            <a:xfrm>
              <a:off x="13282927" y="3804660"/>
              <a:ext cx="1601159" cy="158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REDACTED_01186</a:t>
              </a:r>
              <a:endParaRPr lang="en-US" sz="650"/>
            </a:p>
          </p:txBody>
        </p:sp>
        <p:sp>
          <p:nvSpPr>
            <p:cNvPr id="107" name="Text 186">
              <a:extLst>
                <a:ext uri="{FF2B5EF4-FFF2-40B4-BE49-F238E27FC236}">
                  <a16:creationId xmlns:a16="http://schemas.microsoft.com/office/drawing/2014/main" id="{8779223C-91DF-5A73-8DCF-54B50BCB22BB}"/>
                </a:ext>
              </a:extLst>
            </p:cNvPr>
            <p:cNvSpPr/>
            <p:nvPr/>
          </p:nvSpPr>
          <p:spPr>
            <a:xfrm>
              <a:off x="13282927" y="3963357"/>
              <a:ext cx="1601159" cy="132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REDACTED_01031</a:t>
              </a:r>
              <a:endParaRPr lang="en-US" sz="550"/>
            </a:p>
          </p:txBody>
        </p:sp>
        <p:sp>
          <p:nvSpPr>
            <p:cNvPr id="108" name="Text 189">
              <a:extLst>
                <a:ext uri="{FF2B5EF4-FFF2-40B4-BE49-F238E27FC236}">
                  <a16:creationId xmlns:a16="http://schemas.microsoft.com/office/drawing/2014/main" id="{6DEAEEA2-448A-0D80-128B-70AAA24AFDF7}"/>
                </a:ext>
              </a:extLst>
            </p:cNvPr>
            <p:cNvSpPr/>
            <p:nvPr/>
          </p:nvSpPr>
          <p:spPr>
            <a:xfrm>
              <a:off x="13282927" y="4367376"/>
              <a:ext cx="1601159" cy="158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REDACTED_01187</a:t>
              </a:r>
              <a:endParaRPr lang="en-US" sz="650"/>
            </a:p>
          </p:txBody>
        </p:sp>
        <p:sp>
          <p:nvSpPr>
            <p:cNvPr id="109" name="Text 190">
              <a:extLst>
                <a:ext uri="{FF2B5EF4-FFF2-40B4-BE49-F238E27FC236}">
                  <a16:creationId xmlns:a16="http://schemas.microsoft.com/office/drawing/2014/main" id="{D19E701E-C06E-9A86-E1FC-27C0C8BAB301}"/>
                </a:ext>
              </a:extLst>
            </p:cNvPr>
            <p:cNvSpPr/>
            <p:nvPr/>
          </p:nvSpPr>
          <p:spPr>
            <a:xfrm>
              <a:off x="13282927" y="4526074"/>
              <a:ext cx="1601159" cy="132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REDACTED_01032</a:t>
              </a:r>
              <a:endParaRPr lang="en-US" sz="550"/>
            </a:p>
          </p:txBody>
        </p:sp>
        <p:sp>
          <p:nvSpPr>
            <p:cNvPr id="110" name="Text 193">
              <a:extLst>
                <a:ext uri="{FF2B5EF4-FFF2-40B4-BE49-F238E27FC236}">
                  <a16:creationId xmlns:a16="http://schemas.microsoft.com/office/drawing/2014/main" id="{63CC4D92-288D-4643-97AD-08296EE5D529}"/>
                </a:ext>
              </a:extLst>
            </p:cNvPr>
            <p:cNvSpPr/>
            <p:nvPr/>
          </p:nvSpPr>
          <p:spPr>
            <a:xfrm>
              <a:off x="13282927" y="4930091"/>
              <a:ext cx="1601159" cy="158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REDACTED_01188</a:t>
              </a:r>
              <a:endParaRPr lang="en-US" sz="650"/>
            </a:p>
          </p:txBody>
        </p:sp>
        <p:sp>
          <p:nvSpPr>
            <p:cNvPr id="111" name="Text 194">
              <a:extLst>
                <a:ext uri="{FF2B5EF4-FFF2-40B4-BE49-F238E27FC236}">
                  <a16:creationId xmlns:a16="http://schemas.microsoft.com/office/drawing/2014/main" id="{CBC55F4A-EC35-9DE2-F83C-5622C4FDFB6E}"/>
                </a:ext>
              </a:extLst>
            </p:cNvPr>
            <p:cNvSpPr/>
            <p:nvPr/>
          </p:nvSpPr>
          <p:spPr>
            <a:xfrm>
              <a:off x="13282927" y="5088789"/>
              <a:ext cx="1601159" cy="132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REDACTED_01189</a:t>
              </a:r>
              <a:endParaRPr lang="en-US" sz="550"/>
            </a:p>
          </p:txBody>
        </p:sp>
        <p:sp>
          <p:nvSpPr>
            <p:cNvPr id="114" name="Text 197">
              <a:extLst>
                <a:ext uri="{FF2B5EF4-FFF2-40B4-BE49-F238E27FC236}">
                  <a16:creationId xmlns:a16="http://schemas.microsoft.com/office/drawing/2014/main" id="{103AC6B9-0F8D-5321-15C4-429381D5C9F2}"/>
                </a:ext>
              </a:extLst>
            </p:cNvPr>
            <p:cNvSpPr/>
            <p:nvPr/>
          </p:nvSpPr>
          <p:spPr>
            <a:xfrm>
              <a:off x="13282927" y="5492806"/>
              <a:ext cx="1601159" cy="158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>
                  <a:solidFill>
                    <a:srgbClr val="5A7060"/>
                  </a:solidFill>
                </a:rPr>
                <a:t>REDACTED_01033</a:t>
              </a:r>
              <a:endParaRPr lang="en-US" sz="650"/>
            </a:p>
          </p:txBody>
        </p:sp>
        <p:sp>
          <p:nvSpPr>
            <p:cNvPr id="115" name="Text 198">
              <a:extLst>
                <a:ext uri="{FF2B5EF4-FFF2-40B4-BE49-F238E27FC236}">
                  <a16:creationId xmlns:a16="http://schemas.microsoft.com/office/drawing/2014/main" id="{100EFE92-ECFE-6274-5355-FAB66525115B}"/>
                </a:ext>
              </a:extLst>
            </p:cNvPr>
            <p:cNvSpPr/>
            <p:nvPr/>
          </p:nvSpPr>
          <p:spPr>
            <a:xfrm>
              <a:off x="13282927" y="5651504"/>
              <a:ext cx="1601159" cy="132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50">
                  <a:solidFill>
                    <a:srgbClr val="888780"/>
                  </a:solidFill>
                </a:rPr>
                <a:t>REDACTED_01034</a:t>
              </a:r>
              <a:endParaRPr lang="en-US" sz="55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4B4DB4A7-661D-771B-B122-4A7B8F959187}"/>
                </a:ext>
              </a:extLst>
            </p:cNvPr>
            <p:cNvGrpSpPr/>
            <p:nvPr/>
          </p:nvGrpSpPr>
          <p:grpSpPr>
            <a:xfrm>
              <a:off x="12692821" y="2670137"/>
              <a:ext cx="396000" cy="3140349"/>
              <a:chOff x="9658499" y="2578399"/>
              <a:chExt cx="396000" cy="31403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7" name="Text 72">
                <a:extLst>
                  <a:ext uri="{FF2B5EF4-FFF2-40B4-BE49-F238E27FC236}">
                    <a16:creationId xmlns:a16="http://schemas.microsoft.com/office/drawing/2014/main" id="{3DFE42C8-1ED7-7ABD-A1B6-E357715A2CCB}"/>
                  </a:ext>
                </a:extLst>
              </p:cNvPr>
              <p:cNvSpPr/>
              <p:nvPr/>
            </p:nvSpPr>
            <p:spPr>
              <a:xfrm rot="16200000">
                <a:off x="9567779" y="3838618"/>
                <a:ext cx="656743" cy="13393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550">
                    <a:solidFill>
                      <a:srgbClr val="3C3489"/>
                    </a:solidFill>
                  </a:rPr>
                  <a:t>REDACTED_00038</a:t>
                </a:r>
                <a:endParaRPr lang="en-US" sz="550"/>
              </a:p>
            </p:txBody>
          </p:sp>
          <p:sp>
            <p:nvSpPr>
              <p:cNvPr id="118" name="Shape 73">
                <a:extLst>
                  <a:ext uri="{FF2B5EF4-FFF2-40B4-BE49-F238E27FC236}">
                    <a16:creationId xmlns:a16="http://schemas.microsoft.com/office/drawing/2014/main" id="{88286CF8-28ED-5144-6D0D-A0E36723965C}"/>
                  </a:ext>
                </a:extLst>
              </p:cNvPr>
              <p:cNvSpPr/>
              <p:nvPr/>
            </p:nvSpPr>
            <p:spPr>
              <a:xfrm>
                <a:off x="9831973" y="2757927"/>
                <a:ext cx="50226" cy="2794440"/>
              </a:xfrm>
              <a:prstGeom prst="roundRect">
                <a:avLst>
                  <a:gd name="adj" fmla="val 44444"/>
                </a:avLst>
              </a:prstGeom>
              <a:solidFill>
                <a:srgbClr val="CCC8F0"/>
              </a:solidFill>
              <a:ln w="12700">
                <a:solidFill>
                  <a:srgbClr val="CCC8F0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19" name="Shape 74">
                <a:extLst>
                  <a:ext uri="{FF2B5EF4-FFF2-40B4-BE49-F238E27FC236}">
                    <a16:creationId xmlns:a16="http://schemas.microsoft.com/office/drawing/2014/main" id="{D764C4FC-D9B9-A8DD-9A08-B1C5ADF19A4F}"/>
                  </a:ext>
                </a:extLst>
              </p:cNvPr>
              <p:cNvSpPr/>
              <p:nvPr/>
            </p:nvSpPr>
            <p:spPr>
              <a:xfrm>
                <a:off x="9831973" y="2757927"/>
                <a:ext cx="50226" cy="252000"/>
              </a:xfrm>
              <a:prstGeom prst="roundRect">
                <a:avLst>
                  <a:gd name="adj" fmla="val 44444"/>
                </a:avLst>
              </a:prstGeom>
              <a:solidFill>
                <a:srgbClr val="7F77DD"/>
              </a:solidFill>
              <a:ln w="12700">
                <a:solidFill>
                  <a:srgbClr val="7F77DD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21" name="Shape 75">
                <a:extLst>
                  <a:ext uri="{FF2B5EF4-FFF2-40B4-BE49-F238E27FC236}">
                    <a16:creationId xmlns:a16="http://schemas.microsoft.com/office/drawing/2014/main" id="{947B3DAE-1EB9-39BA-7929-F9512C0AFC1F}"/>
                  </a:ext>
                </a:extLst>
              </p:cNvPr>
              <p:cNvSpPr/>
              <p:nvPr/>
            </p:nvSpPr>
            <p:spPr>
              <a:xfrm>
                <a:off x="9695443" y="3140290"/>
                <a:ext cx="324000" cy="324000"/>
              </a:xfrm>
              <a:prstGeom prst="ellipse">
                <a:avLst/>
              </a:prstGeom>
              <a:solidFill>
                <a:srgbClr val="ECEAFF"/>
              </a:solidFill>
              <a:ln w="9525">
                <a:solidFill>
                  <a:srgbClr val="B0AAE8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22" name="Shape 79">
                <a:extLst>
                  <a:ext uri="{FF2B5EF4-FFF2-40B4-BE49-F238E27FC236}">
                    <a16:creationId xmlns:a16="http://schemas.microsoft.com/office/drawing/2014/main" id="{1870EA29-B7E4-AA94-9931-F45CB88459A3}"/>
                  </a:ext>
                </a:extLst>
              </p:cNvPr>
              <p:cNvSpPr/>
              <p:nvPr/>
            </p:nvSpPr>
            <p:spPr>
              <a:xfrm>
                <a:off x="9658499" y="2578399"/>
                <a:ext cx="396000" cy="396000"/>
              </a:xfrm>
              <a:prstGeom prst="ellipse">
                <a:avLst/>
              </a:prstGeom>
              <a:solidFill>
                <a:srgbClr val="534AB7"/>
              </a:solidFill>
              <a:ln w="19050">
                <a:solidFill>
                  <a:srgbClr val="3C3489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25" name="Text 80">
                <a:extLst>
                  <a:ext uri="{FF2B5EF4-FFF2-40B4-BE49-F238E27FC236}">
                    <a16:creationId xmlns:a16="http://schemas.microsoft.com/office/drawing/2014/main" id="{5F0BFEF4-CB30-8DC5-C372-8A67E396E7AD}"/>
                  </a:ext>
                </a:extLst>
              </p:cNvPr>
              <p:cNvSpPr/>
              <p:nvPr/>
            </p:nvSpPr>
            <p:spPr>
              <a:xfrm>
                <a:off x="9723151" y="3159197"/>
                <a:ext cx="267870" cy="3152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750" b="1">
                    <a:solidFill>
                      <a:srgbClr val="5F5E5A"/>
                    </a:solidFill>
                  </a:rPr>
                  <a:t>REDACTED_00052</a:t>
                </a:r>
              </a:p>
            </p:txBody>
          </p:sp>
          <p:sp>
            <p:nvSpPr>
              <p:cNvPr id="126" name="Shape 83">
                <a:extLst>
                  <a:ext uri="{FF2B5EF4-FFF2-40B4-BE49-F238E27FC236}">
                    <a16:creationId xmlns:a16="http://schemas.microsoft.com/office/drawing/2014/main" id="{28A6607A-DDF1-C57B-6DE0-5716A0AFB597}"/>
                  </a:ext>
                </a:extLst>
              </p:cNvPr>
              <p:cNvSpPr/>
              <p:nvPr/>
            </p:nvSpPr>
            <p:spPr>
              <a:xfrm>
                <a:off x="9691591" y="3719523"/>
                <a:ext cx="324000" cy="324000"/>
              </a:xfrm>
              <a:prstGeom prst="ellipse">
                <a:avLst/>
              </a:prstGeom>
              <a:solidFill>
                <a:srgbClr val="ECEAFF"/>
              </a:solidFill>
              <a:ln w="9525">
                <a:solidFill>
                  <a:srgbClr val="B0AAE8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29" name="Text 84">
                <a:extLst>
                  <a:ext uri="{FF2B5EF4-FFF2-40B4-BE49-F238E27FC236}">
                    <a16:creationId xmlns:a16="http://schemas.microsoft.com/office/drawing/2014/main" id="{44BD05A6-ACF7-6939-7A66-1491B85FB375}"/>
                  </a:ext>
                </a:extLst>
              </p:cNvPr>
              <p:cNvSpPr/>
              <p:nvPr/>
            </p:nvSpPr>
            <p:spPr>
              <a:xfrm>
                <a:off x="9700828" y="3691815"/>
                <a:ext cx="312515" cy="3677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50" b="1">
                    <a:solidFill>
                      <a:srgbClr val="5F5E5A"/>
                    </a:solidFill>
                  </a:rPr>
                  <a:t>REDACTED_00053</a:t>
                </a:r>
              </a:p>
            </p:txBody>
          </p:sp>
          <p:sp>
            <p:nvSpPr>
              <p:cNvPr id="130" name="Shape 88">
                <a:extLst>
                  <a:ext uri="{FF2B5EF4-FFF2-40B4-BE49-F238E27FC236}">
                    <a16:creationId xmlns:a16="http://schemas.microsoft.com/office/drawing/2014/main" id="{0840B8E1-E227-4711-B49D-0C69F92D60CF}"/>
                  </a:ext>
                </a:extLst>
              </p:cNvPr>
              <p:cNvSpPr/>
              <p:nvPr/>
            </p:nvSpPr>
            <p:spPr>
              <a:xfrm>
                <a:off x="9695443" y="4276973"/>
                <a:ext cx="324000" cy="324000"/>
              </a:xfrm>
              <a:prstGeom prst="ellipse">
                <a:avLst/>
              </a:prstGeom>
              <a:solidFill>
                <a:srgbClr val="ECEAFF"/>
              </a:solidFill>
              <a:ln w="9525">
                <a:solidFill>
                  <a:srgbClr val="B0AAE8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33" name="Text 89">
                <a:extLst>
                  <a:ext uri="{FF2B5EF4-FFF2-40B4-BE49-F238E27FC236}">
                    <a16:creationId xmlns:a16="http://schemas.microsoft.com/office/drawing/2014/main" id="{AA37E7A3-688D-BC5A-1693-F7FBC35D2BCF}"/>
                  </a:ext>
                </a:extLst>
              </p:cNvPr>
              <p:cNvSpPr/>
              <p:nvPr/>
            </p:nvSpPr>
            <p:spPr>
              <a:xfrm>
                <a:off x="9723151" y="4276974"/>
                <a:ext cx="267870" cy="3152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5F5E5A"/>
                    </a:solidFill>
                  </a:rPr>
                  <a:t>REDACTED_00054</a:t>
                </a:r>
                <a:endParaRPr lang="en-US" sz="650"/>
              </a:p>
            </p:txBody>
          </p:sp>
          <p:sp>
            <p:nvSpPr>
              <p:cNvPr id="134" name="Shape 92">
                <a:extLst>
                  <a:ext uri="{FF2B5EF4-FFF2-40B4-BE49-F238E27FC236}">
                    <a16:creationId xmlns:a16="http://schemas.microsoft.com/office/drawing/2014/main" id="{73FE72B0-3444-4033-A1F6-21838A25ED2A}"/>
                  </a:ext>
                </a:extLst>
              </p:cNvPr>
              <p:cNvSpPr/>
              <p:nvPr/>
            </p:nvSpPr>
            <p:spPr>
              <a:xfrm>
                <a:off x="9686207" y="4826625"/>
                <a:ext cx="324000" cy="324000"/>
              </a:xfrm>
              <a:prstGeom prst="ellipse">
                <a:avLst/>
              </a:prstGeom>
              <a:solidFill>
                <a:srgbClr val="ECEAFF"/>
              </a:solidFill>
              <a:ln w="9525">
                <a:solidFill>
                  <a:srgbClr val="B0AAE8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37" name="Text 93">
                <a:extLst>
                  <a:ext uri="{FF2B5EF4-FFF2-40B4-BE49-F238E27FC236}">
                    <a16:creationId xmlns:a16="http://schemas.microsoft.com/office/drawing/2014/main" id="{4F0928B8-6997-A2F6-9D6F-D5420C79B88E}"/>
                  </a:ext>
                </a:extLst>
              </p:cNvPr>
              <p:cNvSpPr/>
              <p:nvPr/>
            </p:nvSpPr>
            <p:spPr>
              <a:xfrm>
                <a:off x="9723151" y="4835862"/>
                <a:ext cx="267870" cy="3152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5F5E5A"/>
                    </a:solidFill>
                  </a:rPr>
                  <a:t>REDACTED_00055</a:t>
                </a:r>
                <a:endParaRPr lang="en-US" sz="650"/>
              </a:p>
            </p:txBody>
          </p:sp>
          <p:sp>
            <p:nvSpPr>
              <p:cNvPr id="138" name="Shape 96">
                <a:extLst>
                  <a:ext uri="{FF2B5EF4-FFF2-40B4-BE49-F238E27FC236}">
                    <a16:creationId xmlns:a16="http://schemas.microsoft.com/office/drawing/2014/main" id="{1DE56426-C251-6693-D0A8-4984DDFAA7CC}"/>
                  </a:ext>
                </a:extLst>
              </p:cNvPr>
              <p:cNvSpPr/>
              <p:nvPr/>
            </p:nvSpPr>
            <p:spPr>
              <a:xfrm>
                <a:off x="9695443" y="5394748"/>
                <a:ext cx="324000" cy="324000"/>
              </a:xfrm>
              <a:prstGeom prst="ellipse">
                <a:avLst/>
              </a:prstGeom>
              <a:solidFill>
                <a:srgbClr val="ECEAFF"/>
              </a:solidFill>
              <a:ln w="9525">
                <a:solidFill>
                  <a:srgbClr val="B0AAE8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40" name="Text 97">
                <a:extLst>
                  <a:ext uri="{FF2B5EF4-FFF2-40B4-BE49-F238E27FC236}">
                    <a16:creationId xmlns:a16="http://schemas.microsoft.com/office/drawing/2014/main" id="{81FBD12E-B3C6-EB24-AE83-85E105326F4D}"/>
                  </a:ext>
                </a:extLst>
              </p:cNvPr>
              <p:cNvSpPr/>
              <p:nvPr/>
            </p:nvSpPr>
            <p:spPr>
              <a:xfrm>
                <a:off x="9723151" y="5394749"/>
                <a:ext cx="267870" cy="3152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>
                    <a:solidFill>
                      <a:srgbClr val="5F5E5A"/>
                    </a:solidFill>
                  </a:rPr>
                  <a:t>REDACTED_00057</a:t>
                </a:r>
                <a:endParaRPr lang="en-US" sz="650"/>
              </a:p>
            </p:txBody>
          </p:sp>
        </p:grpSp>
        <p:sp>
          <p:nvSpPr>
            <p:cNvPr id="142" name="Text 76">
              <a:extLst>
                <a:ext uri="{FF2B5EF4-FFF2-40B4-BE49-F238E27FC236}">
                  <a16:creationId xmlns:a16="http://schemas.microsoft.com/office/drawing/2014/main" id="{E30497D8-5BBF-6089-5CBE-67F17A954109}"/>
                </a:ext>
              </a:extLst>
            </p:cNvPr>
            <p:cNvSpPr/>
            <p:nvPr/>
          </p:nvSpPr>
          <p:spPr>
            <a:xfrm>
              <a:off x="12775945" y="2710519"/>
              <a:ext cx="267870" cy="3152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rgbClr val="FFFFFF"/>
                  </a:solidFill>
                </a:rPr>
                <a:t>REDACTED_00051</a:t>
              </a:r>
              <a:endParaRPr lang="en-US" sz="650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465B561-2C36-AFB4-B480-E420F65791CA}"/>
                </a:ext>
              </a:extLst>
            </p:cNvPr>
            <p:cNvSpPr/>
            <p:nvPr/>
          </p:nvSpPr>
          <p:spPr>
            <a:xfrm>
              <a:off x="12690256" y="3108912"/>
              <a:ext cx="2110865" cy="2764383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94" name="Text 211a">
            <a:extLst>
              <a:ext uri="{FF2B5EF4-FFF2-40B4-BE49-F238E27FC236}">
                <a16:creationId xmlns:a16="http://schemas.microsoft.com/office/drawing/2014/main" id="{8EA5BE4A-5A2E-BF5A-A290-45213364297E}"/>
              </a:ext>
            </a:extLst>
          </p:cNvPr>
          <p:cNvSpPr/>
          <p:nvPr/>
        </p:nvSpPr>
        <p:spPr>
          <a:xfrm>
            <a:off x="9777848" y="1533032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REDACTED_00031</a:t>
            </a:r>
          </a:p>
        </p:txBody>
      </p:sp>
      <p:sp>
        <p:nvSpPr>
          <p:cNvPr id="196" name="Text 213a">
            <a:extLst>
              <a:ext uri="{FF2B5EF4-FFF2-40B4-BE49-F238E27FC236}">
                <a16:creationId xmlns:a16="http://schemas.microsoft.com/office/drawing/2014/main" id="{7573ACE4-EB72-B12E-C52F-EAF3883A8991}"/>
              </a:ext>
            </a:extLst>
          </p:cNvPr>
          <p:cNvSpPr/>
          <p:nvPr/>
        </p:nvSpPr>
        <p:spPr>
          <a:xfrm>
            <a:off x="9777848" y="1682496"/>
            <a:ext cx="666631" cy="14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00" b="0">
                <a:solidFill>
                  <a:srgbClr val="666666"/>
                </a:solidFill>
                <a:latin typeface="Calibri"/>
              </a:rPr>
              <a:t>REDACTED_00033</a:t>
            </a:r>
          </a:p>
        </p:txBody>
      </p:sp>
      <p:sp>
        <p:nvSpPr>
          <p:cNvPr id="198" name="Text 218a">
            <a:extLst>
              <a:ext uri="{FF2B5EF4-FFF2-40B4-BE49-F238E27FC236}">
                <a16:creationId xmlns:a16="http://schemas.microsoft.com/office/drawing/2014/main" id="{8B096A5A-8FE4-5FAB-309D-03026E292879}"/>
              </a:ext>
            </a:extLst>
          </p:cNvPr>
          <p:cNvSpPr/>
          <p:nvPr/>
        </p:nvSpPr>
        <p:spPr>
          <a:xfrm>
            <a:off x="9777848" y="2046467"/>
            <a:ext cx="1283264" cy="9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00" b="0">
                <a:solidFill>
                  <a:srgbClr val="888888"/>
                </a:solidFill>
                <a:latin typeface="Calibri"/>
              </a:rPr>
              <a:t>REDACTED_00035</a:t>
            </a:r>
          </a:p>
        </p:txBody>
      </p:sp>
      <p:sp>
        <p:nvSpPr>
          <p:cNvPr id="202" name="Shape 229">
            <a:extLst>
              <a:ext uri="{FF2B5EF4-FFF2-40B4-BE49-F238E27FC236}">
                <a16:creationId xmlns:a16="http://schemas.microsoft.com/office/drawing/2014/main" id="{B575D081-F386-32A2-99B0-48BFE8D4EDA8}"/>
              </a:ext>
            </a:extLst>
          </p:cNvPr>
          <p:cNvSpPr/>
          <p:nvPr/>
        </p:nvSpPr>
        <p:spPr>
          <a:xfrm>
            <a:off x="9765104" y="2320429"/>
            <a:ext cx="2338892" cy="214305"/>
          </a:xfrm>
          <a:prstGeom prst="rect">
            <a:avLst/>
          </a:prstGeom>
          <a:solidFill>
            <a:srgbClr val="C0A2F2"/>
          </a:solidFill>
          <a:ln>
            <a:solidFill>
              <a:srgbClr val="C0A2F2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/>
              <a:t>REDACTED_01339</a:t>
            </a:r>
          </a:p>
        </p:txBody>
      </p:sp>
      <p:sp>
        <p:nvSpPr>
          <p:cNvPr id="206" name="Shape 105">
            <a:extLst>
              <a:ext uri="{FF2B5EF4-FFF2-40B4-BE49-F238E27FC236}">
                <a16:creationId xmlns:a16="http://schemas.microsoft.com/office/drawing/2014/main" id="{89895DE6-76EB-6179-4110-AE1E02C0EC15}"/>
              </a:ext>
            </a:extLst>
          </p:cNvPr>
          <p:cNvSpPr>
            <a:spLocks/>
          </p:cNvSpPr>
          <p:nvPr/>
        </p:nvSpPr>
        <p:spPr>
          <a:xfrm>
            <a:off x="0" y="4359600"/>
            <a:ext cx="19764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2" name="Shape 10">
            <a:extLst>
              <a:ext uri="{FF2B5EF4-FFF2-40B4-BE49-F238E27FC236}">
                <a16:creationId xmlns:a16="http://schemas.microsoft.com/office/drawing/2014/main" id="{360BCEDB-5E0C-75F0-F060-2843151179E0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rgbClr val="003C23"/>
          </a:solidFill>
          <a:ln w="12700">
            <a:solidFill>
              <a:srgbClr val="003C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6" name="Shape 10">
            <a:extLst>
              <a:ext uri="{FF2B5EF4-FFF2-40B4-BE49-F238E27FC236}">
                <a16:creationId xmlns:a16="http://schemas.microsoft.com/office/drawing/2014/main" id="{FE7C92F4-B7F6-4675-B3A8-ADF07B3049CF}"/>
              </a:ext>
            </a:extLst>
          </p:cNvPr>
          <p:cNvSpPr/>
          <p:nvPr/>
        </p:nvSpPr>
        <p:spPr>
          <a:xfrm>
            <a:off x="0" y="4359600"/>
            <a:ext cx="83387" cy="194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8" name="Shape 32">
            <a:extLst>
              <a:ext uri="{FF2B5EF4-FFF2-40B4-BE49-F238E27FC236}">
                <a16:creationId xmlns:a16="http://schemas.microsoft.com/office/drawing/2014/main" id="{5C8B6343-E715-6F8A-04AE-BD73AD8CEB11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0" name="Shape 32">
            <a:extLst>
              <a:ext uri="{FF2B5EF4-FFF2-40B4-BE49-F238E27FC236}">
                <a16:creationId xmlns:a16="http://schemas.microsoft.com/office/drawing/2014/main" id="{DCD8D136-0DA2-FD1E-DF4A-DDFF85B4D525}"/>
              </a:ext>
            </a:extLst>
          </p:cNvPr>
          <p:cNvSpPr/>
          <p:nvPr/>
        </p:nvSpPr>
        <p:spPr>
          <a:xfrm>
            <a:off x="272456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2" name="Text 31">
            <a:extLst>
              <a:ext uri="{FF2B5EF4-FFF2-40B4-BE49-F238E27FC236}">
                <a16:creationId xmlns:a16="http://schemas.microsoft.com/office/drawing/2014/main" id="{10BF4DE4-1B74-9460-1177-9BA4394D76E5}"/>
              </a:ext>
            </a:extLst>
          </p:cNvPr>
          <p:cNvSpPr/>
          <p:nvPr/>
        </p:nvSpPr>
        <p:spPr>
          <a:xfrm>
            <a:off x="180000" y="1563624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REDACTED_00001</a:t>
            </a:r>
            <a:endParaRPr lang="en-US" sz="800"/>
          </a:p>
        </p:txBody>
      </p:sp>
      <p:sp>
        <p:nvSpPr>
          <p:cNvPr id="234" name="Shape 32">
            <a:extLst>
              <a:ext uri="{FF2B5EF4-FFF2-40B4-BE49-F238E27FC236}">
                <a16:creationId xmlns:a16="http://schemas.microsoft.com/office/drawing/2014/main" id="{D3DF819E-3C0B-DED0-5304-A3540FCAF14A}"/>
              </a:ext>
            </a:extLst>
          </p:cNvPr>
          <p:cNvSpPr/>
          <p:nvPr/>
        </p:nvSpPr>
        <p:spPr>
          <a:xfrm>
            <a:off x="144000" y="168249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6" name="Text 33">
            <a:extLst>
              <a:ext uri="{FF2B5EF4-FFF2-40B4-BE49-F238E27FC236}">
                <a16:creationId xmlns:a16="http://schemas.microsoft.com/office/drawing/2014/main" id="{ABA2610C-EAC3-1FC9-970E-6A331796443D}"/>
              </a:ext>
            </a:extLst>
          </p:cNvPr>
          <p:cNvSpPr/>
          <p:nvPr/>
        </p:nvSpPr>
        <p:spPr>
          <a:xfrm>
            <a:off x="180000" y="1737361"/>
            <a:ext cx="3384000" cy="84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REDACTED_01340</a:t>
            </a:r>
            <a:r>
              <a:rPr lang="en-US" sz="800" err="1">
                <a:solidFill>
                  <a:srgbClr val="444444"/>
                </a:solidFill>
              </a:rPr>
              <a:t>REDACTED_00569</a:t>
            </a:r>
            <a:r>
              <a:rPr lang="en-US" sz="800">
                <a:solidFill>
                  <a:srgbClr val="444444"/>
                </a:solidFill>
              </a:rPr>
              <a:t>REDACTED_01341</a:t>
            </a:r>
          </a:p>
          <a:p>
            <a:r>
              <a:rPr lang="en-US" sz="800">
                <a:solidFill>
                  <a:srgbClr val="444444"/>
                </a:solidFill>
              </a:rPr>
              <a:t>REDACTED_01342</a:t>
            </a:r>
            <a:r>
              <a:rPr lang="en-US" sz="800" err="1">
                <a:solidFill>
                  <a:srgbClr val="444444"/>
                </a:solidFill>
              </a:rPr>
              <a:t>REDACTED_01343</a:t>
            </a:r>
            <a:r>
              <a:rPr lang="en-US" sz="800">
                <a:solidFill>
                  <a:srgbClr val="444444"/>
                </a:solidFill>
              </a:rPr>
              <a:t>REDACTED_01344</a:t>
            </a:r>
            <a:r>
              <a:rPr lang="en-US" sz="800" err="1">
                <a:solidFill>
                  <a:srgbClr val="444444"/>
                </a:solidFill>
              </a:rPr>
              <a:t>REDACTED_01326</a:t>
            </a:r>
            <a:r>
              <a:rPr lang="en-US" sz="800">
                <a:solidFill>
                  <a:srgbClr val="444444"/>
                </a:solidFill>
              </a:rPr>
              <a:t>REDACTED_01327</a:t>
            </a:r>
            <a:r>
              <a:rPr lang="en-US" sz="800" err="1">
                <a:solidFill>
                  <a:srgbClr val="444444"/>
                </a:solidFill>
              </a:rPr>
              <a:t>REDACTED_01345</a:t>
            </a:r>
            <a:r>
              <a:rPr lang="en-US" sz="800">
                <a:solidFill>
                  <a:srgbClr val="444444"/>
                </a:solidFill>
              </a:rPr>
              <a:t>REDACTED_01346</a:t>
            </a:r>
            <a:endParaRPr lang="en-US" sz="400"/>
          </a:p>
        </p:txBody>
      </p:sp>
      <p:sp>
        <p:nvSpPr>
          <p:cNvPr id="238" name="Text 33">
            <a:extLst>
              <a:ext uri="{FF2B5EF4-FFF2-40B4-BE49-F238E27FC236}">
                <a16:creationId xmlns:a16="http://schemas.microsoft.com/office/drawing/2014/main" id="{DC75FE38-8C77-D612-59E4-120F22ABEB1C}"/>
              </a:ext>
            </a:extLst>
          </p:cNvPr>
          <p:cNvSpPr/>
          <p:nvPr/>
        </p:nvSpPr>
        <p:spPr>
          <a:xfrm>
            <a:off x="180001" y="3223051"/>
            <a:ext cx="3382446" cy="111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444444"/>
                </a:solidFill>
              </a:rPr>
              <a:t>REDACTED_01347</a:t>
            </a:r>
            <a:r>
              <a:rPr lang="en-US" sz="800" err="1">
                <a:solidFill>
                  <a:srgbClr val="444444"/>
                </a:solidFill>
              </a:rPr>
              <a:t>REDACTED_00421</a:t>
            </a:r>
            <a:r>
              <a:rPr lang="en-US" sz="800">
                <a:solidFill>
                  <a:srgbClr val="444444"/>
                </a:solidFill>
              </a:rPr>
              <a:t>REDACTED_01348</a:t>
            </a:r>
          </a:p>
          <a:p>
            <a:r>
              <a:rPr lang="en-US" sz="800">
                <a:solidFill>
                  <a:srgbClr val="444444"/>
                </a:solidFill>
              </a:rPr>
              <a:t>REDACTED_01349</a:t>
            </a:r>
          </a:p>
          <a:p>
            <a:r>
              <a:rPr lang="en-US" sz="800">
                <a:solidFill>
                  <a:srgbClr val="444444"/>
                </a:solidFill>
              </a:rPr>
              <a:t>REDACTED_01350</a:t>
            </a:r>
          </a:p>
        </p:txBody>
      </p:sp>
      <p:sp>
        <p:nvSpPr>
          <p:cNvPr id="240" name="Text 31">
            <a:extLst>
              <a:ext uri="{FF2B5EF4-FFF2-40B4-BE49-F238E27FC236}">
                <a16:creationId xmlns:a16="http://schemas.microsoft.com/office/drawing/2014/main" id="{8FB76579-C3C0-1D35-AB8C-FF85EF70DF64}"/>
              </a:ext>
            </a:extLst>
          </p:cNvPr>
          <p:cNvSpPr/>
          <p:nvPr/>
        </p:nvSpPr>
        <p:spPr>
          <a:xfrm>
            <a:off x="180000" y="3055798"/>
            <a:ext cx="304397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REDACTED_00074</a:t>
            </a:r>
            <a:endParaRPr lang="en-US" sz="800"/>
          </a:p>
        </p:txBody>
      </p:sp>
      <p:sp>
        <p:nvSpPr>
          <p:cNvPr id="263" name="Shape 32">
            <a:extLst>
              <a:ext uri="{FF2B5EF4-FFF2-40B4-BE49-F238E27FC236}">
                <a16:creationId xmlns:a16="http://schemas.microsoft.com/office/drawing/2014/main" id="{C9DC6602-2405-DD0B-C1EE-1DEBE82860F9}"/>
              </a:ext>
            </a:extLst>
          </p:cNvPr>
          <p:cNvSpPr/>
          <p:nvPr/>
        </p:nvSpPr>
        <p:spPr>
          <a:xfrm>
            <a:off x="144000" y="3174670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5" name="Shape 10">
            <a:extLst>
              <a:ext uri="{FF2B5EF4-FFF2-40B4-BE49-F238E27FC236}">
                <a16:creationId xmlns:a16="http://schemas.microsoft.com/office/drawing/2014/main" id="{6C0E555E-535E-70AF-6368-4AAE85D0D61B}"/>
              </a:ext>
            </a:extLst>
          </p:cNvPr>
          <p:cNvSpPr/>
          <p:nvPr/>
        </p:nvSpPr>
        <p:spPr>
          <a:xfrm>
            <a:off x="0" y="1468800"/>
            <a:ext cx="83387" cy="2876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9" name="Shape 16">
            <a:extLst>
              <a:ext uri="{FF2B5EF4-FFF2-40B4-BE49-F238E27FC236}">
                <a16:creationId xmlns:a16="http://schemas.microsoft.com/office/drawing/2014/main" id="{9C6A9117-4708-BAFA-053F-8EFE44DBC780}"/>
              </a:ext>
            </a:extLst>
          </p:cNvPr>
          <p:cNvSpPr>
            <a:spLocks/>
          </p:cNvSpPr>
          <p:nvPr/>
        </p:nvSpPr>
        <p:spPr>
          <a:xfrm>
            <a:off x="9728363" y="721056"/>
            <a:ext cx="1187863" cy="2435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71" name="Shape 16">
            <a:extLst>
              <a:ext uri="{FF2B5EF4-FFF2-40B4-BE49-F238E27FC236}">
                <a16:creationId xmlns:a16="http://schemas.microsoft.com/office/drawing/2014/main" id="{2F47F360-1158-7E52-8B6A-DFB177A9D52E}"/>
              </a:ext>
            </a:extLst>
          </p:cNvPr>
          <p:cNvSpPr/>
          <p:nvPr/>
        </p:nvSpPr>
        <p:spPr>
          <a:xfrm>
            <a:off x="10960114" y="714960"/>
            <a:ext cx="1187862" cy="25021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73" name="Shape 16">
            <a:extLst>
              <a:ext uri="{FF2B5EF4-FFF2-40B4-BE49-F238E27FC236}">
                <a16:creationId xmlns:a16="http://schemas.microsoft.com/office/drawing/2014/main" id="{8BD3CEA2-6DE2-38C2-1700-68D135381F1C}"/>
              </a:ext>
            </a:extLst>
          </p:cNvPr>
          <p:cNvSpPr>
            <a:spLocks/>
          </p:cNvSpPr>
          <p:nvPr/>
        </p:nvSpPr>
        <p:spPr>
          <a:xfrm>
            <a:off x="9728363" y="1175117"/>
            <a:ext cx="1187863" cy="22159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rgbClr val="003C23"/>
              </a:solidFill>
            </a:endParaRPr>
          </a:p>
        </p:txBody>
      </p:sp>
      <p:sp>
        <p:nvSpPr>
          <p:cNvPr id="275" name="Shape 16">
            <a:extLst>
              <a:ext uri="{FF2B5EF4-FFF2-40B4-BE49-F238E27FC236}">
                <a16:creationId xmlns:a16="http://schemas.microsoft.com/office/drawing/2014/main" id="{D64A7337-85C1-7E12-2151-37D1F8F35ABA}"/>
              </a:ext>
            </a:extLst>
          </p:cNvPr>
          <p:cNvSpPr/>
          <p:nvPr/>
        </p:nvSpPr>
        <p:spPr>
          <a:xfrm>
            <a:off x="10960114" y="1156313"/>
            <a:ext cx="1187861" cy="240965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endParaRPr lang="en-AU" sz="850" b="1">
              <a:solidFill>
                <a:schemeClr val="bg1"/>
              </a:solidFill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72CEAC18-FDE3-6585-9DA5-A296380C9FEC}"/>
              </a:ext>
            </a:extLst>
          </p:cNvPr>
          <p:cNvSpPr>
            <a:spLocks/>
          </p:cNvSpPr>
          <p:nvPr/>
        </p:nvSpPr>
        <p:spPr>
          <a:xfrm>
            <a:off x="10960114" y="561362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REDACTED_00078</a:t>
            </a: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1FD184EB-754E-26F8-4C05-D1535FC3E1EE}"/>
              </a:ext>
            </a:extLst>
          </p:cNvPr>
          <p:cNvSpPr>
            <a:spLocks/>
          </p:cNvSpPr>
          <p:nvPr/>
        </p:nvSpPr>
        <p:spPr>
          <a:xfrm>
            <a:off x="9728364" y="562558"/>
            <a:ext cx="1188000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REDACTED_00079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9F9F57B4-6E67-63FB-5D63-FC3B8CE61C2B}"/>
              </a:ext>
            </a:extLst>
          </p:cNvPr>
          <p:cNvSpPr/>
          <p:nvPr/>
        </p:nvSpPr>
        <p:spPr>
          <a:xfrm>
            <a:off x="9728363" y="1007389"/>
            <a:ext cx="1187863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REDACTED_00080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F1BD2E4D-8747-A4F2-34AC-3ABE922620D3}"/>
              </a:ext>
            </a:extLst>
          </p:cNvPr>
          <p:cNvSpPr/>
          <p:nvPr/>
        </p:nvSpPr>
        <p:spPr>
          <a:xfrm>
            <a:off x="10960114" y="1007389"/>
            <a:ext cx="1187862" cy="153653"/>
          </a:xfrm>
          <a:prstGeom prst="rect">
            <a:avLst/>
          </a:prstGeom>
          <a:solidFill>
            <a:srgbClr val="C0A2F2"/>
          </a:solidFill>
          <a:ln w="6350">
            <a:solidFill>
              <a:srgbClr val="C0A2F2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AU" sz="600" b="1"/>
              <a:t>REDACTED_00081</a:t>
            </a:r>
          </a:p>
        </p:txBody>
      </p:sp>
      <p:sp>
        <p:nvSpPr>
          <p:cNvPr id="297" name="Shape 229">
            <a:extLst>
              <a:ext uri="{FF2B5EF4-FFF2-40B4-BE49-F238E27FC236}">
                <a16:creationId xmlns:a16="http://schemas.microsoft.com/office/drawing/2014/main" id="{57970307-E16B-AA06-8499-CD6B529CB054}"/>
              </a:ext>
            </a:extLst>
          </p:cNvPr>
          <p:cNvSpPr/>
          <p:nvPr/>
        </p:nvSpPr>
        <p:spPr>
          <a:xfrm>
            <a:off x="3718800" y="1513993"/>
            <a:ext cx="3063600" cy="168500"/>
          </a:xfrm>
          <a:prstGeom prst="rect">
            <a:avLst/>
          </a:prstGeom>
          <a:solidFill>
            <a:srgbClr val="C0A2F2"/>
          </a:solidFill>
          <a:ln>
            <a:solidFill>
              <a:srgbClr val="C0A2F2"/>
            </a:solidFill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AU" sz="700" b="1"/>
              <a:t>REDACTED_00082</a:t>
            </a:r>
          </a:p>
        </p:txBody>
      </p:sp>
      <p:sp>
        <p:nvSpPr>
          <p:cNvPr id="299" name="Shape 46">
            <a:extLst>
              <a:ext uri="{FF2B5EF4-FFF2-40B4-BE49-F238E27FC236}">
                <a16:creationId xmlns:a16="http://schemas.microsoft.com/office/drawing/2014/main" id="{E718CA12-EC76-354C-AC2F-D985CBD8A910}"/>
              </a:ext>
            </a:extLst>
          </p:cNvPr>
          <p:cNvSpPr/>
          <p:nvPr/>
        </p:nvSpPr>
        <p:spPr>
          <a:xfrm>
            <a:off x="1994400" y="4359600"/>
            <a:ext cx="7671600" cy="19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5400000" algn="tl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436DEEFD-945A-6F37-061D-0A9E6A962BA4}"/>
              </a:ext>
            </a:extLst>
          </p:cNvPr>
          <p:cNvSpPr txBox="1"/>
          <p:nvPr/>
        </p:nvSpPr>
        <p:spPr>
          <a:xfrm>
            <a:off x="2088000" y="4636261"/>
            <a:ext cx="1964244" cy="9961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REDACTED_00061</a:t>
            </a:r>
            <a:endParaRPr lang="en-US" sz="800">
              <a:solidFill>
                <a:srgbClr val="444444"/>
              </a:solidFill>
              <a:latin typeface="Calibri" panose="020F0502020204030204"/>
            </a:endParaRPr>
          </a:p>
          <a:p>
            <a:pPr marL="171450" lvl="0" indent="-171450">
              <a:spcAft>
                <a:spcPts val="200"/>
              </a:spcAft>
              <a:buFontTx/>
              <a:buChar char="-"/>
              <a:defRPr/>
            </a:pPr>
            <a:endParaRPr lang="en-US" sz="800">
              <a:solidFill>
                <a:srgbClr val="444444"/>
              </a:solidFill>
            </a:endParaRPr>
          </a:p>
        </p:txBody>
      </p:sp>
      <p:sp>
        <p:nvSpPr>
          <p:cNvPr id="315" name="Text 35">
            <a:extLst>
              <a:ext uri="{FF2B5EF4-FFF2-40B4-BE49-F238E27FC236}">
                <a16:creationId xmlns:a16="http://schemas.microsoft.com/office/drawing/2014/main" id="{60AD67CA-6B7C-2524-1EDD-02B266E2D6B4}"/>
              </a:ext>
            </a:extLst>
          </p:cNvPr>
          <p:cNvSpPr/>
          <p:nvPr/>
        </p:nvSpPr>
        <p:spPr>
          <a:xfrm>
            <a:off x="3783428" y="2910916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REDACTED_00067</a:t>
            </a:r>
            <a:endParaRPr lang="en-US" sz="800"/>
          </a:p>
        </p:txBody>
      </p:sp>
      <p:sp>
        <p:nvSpPr>
          <p:cNvPr id="317" name="Shape 36">
            <a:extLst>
              <a:ext uri="{FF2B5EF4-FFF2-40B4-BE49-F238E27FC236}">
                <a16:creationId xmlns:a16="http://schemas.microsoft.com/office/drawing/2014/main" id="{9F9EAAB6-7A6E-2814-C670-9F2DFB289748}"/>
              </a:ext>
            </a:extLst>
          </p:cNvPr>
          <p:cNvSpPr/>
          <p:nvPr/>
        </p:nvSpPr>
        <p:spPr>
          <a:xfrm>
            <a:off x="3742475" y="3042634"/>
            <a:ext cx="255343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9" name="Shape 36">
            <a:extLst>
              <a:ext uri="{FF2B5EF4-FFF2-40B4-BE49-F238E27FC236}">
                <a16:creationId xmlns:a16="http://schemas.microsoft.com/office/drawing/2014/main" id="{C5897A2A-3C19-F8A0-3391-FC74F026FC88}"/>
              </a:ext>
            </a:extLst>
          </p:cNvPr>
          <p:cNvSpPr/>
          <p:nvPr/>
        </p:nvSpPr>
        <p:spPr>
          <a:xfrm>
            <a:off x="7657435" y="3042634"/>
            <a:ext cx="183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1" name="Text 35">
            <a:extLst>
              <a:ext uri="{FF2B5EF4-FFF2-40B4-BE49-F238E27FC236}">
                <a16:creationId xmlns:a16="http://schemas.microsoft.com/office/drawing/2014/main" id="{93AA0D8E-D28D-4FEE-A300-EBF40715E6CC}"/>
              </a:ext>
            </a:extLst>
          </p:cNvPr>
          <p:cNvSpPr/>
          <p:nvPr/>
        </p:nvSpPr>
        <p:spPr>
          <a:xfrm>
            <a:off x="7697857" y="2922432"/>
            <a:ext cx="299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REDACTED_00069</a:t>
            </a:r>
            <a:endParaRPr lang="en-US" sz="800"/>
          </a:p>
        </p:txBody>
      </p:sp>
      <p:sp>
        <p:nvSpPr>
          <p:cNvPr id="183" name="Text 90">
            <a:extLst>
              <a:ext uri="{FF2B5EF4-FFF2-40B4-BE49-F238E27FC236}">
                <a16:creationId xmlns:a16="http://schemas.microsoft.com/office/drawing/2014/main" id="{7D0BA5D5-3D82-EFBC-3409-B3244BF2840A}"/>
              </a:ext>
            </a:extLst>
          </p:cNvPr>
          <p:cNvSpPr/>
          <p:nvPr/>
        </p:nvSpPr>
        <p:spPr>
          <a:xfrm>
            <a:off x="7278285" y="1917812"/>
            <a:ext cx="1938616" cy="47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779999"/>
                </a:solidFill>
              </a:rPr>
              <a:t>REDACTED_01351</a:t>
            </a:r>
            <a:endParaRPr lang="en-US" sz="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F84750-EA26-A604-E996-630793EF3352}"/>
              </a:ext>
            </a:extLst>
          </p:cNvPr>
          <p:cNvSpPr txBox="1"/>
          <p:nvPr/>
        </p:nvSpPr>
        <p:spPr>
          <a:xfrm>
            <a:off x="3672337" y="3060000"/>
            <a:ext cx="3957966" cy="1264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800" b="1" kern="0" spc="40"/>
              <a:t>REDACTED_00009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REDACTED_00012</a:t>
            </a:r>
            <a:endParaRPr lang="en-US" altLang="en-US" sz="80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ED8BC8-D8D1-F2CD-D158-9E23C39C0DB5}"/>
              </a:ext>
            </a:extLst>
          </p:cNvPr>
          <p:cNvSpPr txBox="1"/>
          <p:nvPr/>
        </p:nvSpPr>
        <p:spPr>
          <a:xfrm>
            <a:off x="7630305" y="3060000"/>
            <a:ext cx="2018520" cy="135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8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REDACTED_00013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REDACTED_00014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REDACTED_00015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REDACTED_00016</a:t>
            </a:r>
          </a:p>
          <a:p>
            <a:pPr marL="85725" indent="-85725" eaLnBrk="0" fontAlgn="base" hangingPunct="0"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</a:rPr>
              <a:t>REDACTED_00017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4B02DA0-E7BF-01D3-2259-B3A1249344DB}"/>
              </a:ext>
            </a:extLst>
          </p:cNvPr>
          <p:cNvGrpSpPr/>
          <p:nvPr/>
        </p:nvGrpSpPr>
        <p:grpSpPr>
          <a:xfrm>
            <a:off x="3717780" y="1742948"/>
            <a:ext cx="3065147" cy="330976"/>
            <a:chOff x="3828681" y="1704593"/>
            <a:chExt cx="7721343" cy="433877"/>
          </a:xfrm>
        </p:grpSpPr>
        <p:sp>
          <p:nvSpPr>
            <p:cNvPr id="38" name="Shape 37">
              <a:extLst>
                <a:ext uri="{FF2B5EF4-FFF2-40B4-BE49-F238E27FC236}">
                  <a16:creationId xmlns:a16="http://schemas.microsoft.com/office/drawing/2014/main" id="{313EADCA-7C6A-AD2D-688A-8CA1E4208672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Shape 38">
              <a:extLst>
                <a:ext uri="{FF2B5EF4-FFF2-40B4-BE49-F238E27FC236}">
                  <a16:creationId xmlns:a16="http://schemas.microsoft.com/office/drawing/2014/main" id="{78816862-E449-0B9B-A536-1D92468DDA66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Text 39">
              <a:extLst>
                <a:ext uri="{FF2B5EF4-FFF2-40B4-BE49-F238E27FC236}">
                  <a16:creationId xmlns:a16="http://schemas.microsoft.com/office/drawing/2014/main" id="{0051457E-5AD5-D417-3EAC-2D3923CB9D4B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REDACTED_00351</a:t>
              </a:r>
              <a:endParaRPr lang="en-US" sz="80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13D394C-88EF-D523-5109-5AFC1BD7958D}"/>
              </a:ext>
            </a:extLst>
          </p:cNvPr>
          <p:cNvGrpSpPr/>
          <p:nvPr/>
        </p:nvGrpSpPr>
        <p:grpSpPr>
          <a:xfrm>
            <a:off x="3717780" y="2107614"/>
            <a:ext cx="3065147" cy="330976"/>
            <a:chOff x="3828681" y="1704593"/>
            <a:chExt cx="7721343" cy="433877"/>
          </a:xfrm>
        </p:grpSpPr>
        <p:sp>
          <p:nvSpPr>
            <p:cNvPr id="42" name="Shape 37">
              <a:extLst>
                <a:ext uri="{FF2B5EF4-FFF2-40B4-BE49-F238E27FC236}">
                  <a16:creationId xmlns:a16="http://schemas.microsoft.com/office/drawing/2014/main" id="{2A041513-F433-99F8-52E6-73242952ED06}"/>
                </a:ext>
              </a:extLst>
            </p:cNvPr>
            <p:cNvSpPr/>
            <p:nvPr/>
          </p:nvSpPr>
          <p:spPr>
            <a:xfrm>
              <a:off x="3828684" y="1713738"/>
              <a:ext cx="7721340" cy="424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Shape 38">
              <a:extLst>
                <a:ext uri="{FF2B5EF4-FFF2-40B4-BE49-F238E27FC236}">
                  <a16:creationId xmlns:a16="http://schemas.microsoft.com/office/drawing/2014/main" id="{A55298C9-B4B8-A990-ED4F-1C3EE041EA50}"/>
                </a:ext>
              </a:extLst>
            </p:cNvPr>
            <p:cNvSpPr/>
            <p:nvPr/>
          </p:nvSpPr>
          <p:spPr>
            <a:xfrm>
              <a:off x="3828681" y="1712903"/>
              <a:ext cx="90687" cy="42473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Text 39">
              <a:extLst>
                <a:ext uri="{FF2B5EF4-FFF2-40B4-BE49-F238E27FC236}">
                  <a16:creationId xmlns:a16="http://schemas.microsoft.com/office/drawing/2014/main" id="{5C186004-F486-B339-B7D8-952209F2C56C}"/>
                </a:ext>
              </a:extLst>
            </p:cNvPr>
            <p:cNvSpPr/>
            <p:nvPr/>
          </p:nvSpPr>
          <p:spPr>
            <a:xfrm>
              <a:off x="4044558" y="170459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REDACTED_00351</a:t>
              </a:r>
              <a:endParaRPr lang="en-US" sz="80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0F946A0-1A18-2D28-8B28-D0C0865BC01F}"/>
              </a:ext>
            </a:extLst>
          </p:cNvPr>
          <p:cNvGrpSpPr/>
          <p:nvPr/>
        </p:nvGrpSpPr>
        <p:grpSpPr>
          <a:xfrm>
            <a:off x="3717780" y="2472279"/>
            <a:ext cx="3065147" cy="336564"/>
            <a:chOff x="3828681" y="1696973"/>
            <a:chExt cx="7721343" cy="449118"/>
          </a:xfrm>
        </p:grpSpPr>
        <p:sp>
          <p:nvSpPr>
            <p:cNvPr id="46" name="Shape 37">
              <a:extLst>
                <a:ext uri="{FF2B5EF4-FFF2-40B4-BE49-F238E27FC236}">
                  <a16:creationId xmlns:a16="http://schemas.microsoft.com/office/drawing/2014/main" id="{A8737665-8038-A875-3B24-CD30F35728D9}"/>
                </a:ext>
              </a:extLst>
            </p:cNvPr>
            <p:cNvSpPr/>
            <p:nvPr/>
          </p:nvSpPr>
          <p:spPr>
            <a:xfrm>
              <a:off x="3828684" y="1713739"/>
              <a:ext cx="7721340" cy="43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9D71C2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Shape 38">
              <a:extLst>
                <a:ext uri="{FF2B5EF4-FFF2-40B4-BE49-F238E27FC236}">
                  <a16:creationId xmlns:a16="http://schemas.microsoft.com/office/drawing/2014/main" id="{28F056F2-D7F5-C44B-1D06-7C00F7454CB3}"/>
                </a:ext>
              </a:extLst>
            </p:cNvPr>
            <p:cNvSpPr/>
            <p:nvPr/>
          </p:nvSpPr>
          <p:spPr>
            <a:xfrm>
              <a:off x="3828681" y="1712903"/>
              <a:ext cx="90687" cy="432352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Text 39">
              <a:extLst>
                <a:ext uri="{FF2B5EF4-FFF2-40B4-BE49-F238E27FC236}">
                  <a16:creationId xmlns:a16="http://schemas.microsoft.com/office/drawing/2014/main" id="{4B8821C7-6580-694F-B065-4D2A89671AE7}"/>
                </a:ext>
              </a:extLst>
            </p:cNvPr>
            <p:cNvSpPr/>
            <p:nvPr/>
          </p:nvSpPr>
          <p:spPr>
            <a:xfrm>
              <a:off x="4044558" y="1696973"/>
              <a:ext cx="7275925" cy="424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>
                  <a:solidFill>
                    <a:srgbClr val="1A3A36"/>
                  </a:solidFill>
                </a:rPr>
                <a:t>REDACTED_00351</a:t>
              </a:r>
              <a:endParaRPr lang="en-US" sz="800"/>
            </a:p>
          </p:txBody>
        </p:sp>
      </p:grpSp>
      <p:sp>
        <p:nvSpPr>
          <p:cNvPr id="35" name="Shape 32">
            <a:extLst>
              <a:ext uri="{FF2B5EF4-FFF2-40B4-BE49-F238E27FC236}">
                <a16:creationId xmlns:a16="http://schemas.microsoft.com/office/drawing/2014/main" id="{17087071-F07D-1DFE-1CD4-50EE00CCF23B}"/>
              </a:ext>
            </a:extLst>
          </p:cNvPr>
          <p:cNvSpPr/>
          <p:nvPr/>
        </p:nvSpPr>
        <p:spPr>
          <a:xfrm>
            <a:off x="144000" y="721056"/>
            <a:ext cx="300082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35">
            <a:extLst>
              <a:ext uri="{FF2B5EF4-FFF2-40B4-BE49-F238E27FC236}">
                <a16:creationId xmlns:a16="http://schemas.microsoft.com/office/drawing/2014/main" id="{123431C8-F590-A238-D484-7C57910FF9EF}"/>
              </a:ext>
            </a:extLst>
          </p:cNvPr>
          <p:cNvSpPr/>
          <p:nvPr/>
        </p:nvSpPr>
        <p:spPr>
          <a:xfrm>
            <a:off x="2160000" y="4464000"/>
            <a:ext cx="17556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REDACTED_00068</a:t>
            </a:r>
            <a:endParaRPr lang="en-US" sz="800"/>
          </a:p>
        </p:txBody>
      </p:sp>
      <p:sp>
        <p:nvSpPr>
          <p:cNvPr id="51" name="Shape 36">
            <a:extLst>
              <a:ext uri="{FF2B5EF4-FFF2-40B4-BE49-F238E27FC236}">
                <a16:creationId xmlns:a16="http://schemas.microsoft.com/office/drawing/2014/main" id="{F6385A41-38C4-72EC-2EFA-023E02584BF6}"/>
              </a:ext>
            </a:extLst>
          </p:cNvPr>
          <p:cNvSpPr/>
          <p:nvPr/>
        </p:nvSpPr>
        <p:spPr>
          <a:xfrm>
            <a:off x="2088000" y="4608000"/>
            <a:ext cx="1944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Text 35">
            <a:extLst>
              <a:ext uri="{FF2B5EF4-FFF2-40B4-BE49-F238E27FC236}">
                <a16:creationId xmlns:a16="http://schemas.microsoft.com/office/drawing/2014/main" id="{6EA9B87D-78E4-2126-7C07-8CBCDD105535}"/>
              </a:ext>
            </a:extLst>
          </p:cNvPr>
          <p:cNvSpPr/>
          <p:nvPr/>
        </p:nvSpPr>
        <p:spPr>
          <a:xfrm>
            <a:off x="180000" y="4464000"/>
            <a:ext cx="144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99999"/>
                </a:solidFill>
              </a:rPr>
              <a:t>REDACTED_00070</a:t>
            </a:r>
            <a:endParaRPr lang="en-US" sz="800"/>
          </a:p>
        </p:txBody>
      </p:sp>
      <p:sp>
        <p:nvSpPr>
          <p:cNvPr id="55" name="Shape 36">
            <a:extLst>
              <a:ext uri="{FF2B5EF4-FFF2-40B4-BE49-F238E27FC236}">
                <a16:creationId xmlns:a16="http://schemas.microsoft.com/office/drawing/2014/main" id="{F4849D18-E655-4FAD-A2A6-0EBAC17BE5CC}"/>
              </a:ext>
            </a:extLst>
          </p:cNvPr>
          <p:cNvSpPr/>
          <p:nvPr/>
        </p:nvSpPr>
        <p:spPr>
          <a:xfrm>
            <a:off x="144000" y="4608000"/>
            <a:ext cx="1440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9763C63-F939-345E-4508-E2365403A1B7}"/>
              </a:ext>
            </a:extLst>
          </p:cNvPr>
          <p:cNvGrpSpPr/>
          <p:nvPr/>
        </p:nvGrpSpPr>
        <p:grpSpPr>
          <a:xfrm>
            <a:off x="166634" y="4725766"/>
            <a:ext cx="1733396" cy="193002"/>
            <a:chOff x="166634" y="4676236"/>
            <a:chExt cx="1733396" cy="193002"/>
          </a:xfrm>
        </p:grpSpPr>
        <p:sp>
          <p:nvSpPr>
            <p:cNvPr id="57" name="PersonIcon">
              <a:extLst>
                <a:ext uri="{FF2B5EF4-FFF2-40B4-BE49-F238E27FC236}">
                  <a16:creationId xmlns:a16="http://schemas.microsoft.com/office/drawing/2014/main" id="{70139BFB-1279-BB67-2F9C-A127D4853F1B}"/>
                </a:ext>
              </a:extLst>
            </p:cNvPr>
            <p:cNvSpPr/>
            <p:nvPr/>
          </p:nvSpPr>
          <p:spPr>
            <a:xfrm>
              <a:off x="166634" y="4703042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00" y="2300"/>
                  </a:moveTo>
                  <a:cubicBezTo>
                    <a:pt x="7000" y="3400"/>
                    <a:pt x="6100" y="4300"/>
                    <a:pt x="5000" y="4300"/>
                  </a:cubicBezTo>
                  <a:cubicBezTo>
                    <a:pt x="3900" y="4300"/>
                    <a:pt x="3000" y="3400"/>
                    <a:pt x="3000" y="2300"/>
                  </a:cubicBezTo>
                  <a:cubicBezTo>
                    <a:pt x="3000" y="1200"/>
                    <a:pt x="3900" y="300"/>
                    <a:pt x="5000" y="300"/>
                  </a:cubicBezTo>
                  <a:cubicBezTo>
                    <a:pt x="6100" y="300"/>
                    <a:pt x="7000" y="1200"/>
                    <a:pt x="7000" y="2300"/>
                  </a:cubicBezTo>
                  <a:close/>
                  <a:moveTo>
                    <a:pt x="500" y="9700"/>
                  </a:moveTo>
                  <a:cubicBezTo>
                    <a:pt x="500" y="6800"/>
                    <a:pt x="2500" y="5300"/>
                    <a:pt x="5000" y="5300"/>
                  </a:cubicBezTo>
                  <a:cubicBezTo>
                    <a:pt x="7500" y="5300"/>
                    <a:pt x="9500" y="6800"/>
                    <a:pt x="9500" y="970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Text 107">
              <a:extLst>
                <a:ext uri="{FF2B5EF4-FFF2-40B4-BE49-F238E27FC236}">
                  <a16:creationId xmlns:a16="http://schemas.microsoft.com/office/drawing/2014/main" id="{24E93914-FA4A-16B7-D0CA-12C5C1C0D46A}"/>
                </a:ext>
              </a:extLst>
            </p:cNvPr>
            <p:cNvSpPr/>
            <p:nvPr/>
          </p:nvSpPr>
          <p:spPr>
            <a:xfrm>
              <a:off x="360444" y="4676236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REDACTED_00003</a:t>
              </a:r>
              <a:endParaRPr lang="en-US" sz="700"/>
            </a:p>
          </p:txBody>
        </p:sp>
        <p:sp>
          <p:nvSpPr>
            <p:cNvPr id="59" name="Text 108">
              <a:extLst>
                <a:ext uri="{FF2B5EF4-FFF2-40B4-BE49-F238E27FC236}">
                  <a16:creationId xmlns:a16="http://schemas.microsoft.com/office/drawing/2014/main" id="{5B8B8A72-9D67-050D-08FD-B63E07A616C3}"/>
                </a:ext>
              </a:extLst>
            </p:cNvPr>
            <p:cNvSpPr/>
            <p:nvPr/>
          </p:nvSpPr>
          <p:spPr>
            <a:xfrm>
              <a:off x="892030" y="4676236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A6B7B30-7ABD-1002-2672-8B7977C53E20}"/>
              </a:ext>
            </a:extLst>
          </p:cNvPr>
          <p:cNvGrpSpPr/>
          <p:nvPr/>
        </p:nvGrpSpPr>
        <p:grpSpPr>
          <a:xfrm>
            <a:off x="166634" y="5929379"/>
            <a:ext cx="1733396" cy="193002"/>
            <a:chOff x="166634" y="5105130"/>
            <a:chExt cx="1733396" cy="193002"/>
          </a:xfrm>
        </p:grpSpPr>
        <p:sp>
          <p:nvSpPr>
            <p:cNvPr id="61" name="GradCapIcon">
              <a:extLst>
                <a:ext uri="{FF2B5EF4-FFF2-40B4-BE49-F238E27FC236}">
                  <a16:creationId xmlns:a16="http://schemas.microsoft.com/office/drawing/2014/main" id="{2F731894-8D9C-7C13-723C-E62BF3DA4B4C}"/>
                </a:ext>
              </a:extLst>
            </p:cNvPr>
            <p:cNvSpPr/>
            <p:nvPr/>
          </p:nvSpPr>
          <p:spPr>
            <a:xfrm>
              <a:off x="166634" y="5131936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0" y="0"/>
                  </a:moveTo>
                  <a:lnTo>
                    <a:pt x="10000" y="3200"/>
                  </a:lnTo>
                  <a:lnTo>
                    <a:pt x="5000" y="6400"/>
                  </a:lnTo>
                  <a:lnTo>
                    <a:pt x="0" y="3200"/>
                  </a:lnTo>
                  <a:close/>
                </a:path>
                <a:path w="10000" h="10000">
                  <a:moveTo>
                    <a:pt x="2200" y="4500"/>
                  </a:moveTo>
                  <a:lnTo>
                    <a:pt x="2200" y="7500"/>
                  </a:lnTo>
                  <a:lnTo>
                    <a:pt x="5000" y="9500"/>
                  </a:lnTo>
                  <a:lnTo>
                    <a:pt x="7800" y="7500"/>
                  </a:lnTo>
                  <a:lnTo>
                    <a:pt x="7800" y="4500"/>
                  </a:lnTo>
                  <a:lnTo>
                    <a:pt x="5000" y="64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 111">
              <a:extLst>
                <a:ext uri="{FF2B5EF4-FFF2-40B4-BE49-F238E27FC236}">
                  <a16:creationId xmlns:a16="http://schemas.microsoft.com/office/drawing/2014/main" id="{0E820192-BFEB-48FC-3E48-D5BB8E2CB26D}"/>
                </a:ext>
              </a:extLst>
            </p:cNvPr>
            <p:cNvSpPr/>
            <p:nvPr/>
          </p:nvSpPr>
          <p:spPr>
            <a:xfrm>
              <a:off x="360444" y="5105130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REDACTED_00007</a:t>
              </a:r>
              <a:endParaRPr lang="en-US" sz="700"/>
            </a:p>
          </p:txBody>
        </p:sp>
        <p:sp>
          <p:nvSpPr>
            <p:cNvPr id="63" name="Text 112">
              <a:extLst>
                <a:ext uri="{FF2B5EF4-FFF2-40B4-BE49-F238E27FC236}">
                  <a16:creationId xmlns:a16="http://schemas.microsoft.com/office/drawing/2014/main" id="{21ED5362-22D5-24F7-7B39-0047537D53E2}"/>
                </a:ext>
              </a:extLst>
            </p:cNvPr>
            <p:cNvSpPr/>
            <p:nvPr/>
          </p:nvSpPr>
          <p:spPr>
            <a:xfrm>
              <a:off x="892030" y="5105130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04EC4B8-BFDD-7B77-F94C-C7A846B9183B}"/>
              </a:ext>
            </a:extLst>
          </p:cNvPr>
          <p:cNvGrpSpPr/>
          <p:nvPr/>
        </p:nvGrpSpPr>
        <p:grpSpPr>
          <a:xfrm>
            <a:off x="166634" y="5528174"/>
            <a:ext cx="1733396" cy="193002"/>
            <a:chOff x="166634" y="4890683"/>
            <a:chExt cx="1733396" cy="193002"/>
          </a:xfrm>
        </p:grpSpPr>
        <p:sp>
          <p:nvSpPr>
            <p:cNvPr id="65" name="BuildingIcon">
              <a:extLst>
                <a:ext uri="{FF2B5EF4-FFF2-40B4-BE49-F238E27FC236}">
                  <a16:creationId xmlns:a16="http://schemas.microsoft.com/office/drawing/2014/main" id="{C2FC0AB5-E19D-FD7F-76BE-E959888432EC}"/>
                </a:ext>
              </a:extLst>
            </p:cNvPr>
            <p:cNvSpPr/>
            <p:nvPr/>
          </p:nvSpPr>
          <p:spPr>
            <a:xfrm>
              <a:off x="166634" y="4917489"/>
              <a:ext cx="127434" cy="139391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500" y="10000"/>
                  </a:moveTo>
                  <a:lnTo>
                    <a:pt x="500" y="2500"/>
                  </a:lnTo>
                  <a:lnTo>
                    <a:pt x="5000" y="0"/>
                  </a:lnTo>
                  <a:lnTo>
                    <a:pt x="9500" y="2500"/>
                  </a:lnTo>
                  <a:lnTo>
                    <a:pt x="9500" y="10000"/>
                  </a:lnTo>
                  <a:close/>
                </a:path>
                <a:path w="10000" h="10000">
                  <a:moveTo>
                    <a:pt x="3800" y="10000"/>
                  </a:moveTo>
                  <a:lnTo>
                    <a:pt x="3800" y="6500"/>
                  </a:lnTo>
                  <a:lnTo>
                    <a:pt x="6200" y="6500"/>
                  </a:lnTo>
                  <a:lnTo>
                    <a:pt x="6200" y="100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6" name="Text 109">
              <a:extLst>
                <a:ext uri="{FF2B5EF4-FFF2-40B4-BE49-F238E27FC236}">
                  <a16:creationId xmlns:a16="http://schemas.microsoft.com/office/drawing/2014/main" id="{20D9E87B-CAFD-6FE6-71DF-8A8FF921BE61}"/>
                </a:ext>
              </a:extLst>
            </p:cNvPr>
            <p:cNvSpPr/>
            <p:nvPr/>
          </p:nvSpPr>
          <p:spPr>
            <a:xfrm>
              <a:off x="360444" y="4890683"/>
              <a:ext cx="589136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999999"/>
                  </a:solidFill>
                </a:rPr>
                <a:t>REDACTED_00005</a:t>
              </a:r>
              <a:endParaRPr lang="en-US" sz="700"/>
            </a:p>
          </p:txBody>
        </p:sp>
        <p:sp>
          <p:nvSpPr>
            <p:cNvPr id="67" name="Text 110">
              <a:extLst>
                <a:ext uri="{FF2B5EF4-FFF2-40B4-BE49-F238E27FC236}">
                  <a16:creationId xmlns:a16="http://schemas.microsoft.com/office/drawing/2014/main" id="{AE692405-F6EC-4976-F409-2A1B9C001313}"/>
                </a:ext>
              </a:extLst>
            </p:cNvPr>
            <p:cNvSpPr/>
            <p:nvPr/>
          </p:nvSpPr>
          <p:spPr>
            <a:xfrm>
              <a:off x="892030" y="4890683"/>
              <a:ext cx="1008000" cy="193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800" b="1"/>
                <a:t>REDACTED_01157</a:t>
              </a:r>
              <a:endParaRPr lang="en-US" sz="80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575F8E7-D6CC-0018-F7CE-7846080FD8BF}"/>
              </a:ext>
            </a:extLst>
          </p:cNvPr>
          <p:cNvGrpSpPr/>
          <p:nvPr/>
        </p:nvGrpSpPr>
        <p:grpSpPr>
          <a:xfrm>
            <a:off x="131595" y="5126970"/>
            <a:ext cx="1768435" cy="193002"/>
            <a:chOff x="131595" y="5208404"/>
            <a:chExt cx="1768435" cy="193002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62331E2-C53D-6290-6201-BEF578F74512}"/>
                </a:ext>
              </a:extLst>
            </p:cNvPr>
            <p:cNvGrpSpPr/>
            <p:nvPr/>
          </p:nvGrpSpPr>
          <p:grpSpPr>
            <a:xfrm>
              <a:off x="360444" y="5208404"/>
              <a:ext cx="1539586" cy="193002"/>
              <a:chOff x="360444" y="4890683"/>
              <a:chExt cx="1539586" cy="193002"/>
            </a:xfrm>
          </p:grpSpPr>
          <p:sp>
            <p:nvSpPr>
              <p:cNvPr id="75" name="Text 109">
                <a:extLst>
                  <a:ext uri="{FF2B5EF4-FFF2-40B4-BE49-F238E27FC236}">
                    <a16:creationId xmlns:a16="http://schemas.microsoft.com/office/drawing/2014/main" id="{867A4CEA-74FA-5D6A-947B-88D4712C8F1B}"/>
                  </a:ext>
                </a:extLst>
              </p:cNvPr>
              <p:cNvSpPr/>
              <p:nvPr/>
            </p:nvSpPr>
            <p:spPr>
              <a:xfrm>
                <a:off x="360444" y="4890683"/>
                <a:ext cx="589136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99999"/>
                    </a:solidFill>
                  </a:rPr>
                  <a:t>REDACTED_00928</a:t>
                </a:r>
                <a:endParaRPr lang="en-US" sz="700"/>
              </a:p>
            </p:txBody>
          </p:sp>
          <p:sp>
            <p:nvSpPr>
              <p:cNvPr id="76" name="Text 110">
                <a:extLst>
                  <a:ext uri="{FF2B5EF4-FFF2-40B4-BE49-F238E27FC236}">
                    <a16:creationId xmlns:a16="http://schemas.microsoft.com/office/drawing/2014/main" id="{469F0529-0833-D616-935C-26658ED25F7D}"/>
                  </a:ext>
                </a:extLst>
              </p:cNvPr>
              <p:cNvSpPr/>
              <p:nvPr/>
            </p:nvSpPr>
            <p:spPr>
              <a:xfrm>
                <a:off x="892030" y="4890683"/>
                <a:ext cx="1008000" cy="1930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800" b="1"/>
                  <a:t>REDACTED_01157</a:t>
                </a:r>
                <a:endParaRPr lang="en-US" sz="800"/>
              </a:p>
            </p:txBody>
          </p:sp>
        </p:grpSp>
        <p:pic>
          <p:nvPicPr>
            <p:cNvPr id="70" name="Graphic 69" descr="Management with solid fill">
              <a:extLst>
                <a:ext uri="{FF2B5EF4-FFF2-40B4-BE49-F238E27FC236}">
                  <a16:creationId xmlns:a16="http://schemas.microsoft.com/office/drawing/2014/main" id="{BAF7C9A9-28E2-A2BB-42EF-5104B0B1E7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595" y="5214905"/>
              <a:ext cx="180000" cy="1800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FF85D32-10A8-484C-2B67-EFD4493E31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9" t="22775" r="13238" b="48226"/>
          <a:stretch>
            <a:fillRect/>
          </a:stretch>
        </p:blipFill>
        <p:spPr>
          <a:xfrm>
            <a:off x="118800" y="6443907"/>
            <a:ext cx="1390561" cy="3241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232D55"/>
      </a:dk1>
      <a:lt1>
        <a:srgbClr val="FFFFFF"/>
      </a:lt1>
      <a:dk2>
        <a:srgbClr val="403632"/>
      </a:dk2>
      <a:lt2>
        <a:srgbClr val="93DCDC"/>
      </a:lt2>
      <a:accent1>
        <a:srgbClr val="C0A2F2"/>
      </a:accent1>
      <a:accent2>
        <a:srgbClr val="F55A2D"/>
      </a:accent2>
      <a:accent3>
        <a:srgbClr val="FDF0E6"/>
      </a:accent3>
      <a:accent4>
        <a:srgbClr val="C2C2C2"/>
      </a:accent4>
      <a:accent5>
        <a:srgbClr val="003C23"/>
      </a:accent5>
      <a:accent6>
        <a:srgbClr val="FFFFFF"/>
      </a:accent6>
      <a:hlink>
        <a:srgbClr val="0563C1"/>
      </a:hlink>
      <a:folHlink>
        <a:srgbClr val="7030A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1">
    <a:dk1>
      <a:srgbClr val="232D55"/>
    </a:dk1>
    <a:lt1>
      <a:srgbClr val="FFFFFF"/>
    </a:lt1>
    <a:dk2>
      <a:srgbClr val="403632"/>
    </a:dk2>
    <a:lt2>
      <a:srgbClr val="93DCDC"/>
    </a:lt2>
    <a:accent1>
      <a:srgbClr val="C0A2F2"/>
    </a:accent1>
    <a:accent2>
      <a:srgbClr val="F55A2D"/>
    </a:accent2>
    <a:accent3>
      <a:srgbClr val="FDF0E6"/>
    </a:accent3>
    <a:accent4>
      <a:srgbClr val="C2C2C2"/>
    </a:accent4>
    <a:accent5>
      <a:srgbClr val="003C23"/>
    </a:accent5>
    <a:accent6>
      <a:srgbClr val="FFFFFF"/>
    </a:accent6>
    <a:hlink>
      <a:srgbClr val="0563C1"/>
    </a:hlink>
    <a:folHlink>
      <a:srgbClr val="7030A0"/>
    </a:folHlink>
  </a:clrScheme>
</a:themeOverride>
</file>

<file path=ppt/theme/themeOverride2.xml><?xml version="1.0" encoding="utf-8"?>
<a:themeOverride xmlns:a="http://schemas.openxmlformats.org/drawingml/2006/main">
  <a:clrScheme name="Custom 1">
    <a:dk1>
      <a:srgbClr val="232D55"/>
    </a:dk1>
    <a:lt1>
      <a:srgbClr val="FFFFFF"/>
    </a:lt1>
    <a:dk2>
      <a:srgbClr val="403632"/>
    </a:dk2>
    <a:lt2>
      <a:srgbClr val="93DCDC"/>
    </a:lt2>
    <a:accent1>
      <a:srgbClr val="C0A2F2"/>
    </a:accent1>
    <a:accent2>
      <a:srgbClr val="F55A2D"/>
    </a:accent2>
    <a:accent3>
      <a:srgbClr val="FDF0E6"/>
    </a:accent3>
    <a:accent4>
      <a:srgbClr val="C2C2C2"/>
    </a:accent4>
    <a:accent5>
      <a:srgbClr val="003C23"/>
    </a:accent5>
    <a:accent6>
      <a:srgbClr val="FFFFFF"/>
    </a:accent6>
    <a:hlink>
      <a:srgbClr val="0563C1"/>
    </a:hlink>
    <a:folHlink>
      <a:srgbClr val="7030A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9d13b1d-13d9-456b-8add-5fadd83697f0">
      <Terms xmlns="http://schemas.microsoft.com/office/infopath/2007/PartnerControls"/>
    </lcf76f155ced4ddcb4097134ff3c332f>
    <TaxCatchAll xmlns="9fc5d526-e507-440f-97cb-69a3b509bef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0FB5337FDDEC4E985F255982F2861B" ma:contentTypeVersion="16" ma:contentTypeDescription="Create a new document." ma:contentTypeScope="" ma:versionID="7131da889546110c1afa4e55ae2f2552">
  <xsd:schema xmlns:xsd="http://www.w3.org/2001/XMLSchema" xmlns:xs="http://www.w3.org/2001/XMLSchema" xmlns:p="http://schemas.microsoft.com/office/2006/metadata/properties" xmlns:ns2="d9d13b1d-13d9-456b-8add-5fadd83697f0" xmlns:ns3="9fc5d526-e507-440f-97cb-69a3b509bef1" targetNamespace="http://schemas.microsoft.com/office/2006/metadata/properties" ma:root="true" ma:fieldsID="ec15df905a46d21ebb0ef40eb7179f52" ns2:_="" ns3:_="">
    <xsd:import namespace="d9d13b1d-13d9-456b-8add-5fadd83697f0"/>
    <xsd:import namespace="9fc5d526-e507-440f-97cb-69a3b509be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13b1d-13d9-456b-8add-5fadd83697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0a2f4761-e995-4b71-b536-9deb906f54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c5d526-e507-440f-97cb-69a3b509bef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1718cf0-bce1-4f88-af47-e1e1b588bc2a}" ma:internalName="TaxCatchAll" ma:showField="CatchAllData" ma:web="9fc5d526-e507-440f-97cb-69a3b509be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B599A6-156A-4074-9E5D-6E5D3312F666}">
  <ds:schemaRefs>
    <ds:schemaRef ds:uri="9fc5d526-e507-440f-97cb-69a3b509bef1"/>
    <ds:schemaRef ds:uri="d9d13b1d-13d9-456b-8add-5fadd83697f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81C6FA6-551B-419D-83F8-499B156BE3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13C9BD-55AE-4CBB-A0AB-FB0A9AAF8378}">
  <ds:schemaRefs>
    <ds:schemaRef ds:uri="9fc5d526-e507-440f-97cb-69a3b509bef1"/>
    <ds:schemaRef ds:uri="d9d13b1d-13d9-456b-8add-5fadd83697f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25674</Words>
  <Application>Microsoft Office PowerPoint</Application>
  <PresentationFormat>Widescreen</PresentationFormat>
  <Paragraphs>3511</Paragraphs>
  <Slides>46</Slides>
  <Notes>46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REDACTED</dc:creator>
  <cp:lastModifiedBy>REDACTED</cp:lastModifiedBy>
  <cp:revision>2</cp:revision>
  <dcterms:created xsi:type="dcterms:W3CDTF">2026-05-09T23:23:56Z</dcterms:created>
  <dcterms:modified xsi:type="dcterms:W3CDTF">2026-07-25T06:09:50Z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0x010100470FB5337FDDEC4E985F255982F2861B</vt:lpwstr>
  </property>
  <property fmtid="{D5CDD505-2E9C-101B-9397-08002B2CF9AE}" pid="3" name="MediaServiceImageTags">
    <vt:lpwstr/>
  </property>
</Properties>
</file>